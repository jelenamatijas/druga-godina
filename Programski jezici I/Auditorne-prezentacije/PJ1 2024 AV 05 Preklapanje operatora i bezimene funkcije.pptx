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34" r:id="rId2"/>
    <p:sldId id="335" r:id="rId3"/>
    <p:sldId id="353" r:id="rId4"/>
    <p:sldId id="343" r:id="rId5"/>
    <p:sldId id="340" r:id="rId6"/>
    <p:sldId id="339" r:id="rId7"/>
    <p:sldId id="365" r:id="rId8"/>
    <p:sldId id="337" r:id="rId9"/>
    <p:sldId id="271" r:id="rId10"/>
    <p:sldId id="347" r:id="rId11"/>
    <p:sldId id="286" r:id="rId12"/>
    <p:sldId id="354" r:id="rId13"/>
    <p:sldId id="348" r:id="rId14"/>
    <p:sldId id="355" r:id="rId15"/>
    <p:sldId id="361" r:id="rId16"/>
    <p:sldId id="364" r:id="rId17"/>
    <p:sldId id="362" r:id="rId18"/>
    <p:sldId id="3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klapanje operatora" id="{D57E6939-19FC-4C9D-9D79-1DF6DFA69FA8}">
          <p14:sldIdLst>
            <p14:sldId id="334"/>
            <p14:sldId id="335"/>
            <p14:sldId id="353"/>
            <p14:sldId id="343"/>
            <p14:sldId id="340"/>
            <p14:sldId id="339"/>
          </p14:sldIdLst>
        </p14:section>
        <p14:section name="Stringovi i standardni tokovi" id="{54B51834-E7D7-4B7A-B99A-B9873EBA4360}">
          <p14:sldIdLst>
            <p14:sldId id="365"/>
            <p14:sldId id="337"/>
            <p14:sldId id="271"/>
            <p14:sldId id="347"/>
            <p14:sldId id="286"/>
          </p14:sldIdLst>
        </p14:section>
        <p14:section name="Bezimene funkcije" id="{42CDDD24-255E-4D89-93E5-DC320DC3BF07}">
          <p14:sldIdLst>
            <p14:sldId id="354"/>
            <p14:sldId id="348"/>
            <p14:sldId id="355"/>
            <p14:sldId id="361"/>
            <p14:sldId id="364"/>
            <p14:sldId id="362"/>
            <p14:sldId id="3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2B91AF"/>
    <a:srgbClr val="267F99"/>
    <a:srgbClr val="00108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D5AE4-5357-4348-94E4-09F336068828}" v="2" dt="2024-11-13T14:42:04.6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068" autoAdjust="0"/>
  </p:normalViewPr>
  <p:slideViewPr>
    <p:cSldViewPr snapToGrid="0">
      <p:cViewPr varScale="1">
        <p:scale>
          <a:sx n="78" d="100"/>
          <a:sy n="78" d="100"/>
        </p:scale>
        <p:origin x="8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C2465ABF-1937-41E7-BFD2-1801E4E91F3C}"/>
    <pc:docChg chg="undo redo custSel addSld delSld modSld sldOrd modSection">
      <pc:chgData name="Stefan Novaković" userId="48d5634ac72bd80c" providerId="LiveId" clId="{C2465ABF-1937-41E7-BFD2-1801E4E91F3C}" dt="2021-11-15T19:34:52.318" v="16431" actId="20577"/>
      <pc:docMkLst>
        <pc:docMk/>
      </pc:docMkLst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641352020" sldId="261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191606040" sldId="262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4167093965" sldId="263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2421596450" sldId="264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971880840" sldId="267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988326316" sldId="269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839664726" sldId="271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446518224" sldId="273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2889260242" sldId="274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4072942426" sldId="276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530642937" sldId="277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609566215" sldId="278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2391301237" sldId="279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4215596471" sldId="285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135264199" sldId="286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932157701" sldId="310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071087964" sldId="315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606309476" sldId="326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883978126" sldId="327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809718464" sldId="328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4291575652" sldId="329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320915583" sldId="330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4056134089" sldId="331"/>
        </pc:sldMkLst>
      </pc:sldChg>
      <pc:sldChg chg="modSp mod">
        <pc:chgData name="Stefan Novaković" userId="48d5634ac72bd80c" providerId="LiveId" clId="{C2465ABF-1937-41E7-BFD2-1801E4E91F3C}" dt="2021-11-06T10:42:19.948" v="6684" actId="20577"/>
        <pc:sldMkLst>
          <pc:docMk/>
          <pc:sldMk cId="1910483375" sldId="334"/>
        </pc:sldMkLst>
        <pc:spChg chg="mod">
          <ac:chgData name="Stefan Novaković" userId="48d5634ac72bd80c" providerId="LiveId" clId="{C2465ABF-1937-41E7-BFD2-1801E4E91F3C}" dt="2021-11-05T20:54:42.444" v="40" actId="14100"/>
          <ac:spMkLst>
            <pc:docMk/>
            <pc:sldMk cId="1910483375" sldId="334"/>
            <ac:spMk id="2" creationId="{8FF5D54A-1EF9-4411-9599-80FE8C1B12A2}"/>
          </ac:spMkLst>
        </pc:spChg>
        <pc:spChg chg="mod">
          <ac:chgData name="Stefan Novaković" userId="48d5634ac72bd80c" providerId="LiveId" clId="{C2465ABF-1937-41E7-BFD2-1801E4E91F3C}" dt="2021-11-06T10:42:19.948" v="6684" actId="20577"/>
          <ac:spMkLst>
            <pc:docMk/>
            <pc:sldMk cId="1910483375" sldId="334"/>
            <ac:spMk id="3" creationId="{8035EEB5-5D68-4E7E-B791-D67A4F98FCC3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92493585" sldId="335"/>
        </pc:sldMkLst>
      </pc:sldChg>
      <pc:sldChg chg="modSp new mod ord modAnim">
        <pc:chgData name="Stefan Novaković" userId="48d5634ac72bd80c" providerId="LiveId" clId="{C2465ABF-1937-41E7-BFD2-1801E4E91F3C}" dt="2021-11-06T19:43:19.509" v="14073" actId="20577"/>
        <pc:sldMkLst>
          <pc:docMk/>
          <pc:sldMk cId="2002651448" sldId="335"/>
        </pc:sldMkLst>
        <pc:spChg chg="mod">
          <ac:chgData name="Stefan Novaković" userId="48d5634ac72bd80c" providerId="LiveId" clId="{C2465ABF-1937-41E7-BFD2-1801E4E91F3C}" dt="2021-11-06T10:42:40.147" v="6716" actId="114"/>
          <ac:spMkLst>
            <pc:docMk/>
            <pc:sldMk cId="2002651448" sldId="335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9:43:19.509" v="14073" actId="20577"/>
          <ac:spMkLst>
            <pc:docMk/>
            <pc:sldMk cId="2002651448" sldId="335"/>
            <ac:spMk id="3" creationId="{39FE00A2-4946-4671-9555-2E91BC0BE1D0}"/>
          </ac:spMkLst>
        </pc:spChg>
      </pc:sldChg>
      <pc:sldChg chg="addSp delSp modSp add del mod ord modAnim">
        <pc:chgData name="Stefan Novaković" userId="48d5634ac72bd80c" providerId="LiveId" clId="{C2465ABF-1937-41E7-BFD2-1801E4E91F3C}" dt="2021-11-06T16:22:00.339" v="8688" actId="113"/>
        <pc:sldMkLst>
          <pc:docMk/>
          <pc:sldMk cId="1580263196" sldId="336"/>
        </pc:sldMkLst>
        <pc:spChg chg="mod">
          <ac:chgData name="Stefan Novaković" userId="48d5634ac72bd80c" providerId="LiveId" clId="{C2465ABF-1937-41E7-BFD2-1801E4E91F3C}" dt="2021-11-05T23:47:36.664" v="2310" actId="20577"/>
          <ac:spMkLst>
            <pc:docMk/>
            <pc:sldMk cId="1580263196" sldId="336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6:22:00.339" v="8688" actId="113"/>
          <ac:spMkLst>
            <pc:docMk/>
            <pc:sldMk cId="1580263196" sldId="336"/>
            <ac:spMk id="3" creationId="{39FE00A2-4946-4671-9555-2E91BC0BE1D0}"/>
          </ac:spMkLst>
        </pc:spChg>
        <pc:spChg chg="add mod topLvl">
          <ac:chgData name="Stefan Novaković" userId="48d5634ac72bd80c" providerId="LiveId" clId="{C2465ABF-1937-41E7-BFD2-1801E4E91F3C}" dt="2021-11-06T10:55:39.851" v="6912" actId="165"/>
          <ac:spMkLst>
            <pc:docMk/>
            <pc:sldMk cId="1580263196" sldId="336"/>
            <ac:spMk id="4" creationId="{B740AD07-3C8D-49CC-B148-899408FE61AD}"/>
          </ac:spMkLst>
        </pc:spChg>
        <pc:spChg chg="add mod topLvl">
          <ac:chgData name="Stefan Novaković" userId="48d5634ac72bd80c" providerId="LiveId" clId="{C2465ABF-1937-41E7-BFD2-1801E4E91F3C}" dt="2021-11-06T10:55:39.851" v="6912" actId="165"/>
          <ac:spMkLst>
            <pc:docMk/>
            <pc:sldMk cId="1580263196" sldId="336"/>
            <ac:spMk id="5" creationId="{E260AA96-F7C7-4D5F-91BE-D619547D85AB}"/>
          </ac:spMkLst>
        </pc:spChg>
        <pc:spChg chg="add del mod">
          <ac:chgData name="Stefan Novaković" userId="48d5634ac72bd80c" providerId="LiveId" clId="{C2465ABF-1937-41E7-BFD2-1801E4E91F3C}" dt="2021-11-06T10:48:51.690" v="6848" actId="478"/>
          <ac:spMkLst>
            <pc:docMk/>
            <pc:sldMk cId="1580263196" sldId="336"/>
            <ac:spMk id="6" creationId="{0BE91F20-9379-4A66-A01A-CCB36BCE2D4D}"/>
          </ac:spMkLst>
        </pc:spChg>
        <pc:grpChg chg="add del mod">
          <ac:chgData name="Stefan Novaković" userId="48d5634ac72bd80c" providerId="LiveId" clId="{C2465ABF-1937-41E7-BFD2-1801E4E91F3C}" dt="2021-11-06T10:50:06.788" v="6866" actId="165"/>
          <ac:grpSpMkLst>
            <pc:docMk/>
            <pc:sldMk cId="1580263196" sldId="336"/>
            <ac:grpSpMk id="7" creationId="{D73CD090-4725-4C7F-8442-E504D8F86FC9}"/>
          </ac:grpSpMkLst>
        </pc:grpChg>
        <pc:grpChg chg="add del mod">
          <ac:chgData name="Stefan Novaković" userId="48d5634ac72bd80c" providerId="LiveId" clId="{C2465ABF-1937-41E7-BFD2-1801E4E91F3C}" dt="2021-11-06T10:55:39.851" v="6912" actId="165"/>
          <ac:grpSpMkLst>
            <pc:docMk/>
            <pc:sldMk cId="1580263196" sldId="336"/>
            <ac:grpSpMk id="8" creationId="{EC9814AB-39BA-411E-BE14-2AF374C642A2}"/>
          </ac:grpSpMkLst>
        </pc:gr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824593807" sldId="336"/>
        </pc:sldMkLst>
      </pc:sldChg>
      <pc:sldChg chg="addSp delSp modSp add mod ord modAnim">
        <pc:chgData name="Stefan Novaković" userId="48d5634ac72bd80c" providerId="LiveId" clId="{C2465ABF-1937-41E7-BFD2-1801E4E91F3C}" dt="2021-11-06T15:44:55.756" v="7795"/>
        <pc:sldMkLst>
          <pc:docMk/>
          <pc:sldMk cId="290828475" sldId="337"/>
        </pc:sldMkLst>
        <pc:spChg chg="mod">
          <ac:chgData name="Stefan Novaković" userId="48d5634ac72bd80c" providerId="LiveId" clId="{C2465ABF-1937-41E7-BFD2-1801E4E91F3C}" dt="2021-11-05T23:48:47.993" v="2516" actId="20577"/>
          <ac:spMkLst>
            <pc:docMk/>
            <pc:sldMk cId="290828475" sldId="337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5:35:14.826" v="7011" actId="20577"/>
          <ac:spMkLst>
            <pc:docMk/>
            <pc:sldMk cId="290828475" sldId="337"/>
            <ac:spMk id="3" creationId="{39FE00A2-4946-4671-9555-2E91BC0BE1D0}"/>
          </ac:spMkLst>
        </pc:spChg>
        <pc:spChg chg="add mod">
          <ac:chgData name="Stefan Novaković" userId="48d5634ac72bd80c" providerId="LiveId" clId="{C2465ABF-1937-41E7-BFD2-1801E4E91F3C}" dt="2021-11-06T11:02:39.395" v="6977" actId="113"/>
          <ac:spMkLst>
            <pc:docMk/>
            <pc:sldMk cId="290828475" sldId="337"/>
            <ac:spMk id="4" creationId="{D681F471-C43C-4938-8D6D-733AC41D154B}"/>
          </ac:spMkLst>
        </pc:spChg>
        <pc:spChg chg="add del mod">
          <ac:chgData name="Stefan Novaković" userId="48d5634ac72bd80c" providerId="LiveId" clId="{C2465ABF-1937-41E7-BFD2-1801E4E91F3C}" dt="2021-11-06T11:00:32.762" v="6963"/>
          <ac:spMkLst>
            <pc:docMk/>
            <pc:sldMk cId="290828475" sldId="337"/>
            <ac:spMk id="5" creationId="{601173A8-B7FE-4C1B-963B-349EBD8835FE}"/>
          </ac:spMkLst>
        </pc:spChg>
        <pc:spChg chg="add mod">
          <ac:chgData name="Stefan Novaković" userId="48d5634ac72bd80c" providerId="LiveId" clId="{C2465ABF-1937-41E7-BFD2-1801E4E91F3C}" dt="2021-11-06T11:02:39.943" v="6978" actId="113"/>
          <ac:spMkLst>
            <pc:docMk/>
            <pc:sldMk cId="290828475" sldId="337"/>
            <ac:spMk id="6" creationId="{23D12F01-A52B-463F-A1B2-2100A8A311BB}"/>
          </ac:spMkLst>
        </pc:spChg>
        <pc:spChg chg="add del mod">
          <ac:chgData name="Stefan Novaković" userId="48d5634ac72bd80c" providerId="LiveId" clId="{C2465ABF-1937-41E7-BFD2-1801E4E91F3C}" dt="2021-11-06T11:00:48.569" v="6967" actId="478"/>
          <ac:spMkLst>
            <pc:docMk/>
            <pc:sldMk cId="290828475" sldId="337"/>
            <ac:spMk id="7" creationId="{3A867E6D-CD41-4F8F-80E0-A29CC009B413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2658265947" sldId="337"/>
        </pc:sldMkLst>
      </pc:sldChg>
      <pc:sldChg chg="addSp delSp modSp add mod modAnim">
        <pc:chgData name="Stefan Novaković" userId="48d5634ac72bd80c" providerId="LiveId" clId="{C2465ABF-1937-41E7-BFD2-1801E4E91F3C}" dt="2021-11-06T19:44:21.255" v="14075"/>
        <pc:sldMkLst>
          <pc:docMk/>
          <pc:sldMk cId="53188272" sldId="338"/>
        </pc:sldMkLst>
        <pc:spChg chg="mod">
          <ac:chgData name="Stefan Novaković" userId="48d5634ac72bd80c" providerId="LiveId" clId="{C2465ABF-1937-41E7-BFD2-1801E4E91F3C}" dt="2021-11-06T15:43:03.797" v="7594" actId="20577"/>
          <ac:spMkLst>
            <pc:docMk/>
            <pc:sldMk cId="53188272" sldId="338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9:28:44.481" v="13793" actId="20577"/>
          <ac:spMkLst>
            <pc:docMk/>
            <pc:sldMk cId="53188272" sldId="338"/>
            <ac:spMk id="3" creationId="{39FE00A2-4946-4671-9555-2E91BC0BE1D0}"/>
          </ac:spMkLst>
        </pc:spChg>
        <pc:spChg chg="add del mod">
          <ac:chgData name="Stefan Novaković" userId="48d5634ac72bd80c" providerId="LiveId" clId="{C2465ABF-1937-41E7-BFD2-1801E4E91F3C}" dt="2021-11-06T15:40:00.726" v="7131" actId="22"/>
          <ac:spMkLst>
            <pc:docMk/>
            <pc:sldMk cId="53188272" sldId="338"/>
            <ac:spMk id="5" creationId="{75E5283C-CBB3-4F5F-8620-2A7581F4596A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4049944407" sldId="338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808862668" sldId="339"/>
        </pc:sldMkLst>
      </pc:sldChg>
      <pc:sldChg chg="modSp add mod modAnim">
        <pc:chgData name="Stefan Novaković" userId="48d5634ac72bd80c" providerId="LiveId" clId="{C2465ABF-1937-41E7-BFD2-1801E4E91F3C}" dt="2021-11-06T19:45:30.587" v="14084" actId="113"/>
        <pc:sldMkLst>
          <pc:docMk/>
          <pc:sldMk cId="2180113649" sldId="339"/>
        </pc:sldMkLst>
        <pc:spChg chg="mod">
          <ac:chgData name="Stefan Novaković" userId="48d5634ac72bd80c" providerId="LiveId" clId="{C2465ABF-1937-41E7-BFD2-1801E4E91F3C}" dt="2021-11-05T23:52:44.143" v="2717" actId="20577"/>
          <ac:spMkLst>
            <pc:docMk/>
            <pc:sldMk cId="2180113649" sldId="339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9:45:30.587" v="14084" actId="113"/>
          <ac:spMkLst>
            <pc:docMk/>
            <pc:sldMk cId="2180113649" sldId="339"/>
            <ac:spMk id="3" creationId="{39FE00A2-4946-4671-9555-2E91BC0BE1D0}"/>
          </ac:spMkLst>
        </pc:spChg>
      </pc:sldChg>
      <pc:sldChg chg="modSp add mod ord modAnim">
        <pc:chgData name="Stefan Novaković" userId="48d5634ac72bd80c" providerId="LiveId" clId="{C2465ABF-1937-41E7-BFD2-1801E4E91F3C}" dt="2021-11-06T15:57:01.642" v="8276"/>
        <pc:sldMkLst>
          <pc:docMk/>
          <pc:sldMk cId="507494749" sldId="340"/>
        </pc:sldMkLst>
        <pc:spChg chg="mod">
          <ac:chgData name="Stefan Novaković" userId="48d5634ac72bd80c" providerId="LiveId" clId="{C2465ABF-1937-41E7-BFD2-1801E4E91F3C}" dt="2021-11-05T23:53:01.886" v="2731" actId="20577"/>
          <ac:spMkLst>
            <pc:docMk/>
            <pc:sldMk cId="507494749" sldId="340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5:56:52.133" v="8274" actId="20577"/>
          <ac:spMkLst>
            <pc:docMk/>
            <pc:sldMk cId="507494749" sldId="340"/>
            <ac:spMk id="3" creationId="{39FE00A2-4946-4671-9555-2E91BC0BE1D0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036233653" sldId="340"/>
        </pc:sldMkLst>
      </pc:sldChg>
      <pc:sldChg chg="addSp delSp modSp add del mod ord">
        <pc:chgData name="Stefan Novaković" userId="48d5634ac72bd80c" providerId="LiveId" clId="{C2465ABF-1937-41E7-BFD2-1801E4E91F3C}" dt="2021-11-06T09:39:35.204" v="5057" actId="2696"/>
        <pc:sldMkLst>
          <pc:docMk/>
          <pc:sldMk cId="93814531" sldId="341"/>
        </pc:sldMkLst>
        <pc:spChg chg="mod">
          <ac:chgData name="Stefan Novaković" userId="48d5634ac72bd80c" providerId="LiveId" clId="{C2465ABF-1937-41E7-BFD2-1801E4E91F3C}" dt="2021-11-05T23:57:40.270" v="3137" actId="20577"/>
          <ac:spMkLst>
            <pc:docMk/>
            <pc:sldMk cId="93814531" sldId="341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5T23:57:41.729" v="3138" actId="20577"/>
          <ac:spMkLst>
            <pc:docMk/>
            <pc:sldMk cId="93814531" sldId="341"/>
            <ac:spMk id="3" creationId="{39FE00A2-4946-4671-9555-2E91BC0BE1D0}"/>
          </ac:spMkLst>
        </pc:spChg>
        <pc:spChg chg="add del mod">
          <ac:chgData name="Stefan Novaković" userId="48d5634ac72bd80c" providerId="LiveId" clId="{C2465ABF-1937-41E7-BFD2-1801E4E91F3C}" dt="2021-11-05T23:57:34.039" v="3103" actId="22"/>
          <ac:spMkLst>
            <pc:docMk/>
            <pc:sldMk cId="93814531" sldId="341"/>
            <ac:spMk id="5" creationId="{184F5751-57E4-4BD4-AFDC-72231853A179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4136541144" sldId="341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333096139" sldId="342"/>
        </pc:sldMkLst>
      </pc:sldChg>
      <pc:sldChg chg="modSp add del mod ord">
        <pc:chgData name="Stefan Novaković" userId="48d5634ac72bd80c" providerId="LiveId" clId="{C2465ABF-1937-41E7-BFD2-1801E4E91F3C}" dt="2021-11-06T15:45:23.438" v="7796" actId="2696"/>
        <pc:sldMkLst>
          <pc:docMk/>
          <pc:sldMk cId="3357719220" sldId="342"/>
        </pc:sldMkLst>
        <pc:spChg chg="mod">
          <ac:chgData name="Stefan Novaković" userId="48d5634ac72bd80c" providerId="LiveId" clId="{C2465ABF-1937-41E7-BFD2-1801E4E91F3C}" dt="2021-11-06T08:42:58.763" v="3848" actId="113"/>
          <ac:spMkLst>
            <pc:docMk/>
            <pc:sldMk cId="3357719220" sldId="342"/>
            <ac:spMk id="3" creationId="{39FE00A2-4946-4671-9555-2E91BC0BE1D0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31818955" sldId="343"/>
        </pc:sldMkLst>
      </pc:sldChg>
      <pc:sldChg chg="addSp delSp modSp add mod ord">
        <pc:chgData name="Stefan Novaković" userId="48d5634ac72bd80c" providerId="LiveId" clId="{C2465ABF-1937-41E7-BFD2-1801E4E91F3C}" dt="2021-11-06T15:59:39.312" v="8355" actId="20577"/>
        <pc:sldMkLst>
          <pc:docMk/>
          <pc:sldMk cId="925996779" sldId="343"/>
        </pc:sldMkLst>
        <pc:spChg chg="mod">
          <ac:chgData name="Stefan Novaković" userId="48d5634ac72bd80c" providerId="LiveId" clId="{C2465ABF-1937-41E7-BFD2-1801E4E91F3C}" dt="2021-11-05T23:58:07.248" v="3189" actId="20577"/>
          <ac:spMkLst>
            <pc:docMk/>
            <pc:sldMk cId="925996779" sldId="343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5:54:36.198" v="8095" actId="20577"/>
          <ac:spMkLst>
            <pc:docMk/>
            <pc:sldMk cId="925996779" sldId="343"/>
            <ac:spMk id="3" creationId="{39FE00A2-4946-4671-9555-2E91BC0BE1D0}"/>
          </ac:spMkLst>
        </pc:spChg>
        <pc:spChg chg="add mod">
          <ac:chgData name="Stefan Novaković" userId="48d5634ac72bd80c" providerId="LiveId" clId="{C2465ABF-1937-41E7-BFD2-1801E4E91F3C}" dt="2021-11-06T15:59:39.312" v="8355" actId="20577"/>
          <ac:spMkLst>
            <pc:docMk/>
            <pc:sldMk cId="925996779" sldId="343"/>
            <ac:spMk id="4" creationId="{0F290C8F-E4BD-4FD0-8D6B-8188BD993274}"/>
          </ac:spMkLst>
        </pc:spChg>
        <pc:spChg chg="add del mod">
          <ac:chgData name="Stefan Novaković" userId="48d5634ac72bd80c" providerId="LiveId" clId="{C2465ABF-1937-41E7-BFD2-1801E4E91F3C}" dt="2021-11-06T15:54:40.594" v="8099" actId="478"/>
          <ac:spMkLst>
            <pc:docMk/>
            <pc:sldMk cId="925996779" sldId="343"/>
            <ac:spMk id="5" creationId="{B310D706-B3D0-48E1-900E-4506CFDC52A4}"/>
          </ac:spMkLst>
        </pc:spChg>
      </pc:sldChg>
      <pc:sldChg chg="addSp delSp modSp add mod ord modAnim">
        <pc:chgData name="Stefan Novaković" userId="48d5634ac72bd80c" providerId="LiveId" clId="{C2465ABF-1937-41E7-BFD2-1801E4E91F3C}" dt="2021-11-07T02:05:33.794" v="14932" actId="1035"/>
        <pc:sldMkLst>
          <pc:docMk/>
          <pc:sldMk cId="371838651" sldId="344"/>
        </pc:sldMkLst>
        <pc:spChg chg="mod">
          <ac:chgData name="Stefan Novaković" userId="48d5634ac72bd80c" providerId="LiveId" clId="{C2465ABF-1937-41E7-BFD2-1801E4E91F3C}" dt="2021-11-05T23:58:30.242" v="3234" actId="20577"/>
          <ac:spMkLst>
            <pc:docMk/>
            <pc:sldMk cId="371838651" sldId="344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20:01:48.150" v="14804" actId="113"/>
          <ac:spMkLst>
            <pc:docMk/>
            <pc:sldMk cId="371838651" sldId="344"/>
            <ac:spMk id="3" creationId="{39FE00A2-4946-4671-9555-2E91BC0BE1D0}"/>
          </ac:spMkLst>
        </pc:spChg>
        <pc:spChg chg="add mod">
          <ac:chgData name="Stefan Novaković" userId="48d5634ac72bd80c" providerId="LiveId" clId="{C2465ABF-1937-41E7-BFD2-1801E4E91F3C}" dt="2021-11-07T02:05:33.794" v="14932" actId="1035"/>
          <ac:spMkLst>
            <pc:docMk/>
            <pc:sldMk cId="371838651" sldId="344"/>
            <ac:spMk id="4" creationId="{5D36CBC9-5DE2-4FE5-98FF-4CAAEA0DA594}"/>
          </ac:spMkLst>
        </pc:spChg>
        <pc:spChg chg="add del mod">
          <ac:chgData name="Stefan Novaković" userId="48d5634ac72bd80c" providerId="LiveId" clId="{C2465ABF-1937-41E7-BFD2-1801E4E91F3C}" dt="2021-11-06T16:02:22.397" v="8387" actId="478"/>
          <ac:spMkLst>
            <pc:docMk/>
            <pc:sldMk cId="371838651" sldId="344"/>
            <ac:spMk id="5" creationId="{483DE64E-1316-43E0-AF53-635BB5DEF178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644587790" sldId="344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1668169255" sldId="345"/>
        </pc:sldMkLst>
      </pc:sldChg>
      <pc:sldChg chg="modSp add mod ord modAnim">
        <pc:chgData name="Stefan Novaković" userId="48d5634ac72bd80c" providerId="LiveId" clId="{C2465ABF-1937-41E7-BFD2-1801E4E91F3C}" dt="2021-11-06T19:46:22.436" v="14149" actId="20577"/>
        <pc:sldMkLst>
          <pc:docMk/>
          <pc:sldMk cId="4195544160" sldId="345"/>
        </pc:sldMkLst>
        <pc:spChg chg="mod">
          <ac:chgData name="Stefan Novaković" userId="48d5634ac72bd80c" providerId="LiveId" clId="{C2465ABF-1937-41E7-BFD2-1801E4E91F3C}" dt="2021-11-06T08:30:34.495" v="3528" actId="20577"/>
          <ac:spMkLst>
            <pc:docMk/>
            <pc:sldMk cId="4195544160" sldId="345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9:46:22.436" v="14149" actId="20577"/>
          <ac:spMkLst>
            <pc:docMk/>
            <pc:sldMk cId="4195544160" sldId="345"/>
            <ac:spMk id="3" creationId="{39FE00A2-4946-4671-9555-2E91BC0BE1D0}"/>
          </ac:spMkLst>
        </pc:spChg>
      </pc:sldChg>
      <pc:sldChg chg="modSp add del mod">
        <pc:chgData name="Stefan Novaković" userId="48d5634ac72bd80c" providerId="LiveId" clId="{C2465ABF-1937-41E7-BFD2-1801E4E91F3C}" dt="2021-11-06T10:56:47.295" v="6950" actId="2696"/>
        <pc:sldMkLst>
          <pc:docMk/>
          <pc:sldMk cId="2636189291" sldId="346"/>
        </pc:sldMkLst>
        <pc:spChg chg="mod">
          <ac:chgData name="Stefan Novaković" userId="48d5634ac72bd80c" providerId="LiveId" clId="{C2465ABF-1937-41E7-BFD2-1801E4E91F3C}" dt="2021-11-05T23:59:15.986" v="3292" actId="20577"/>
          <ac:spMkLst>
            <pc:docMk/>
            <pc:sldMk cId="2636189291" sldId="346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0:56:34.295" v="6949" actId="20577"/>
          <ac:spMkLst>
            <pc:docMk/>
            <pc:sldMk cId="2636189291" sldId="346"/>
            <ac:spMk id="3" creationId="{39FE00A2-4946-4671-9555-2E91BC0BE1D0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380665248" sldId="346"/>
        </pc:sldMkLst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34860469" sldId="347"/>
        </pc:sldMkLst>
      </pc:sldChg>
      <pc:sldChg chg="addSp delSp modSp add mod modAnim">
        <pc:chgData name="Stefan Novaković" userId="48d5634ac72bd80c" providerId="LiveId" clId="{C2465ABF-1937-41E7-BFD2-1801E4E91F3C}" dt="2021-11-06T19:41:12.578" v="14005"/>
        <pc:sldMkLst>
          <pc:docMk/>
          <pc:sldMk cId="2240059237" sldId="347"/>
        </pc:sldMkLst>
        <pc:spChg chg="mod">
          <ac:chgData name="Stefan Novaković" userId="48d5634ac72bd80c" providerId="LiveId" clId="{C2465ABF-1937-41E7-BFD2-1801E4E91F3C}" dt="2021-11-06T00:01:57.910" v="3368" actId="20577"/>
          <ac:spMkLst>
            <pc:docMk/>
            <pc:sldMk cId="2240059237" sldId="347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9:39:28.496" v="13980" actId="20577"/>
          <ac:spMkLst>
            <pc:docMk/>
            <pc:sldMk cId="2240059237" sldId="347"/>
            <ac:spMk id="3" creationId="{39FE00A2-4946-4671-9555-2E91BC0BE1D0}"/>
          </ac:spMkLst>
        </pc:spChg>
        <pc:spChg chg="add mod">
          <ac:chgData name="Stefan Novaković" userId="48d5634ac72bd80c" providerId="LiveId" clId="{C2465ABF-1937-41E7-BFD2-1801E4E91F3C}" dt="2021-11-06T19:38:32.743" v="13967" actId="20577"/>
          <ac:spMkLst>
            <pc:docMk/>
            <pc:sldMk cId="2240059237" sldId="347"/>
            <ac:spMk id="4" creationId="{38C2D3A4-0CD9-4923-B3A8-E28CB6F41EBE}"/>
          </ac:spMkLst>
        </pc:spChg>
        <pc:spChg chg="add del mod">
          <ac:chgData name="Stefan Novaković" userId="48d5634ac72bd80c" providerId="LiveId" clId="{C2465ABF-1937-41E7-BFD2-1801E4E91F3C}" dt="2021-11-06T19:33:15.473" v="13799" actId="478"/>
          <ac:spMkLst>
            <pc:docMk/>
            <pc:sldMk cId="2240059237" sldId="347"/>
            <ac:spMk id="5" creationId="{E24A1F54-E2CD-49C0-8C4C-3843958FDF46}"/>
          </ac:spMkLst>
        </pc:spChg>
      </pc:sldChg>
      <pc:sldChg chg="del">
        <pc:chgData name="Stefan Novaković" userId="48d5634ac72bd80c" providerId="LiveId" clId="{C2465ABF-1937-41E7-BFD2-1801E4E91F3C}" dt="2021-11-05T20:54:51.881" v="42" actId="47"/>
        <pc:sldMkLst>
          <pc:docMk/>
          <pc:sldMk cId="3871067696" sldId="348"/>
        </pc:sldMkLst>
      </pc:sldChg>
      <pc:sldChg chg="addSp modSp add mod modAnim">
        <pc:chgData name="Stefan Novaković" userId="48d5634ac72bd80c" providerId="LiveId" clId="{C2465ABF-1937-41E7-BFD2-1801E4E91F3C}" dt="2021-11-10T13:14:29.936" v="15428"/>
        <pc:sldMkLst>
          <pc:docMk/>
          <pc:sldMk cId="4124416621" sldId="348"/>
        </pc:sldMkLst>
        <pc:spChg chg="mod">
          <ac:chgData name="Stefan Novaković" userId="48d5634ac72bd80c" providerId="LiveId" clId="{C2465ABF-1937-41E7-BFD2-1801E4E91F3C}" dt="2021-11-06T18:05:35.627" v="12355" actId="113"/>
          <ac:spMkLst>
            <pc:docMk/>
            <pc:sldMk cId="4124416621" sldId="348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10T13:14:22.602" v="15427" actId="113"/>
          <ac:spMkLst>
            <pc:docMk/>
            <pc:sldMk cId="4124416621" sldId="348"/>
            <ac:spMk id="3" creationId="{39FE00A2-4946-4671-9555-2E91BC0BE1D0}"/>
          </ac:spMkLst>
        </pc:spChg>
        <pc:spChg chg="add mod">
          <ac:chgData name="Stefan Novaković" userId="48d5634ac72bd80c" providerId="LiveId" clId="{C2465ABF-1937-41E7-BFD2-1801E4E91F3C}" dt="2021-11-06T18:14:31.127" v="13035" actId="12788"/>
          <ac:spMkLst>
            <pc:docMk/>
            <pc:sldMk cId="4124416621" sldId="348"/>
            <ac:spMk id="4" creationId="{D24CE6BC-A91A-4ADF-B7E7-5132371F9C0B}"/>
          </ac:spMkLst>
        </pc:spChg>
      </pc:sldChg>
      <pc:sldChg chg="modSp add del mod">
        <pc:chgData name="Stefan Novaković" userId="48d5634ac72bd80c" providerId="LiveId" clId="{C2465ABF-1937-41E7-BFD2-1801E4E91F3C}" dt="2021-11-06T16:30:09.188" v="8915" actId="47"/>
        <pc:sldMkLst>
          <pc:docMk/>
          <pc:sldMk cId="2665864584" sldId="349"/>
        </pc:sldMkLst>
        <pc:spChg chg="mod">
          <ac:chgData name="Stefan Novaković" userId="48d5634ac72bd80c" providerId="LiveId" clId="{C2465ABF-1937-41E7-BFD2-1801E4E91F3C}" dt="2021-11-06T10:31:20.260" v="6210" actId="20577"/>
          <ac:spMkLst>
            <pc:docMk/>
            <pc:sldMk cId="2665864584" sldId="349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0:34:55.616" v="6281" actId="20577"/>
          <ac:spMkLst>
            <pc:docMk/>
            <pc:sldMk cId="2665864584" sldId="349"/>
            <ac:spMk id="3" creationId="{39FE00A2-4946-4671-9555-2E91BC0BE1D0}"/>
          </ac:spMkLst>
        </pc:spChg>
      </pc:sldChg>
      <pc:sldChg chg="add del">
        <pc:chgData name="Stefan Novaković" userId="48d5634ac72bd80c" providerId="LiveId" clId="{C2465ABF-1937-41E7-BFD2-1801E4E91F3C}" dt="2021-11-06T12:20:28.611" v="6987" actId="47"/>
        <pc:sldMkLst>
          <pc:docMk/>
          <pc:sldMk cId="2948715857" sldId="350"/>
        </pc:sldMkLst>
      </pc:sldChg>
      <pc:sldChg chg="modSp new mod modAnim">
        <pc:chgData name="Stefan Novaković" userId="48d5634ac72bd80c" providerId="LiveId" clId="{C2465ABF-1937-41E7-BFD2-1801E4E91F3C}" dt="2021-11-07T01:15:34.787" v="14832" actId="20577"/>
        <pc:sldMkLst>
          <pc:docMk/>
          <pc:sldMk cId="3535264025" sldId="350"/>
        </pc:sldMkLst>
        <pc:spChg chg="mod">
          <ac:chgData name="Stefan Novaković" userId="48d5634ac72bd80c" providerId="LiveId" clId="{C2465ABF-1937-41E7-BFD2-1801E4E91F3C}" dt="2021-11-06T17:51:37.957" v="12084" actId="20577"/>
          <ac:spMkLst>
            <pc:docMk/>
            <pc:sldMk cId="3535264025" sldId="350"/>
            <ac:spMk id="2" creationId="{54C7C732-87C5-4D13-ACA6-B7D17CA3BB0C}"/>
          </ac:spMkLst>
        </pc:spChg>
        <pc:spChg chg="mod">
          <ac:chgData name="Stefan Novaković" userId="48d5634ac72bd80c" providerId="LiveId" clId="{C2465ABF-1937-41E7-BFD2-1801E4E91F3C}" dt="2021-11-07T01:15:34.787" v="14832" actId="20577"/>
          <ac:spMkLst>
            <pc:docMk/>
            <pc:sldMk cId="3535264025" sldId="350"/>
            <ac:spMk id="3" creationId="{24105987-7C7F-4ACA-98CB-FEB9400EDBD2}"/>
          </ac:spMkLst>
        </pc:spChg>
      </pc:sldChg>
      <pc:sldChg chg="addSp delSp modSp add mod">
        <pc:chgData name="Stefan Novaković" userId="48d5634ac72bd80c" providerId="LiveId" clId="{C2465ABF-1937-41E7-BFD2-1801E4E91F3C}" dt="2021-11-06T16:02:12.187" v="8383"/>
        <pc:sldMkLst>
          <pc:docMk/>
          <pc:sldMk cId="3308190341" sldId="351"/>
        </pc:sldMkLst>
        <pc:spChg chg="mod">
          <ac:chgData name="Stefan Novaković" userId="48d5634ac72bd80c" providerId="LiveId" clId="{C2465ABF-1937-41E7-BFD2-1801E4E91F3C}" dt="2021-11-06T15:58:05.974" v="8290" actId="20577"/>
          <ac:spMkLst>
            <pc:docMk/>
            <pc:sldMk cId="3308190341" sldId="351"/>
            <ac:spMk id="3" creationId="{39FE00A2-4946-4671-9555-2E91BC0BE1D0}"/>
          </ac:spMkLst>
        </pc:spChg>
        <pc:spChg chg="mod">
          <ac:chgData name="Stefan Novaković" userId="48d5634ac72bd80c" providerId="LiveId" clId="{C2465ABF-1937-41E7-BFD2-1801E4E91F3C}" dt="2021-11-06T15:59:27.180" v="8319" actId="113"/>
          <ac:spMkLst>
            <pc:docMk/>
            <pc:sldMk cId="3308190341" sldId="351"/>
            <ac:spMk id="4" creationId="{0F290C8F-E4BD-4FD0-8D6B-8188BD993274}"/>
          </ac:spMkLst>
        </pc:spChg>
        <pc:spChg chg="add del mod">
          <ac:chgData name="Stefan Novaković" userId="48d5634ac72bd80c" providerId="LiveId" clId="{C2465ABF-1937-41E7-BFD2-1801E4E91F3C}" dt="2021-11-06T16:02:12.187" v="8383"/>
          <ac:spMkLst>
            <pc:docMk/>
            <pc:sldMk cId="3308190341" sldId="351"/>
            <ac:spMk id="5" creationId="{A554A1AD-2088-434C-A9CD-516F6CA35AA1}"/>
          </ac:spMkLst>
        </pc:spChg>
      </pc:sldChg>
      <pc:sldChg chg="add del ord">
        <pc:chgData name="Stefan Novaković" userId="48d5634ac72bd80c" providerId="LiveId" clId="{C2465ABF-1937-41E7-BFD2-1801E4E91F3C}" dt="2021-11-06T16:02:10.051" v="8381" actId="47"/>
        <pc:sldMkLst>
          <pc:docMk/>
          <pc:sldMk cId="1292352460" sldId="352"/>
        </pc:sldMkLst>
      </pc:sldChg>
      <pc:sldChg chg="addSp delSp modSp add mod delAnim modAnim">
        <pc:chgData name="Stefan Novaković" userId="48d5634ac72bd80c" providerId="LiveId" clId="{C2465ABF-1937-41E7-BFD2-1801E4E91F3C}" dt="2021-11-06T19:46:51.706" v="14159" actId="6549"/>
        <pc:sldMkLst>
          <pc:docMk/>
          <pc:sldMk cId="2867162777" sldId="352"/>
        </pc:sldMkLst>
        <pc:spChg chg="mod">
          <ac:chgData name="Stefan Novaković" userId="48d5634ac72bd80c" providerId="LiveId" clId="{C2465ABF-1937-41E7-BFD2-1801E4E91F3C}" dt="2021-11-06T16:36:55.824" v="9326" actId="113"/>
          <ac:spMkLst>
            <pc:docMk/>
            <pc:sldMk cId="2867162777" sldId="352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06T19:46:51.706" v="14159" actId="6549"/>
          <ac:spMkLst>
            <pc:docMk/>
            <pc:sldMk cId="2867162777" sldId="352"/>
            <ac:spMk id="3" creationId="{39FE00A2-4946-4671-9555-2E91BC0BE1D0}"/>
          </ac:spMkLst>
        </pc:spChg>
        <pc:spChg chg="add mod">
          <ac:chgData name="Stefan Novaković" userId="48d5634ac72bd80c" providerId="LiveId" clId="{C2465ABF-1937-41E7-BFD2-1801E4E91F3C}" dt="2021-11-06T16:48:38.050" v="10167" actId="1076"/>
          <ac:spMkLst>
            <pc:docMk/>
            <pc:sldMk cId="2867162777" sldId="352"/>
            <ac:spMk id="4" creationId="{D28A22D4-8718-4349-908C-5A83B70A8E6D}"/>
          </ac:spMkLst>
        </pc:spChg>
        <pc:spChg chg="add del mod">
          <ac:chgData name="Stefan Novaković" userId="48d5634ac72bd80c" providerId="LiveId" clId="{C2465ABF-1937-41E7-BFD2-1801E4E91F3C}" dt="2021-11-06T16:42:14.413" v="9492" actId="767"/>
          <ac:spMkLst>
            <pc:docMk/>
            <pc:sldMk cId="2867162777" sldId="352"/>
            <ac:spMk id="5" creationId="{C70A00A9-0E6F-4488-AA08-C085B9A99C3F}"/>
          </ac:spMkLst>
        </pc:spChg>
        <pc:spChg chg="add del mod">
          <ac:chgData name="Stefan Novaković" userId="48d5634ac72bd80c" providerId="LiveId" clId="{C2465ABF-1937-41E7-BFD2-1801E4E91F3C}" dt="2021-11-06T18:00:52.871" v="12134" actId="478"/>
          <ac:spMkLst>
            <pc:docMk/>
            <pc:sldMk cId="2867162777" sldId="352"/>
            <ac:spMk id="6" creationId="{1A90E32A-65F7-4994-A13B-1F59903C149C}"/>
          </ac:spMkLst>
        </pc:spChg>
        <pc:spChg chg="add del mod">
          <ac:chgData name="Stefan Novaković" userId="48d5634ac72bd80c" providerId="LiveId" clId="{C2465ABF-1937-41E7-BFD2-1801E4E91F3C}" dt="2021-11-06T17:58:25.042" v="12089" actId="767"/>
          <ac:spMkLst>
            <pc:docMk/>
            <pc:sldMk cId="2867162777" sldId="352"/>
            <ac:spMk id="7" creationId="{F4363854-69F8-4F43-929E-86297033345D}"/>
          </ac:spMkLst>
        </pc:spChg>
        <pc:spChg chg="add mod">
          <ac:chgData name="Stefan Novaković" userId="48d5634ac72bd80c" providerId="LiveId" clId="{C2465ABF-1937-41E7-BFD2-1801E4E91F3C}" dt="2021-11-06T17:59:14.540" v="12122" actId="1076"/>
          <ac:spMkLst>
            <pc:docMk/>
            <pc:sldMk cId="2867162777" sldId="352"/>
            <ac:spMk id="8" creationId="{9D336F48-BA41-4859-9C76-8D70F511AF71}"/>
          </ac:spMkLst>
        </pc:spChg>
      </pc:sldChg>
      <pc:sldChg chg="addSp delSp modSp add mod delAnim modAnim">
        <pc:chgData name="Stefan Novaković" userId="48d5634ac72bd80c" providerId="LiveId" clId="{C2465ABF-1937-41E7-BFD2-1801E4E91F3C}" dt="2021-11-15T19:34:52.318" v="16431" actId="20577"/>
        <pc:sldMkLst>
          <pc:docMk/>
          <pc:sldMk cId="2794796049" sldId="353"/>
        </pc:sldMkLst>
        <pc:spChg chg="mod">
          <ac:chgData name="Stefan Novaković" userId="48d5634ac72bd80c" providerId="LiveId" clId="{C2465ABF-1937-41E7-BFD2-1801E4E91F3C}" dt="2021-11-06T18:06:46.553" v="12447" actId="20577"/>
          <ac:spMkLst>
            <pc:docMk/>
            <pc:sldMk cId="2794796049" sldId="353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15T19:34:52.318" v="16431" actId="20577"/>
          <ac:spMkLst>
            <pc:docMk/>
            <pc:sldMk cId="2794796049" sldId="353"/>
            <ac:spMk id="3" creationId="{39FE00A2-4946-4671-9555-2E91BC0BE1D0}"/>
          </ac:spMkLst>
        </pc:spChg>
        <pc:spChg chg="del">
          <ac:chgData name="Stefan Novaković" userId="48d5634ac72bd80c" providerId="LiveId" clId="{C2465ABF-1937-41E7-BFD2-1801E4E91F3C}" dt="2021-11-06T18:15:15.364" v="13044" actId="478"/>
          <ac:spMkLst>
            <pc:docMk/>
            <pc:sldMk cId="2794796049" sldId="353"/>
            <ac:spMk id="4" creationId="{D24CE6BC-A91A-4ADF-B7E7-5132371F9C0B}"/>
          </ac:spMkLst>
        </pc:spChg>
        <pc:spChg chg="add del mod">
          <ac:chgData name="Stefan Novaković" userId="48d5634ac72bd80c" providerId="LiveId" clId="{C2465ABF-1937-41E7-BFD2-1801E4E91F3C}" dt="2021-11-06T18:14:12.656" v="13011" actId="22"/>
          <ac:spMkLst>
            <pc:docMk/>
            <pc:sldMk cId="2794796049" sldId="353"/>
            <ac:spMk id="6" creationId="{D13F3173-15AF-43E3-B33A-4E8D0F6C3CB0}"/>
          </ac:spMkLst>
        </pc:spChg>
        <pc:spChg chg="add del mod">
          <ac:chgData name="Stefan Novaković" userId="48d5634ac72bd80c" providerId="LiveId" clId="{C2465ABF-1937-41E7-BFD2-1801E4E91F3C}" dt="2021-11-06T18:22:12.304" v="13125" actId="478"/>
          <ac:spMkLst>
            <pc:docMk/>
            <pc:sldMk cId="2794796049" sldId="353"/>
            <ac:spMk id="7" creationId="{5865106F-DA81-4CF4-9BFB-38814E4223E0}"/>
          </ac:spMkLst>
        </pc:spChg>
        <pc:spChg chg="add mod">
          <ac:chgData name="Stefan Novaković" userId="48d5634ac72bd80c" providerId="LiveId" clId="{C2465ABF-1937-41E7-BFD2-1801E4E91F3C}" dt="2021-11-06T18:23:14.144" v="13151" actId="1035"/>
          <ac:spMkLst>
            <pc:docMk/>
            <pc:sldMk cId="2794796049" sldId="353"/>
            <ac:spMk id="8" creationId="{554503A6-098B-4A0F-89A9-E6E4F84BA41F}"/>
          </ac:spMkLst>
        </pc:spChg>
        <pc:spChg chg="add del mod">
          <ac:chgData name="Stefan Novaković" userId="48d5634ac72bd80c" providerId="LiveId" clId="{C2465ABF-1937-41E7-BFD2-1801E4E91F3C}" dt="2021-11-06T18:21:43.042" v="13057" actId="767"/>
          <ac:spMkLst>
            <pc:docMk/>
            <pc:sldMk cId="2794796049" sldId="353"/>
            <ac:spMk id="9" creationId="{872761A2-4B39-4FCC-8078-9161FDDE3101}"/>
          </ac:spMkLst>
        </pc:spChg>
      </pc:sldChg>
      <pc:sldChg chg="add del">
        <pc:chgData name="Stefan Novaković" userId="48d5634ac72bd80c" providerId="LiveId" clId="{C2465ABF-1937-41E7-BFD2-1801E4E91F3C}" dt="2021-11-06T17:52:22.697" v="12085" actId="2696"/>
        <pc:sldMkLst>
          <pc:docMk/>
          <pc:sldMk cId="3019865714" sldId="353"/>
        </pc:sldMkLst>
      </pc:sldChg>
      <pc:sldChg chg="modSp new del mod">
        <pc:chgData name="Stefan Novaković" userId="48d5634ac72bd80c" providerId="LiveId" clId="{C2465ABF-1937-41E7-BFD2-1801E4E91F3C}" dt="2021-11-06T18:15:07.075" v="13041" actId="47"/>
        <pc:sldMkLst>
          <pc:docMk/>
          <pc:sldMk cId="318921246" sldId="354"/>
        </pc:sldMkLst>
        <pc:spChg chg="mod">
          <ac:chgData name="Stefan Novaković" userId="48d5634ac72bd80c" providerId="LiveId" clId="{C2465ABF-1937-41E7-BFD2-1801E4E91F3C}" dt="2021-11-06T18:13:56.473" v="12997" actId="20577"/>
          <ac:spMkLst>
            <pc:docMk/>
            <pc:sldMk cId="318921246" sldId="354"/>
            <ac:spMk id="2" creationId="{1C987921-F240-4E8A-9EF6-0600CF4BE35E}"/>
          </ac:spMkLst>
        </pc:spChg>
        <pc:spChg chg="mod">
          <ac:chgData name="Stefan Novaković" userId="48d5634ac72bd80c" providerId="LiveId" clId="{C2465ABF-1937-41E7-BFD2-1801E4E91F3C}" dt="2021-11-06T18:14:05.293" v="13007" actId="20577"/>
          <ac:spMkLst>
            <pc:docMk/>
            <pc:sldMk cId="318921246" sldId="354"/>
            <ac:spMk id="3" creationId="{05F2CC67-B303-46A6-BA7C-2DC2C1CDA396}"/>
          </ac:spMkLst>
        </pc:spChg>
      </pc:sldChg>
      <pc:sldChg chg="addSp modSp add mod ord modAnim">
        <pc:chgData name="Stefan Novaković" userId="48d5634ac72bd80c" providerId="LiveId" clId="{C2465ABF-1937-41E7-BFD2-1801E4E91F3C}" dt="2021-11-15T19:08:51.851" v="15433" actId="20577"/>
        <pc:sldMkLst>
          <pc:docMk/>
          <pc:sldMk cId="3458777407" sldId="355"/>
        </pc:sldMkLst>
        <pc:spChg chg="mod">
          <ac:chgData name="Stefan Novaković" userId="48d5634ac72bd80c" providerId="LiveId" clId="{C2465ABF-1937-41E7-BFD2-1801E4E91F3C}" dt="2021-11-06T18:14:19.030" v="13030" actId="20577"/>
          <ac:spMkLst>
            <pc:docMk/>
            <pc:sldMk cId="3458777407" sldId="355"/>
            <ac:spMk id="2" creationId="{1C987921-F240-4E8A-9EF6-0600CF4BE35E}"/>
          </ac:spMkLst>
        </pc:spChg>
        <pc:spChg chg="mod">
          <ac:chgData name="Stefan Novaković" userId="48d5634ac72bd80c" providerId="LiveId" clId="{C2465ABF-1937-41E7-BFD2-1801E4E91F3C}" dt="2021-11-15T19:08:51.851" v="15433" actId="20577"/>
          <ac:spMkLst>
            <pc:docMk/>
            <pc:sldMk cId="3458777407" sldId="355"/>
            <ac:spMk id="3" creationId="{05F2CC67-B303-46A6-BA7C-2DC2C1CDA396}"/>
          </ac:spMkLst>
        </pc:spChg>
        <pc:spChg chg="add mod">
          <ac:chgData name="Stefan Novaković" userId="48d5634ac72bd80c" providerId="LiveId" clId="{C2465ABF-1937-41E7-BFD2-1801E4E91F3C}" dt="2021-11-06T19:50:46.226" v="14613" actId="1036"/>
          <ac:spMkLst>
            <pc:docMk/>
            <pc:sldMk cId="3458777407" sldId="355"/>
            <ac:spMk id="4" creationId="{CBD68923-C370-4D17-8CDC-F1E34140A9D0}"/>
          </ac:spMkLst>
        </pc:spChg>
      </pc:sldChg>
      <pc:sldChg chg="add del">
        <pc:chgData name="Stefan Novaković" userId="48d5634ac72bd80c" providerId="LiveId" clId="{C2465ABF-1937-41E7-BFD2-1801E4E91F3C}" dt="2021-11-06T18:14:30.984" v="13034"/>
        <pc:sldMkLst>
          <pc:docMk/>
          <pc:sldMk cId="1144092943" sldId="356"/>
        </pc:sldMkLst>
      </pc:sldChg>
      <pc:sldChg chg="addSp delSp modSp add mod delAnim modAnim">
        <pc:chgData name="Stefan Novaković" userId="48d5634ac72bd80c" providerId="LiveId" clId="{C2465ABF-1937-41E7-BFD2-1801E4E91F3C}" dt="2021-11-06T19:25:24.503" v="13792" actId="20577"/>
        <pc:sldMkLst>
          <pc:docMk/>
          <pc:sldMk cId="3721427630" sldId="356"/>
        </pc:sldMkLst>
        <pc:spChg chg="mod">
          <ac:chgData name="Stefan Novaković" userId="48d5634ac72bd80c" providerId="LiveId" clId="{C2465ABF-1937-41E7-BFD2-1801E4E91F3C}" dt="2021-11-06T18:46:01.249" v="13263" actId="20577"/>
          <ac:spMkLst>
            <pc:docMk/>
            <pc:sldMk cId="3721427630" sldId="356"/>
            <ac:spMk id="2" creationId="{7901C455-7E75-4DB5-A6E7-648DD0BD8C41}"/>
          </ac:spMkLst>
        </pc:spChg>
        <pc:spChg chg="del mod">
          <ac:chgData name="Stefan Novaković" userId="48d5634ac72bd80c" providerId="LiveId" clId="{C2465ABF-1937-41E7-BFD2-1801E4E91F3C}" dt="2021-11-06T18:24:27.912" v="13176" actId="478"/>
          <ac:spMkLst>
            <pc:docMk/>
            <pc:sldMk cId="3721427630" sldId="356"/>
            <ac:spMk id="3" creationId="{39FE00A2-4946-4671-9555-2E91BC0BE1D0}"/>
          </ac:spMkLst>
        </pc:spChg>
        <pc:spChg chg="add mod">
          <ac:chgData name="Stefan Novaković" userId="48d5634ac72bd80c" providerId="LiveId" clId="{C2465ABF-1937-41E7-BFD2-1801E4E91F3C}" dt="2021-11-06T19:19:38.370" v="13606" actId="1038"/>
          <ac:spMkLst>
            <pc:docMk/>
            <pc:sldMk cId="3721427630" sldId="356"/>
            <ac:spMk id="4" creationId="{0CB637D8-B74E-4275-B08E-711E9072CEAA}"/>
          </ac:spMkLst>
        </pc:spChg>
        <pc:spChg chg="add del mod">
          <ac:chgData name="Stefan Novaković" userId="48d5634ac72bd80c" providerId="LiveId" clId="{C2465ABF-1937-41E7-BFD2-1801E4E91F3C}" dt="2021-11-06T19:13:04.005" v="13267" actId="767"/>
          <ac:spMkLst>
            <pc:docMk/>
            <pc:sldMk cId="3721427630" sldId="356"/>
            <ac:spMk id="5" creationId="{F955550B-926C-425F-A48D-2E4D060A9A67}"/>
          </ac:spMkLst>
        </pc:spChg>
        <pc:spChg chg="add mod">
          <ac:chgData name="Stefan Novaković" userId="48d5634ac72bd80c" providerId="LiveId" clId="{C2465ABF-1937-41E7-BFD2-1801E4E91F3C}" dt="2021-11-06T19:25:24.503" v="13792" actId="20577"/>
          <ac:spMkLst>
            <pc:docMk/>
            <pc:sldMk cId="3721427630" sldId="356"/>
            <ac:spMk id="6" creationId="{FA0AA145-0AB8-450A-8E08-67BE659CB797}"/>
          </ac:spMkLst>
        </pc:spChg>
        <pc:spChg chg="del">
          <ac:chgData name="Stefan Novaković" userId="48d5634ac72bd80c" providerId="LiveId" clId="{C2465ABF-1937-41E7-BFD2-1801E4E91F3C}" dt="2021-11-06T18:24:26.202" v="13175" actId="478"/>
          <ac:spMkLst>
            <pc:docMk/>
            <pc:sldMk cId="3721427630" sldId="356"/>
            <ac:spMk id="7" creationId="{5865106F-DA81-4CF4-9BFB-38814E4223E0}"/>
          </ac:spMkLst>
        </pc:spChg>
        <pc:spChg chg="add del mod">
          <ac:chgData name="Stefan Novaković" userId="48d5634ac72bd80c" providerId="LiveId" clId="{C2465ABF-1937-41E7-BFD2-1801E4E91F3C}" dt="2021-11-06T19:15:24.138" v="13371" actId="767"/>
          <ac:spMkLst>
            <pc:docMk/>
            <pc:sldMk cId="3721427630" sldId="356"/>
            <ac:spMk id="8" creationId="{127595EE-7BF7-4E5B-8705-C14A5045723F}"/>
          </ac:spMkLst>
        </pc:spChg>
        <pc:spChg chg="add mod">
          <ac:chgData name="Stefan Novaković" userId="48d5634ac72bd80c" providerId="LiveId" clId="{C2465ABF-1937-41E7-BFD2-1801E4E91F3C}" dt="2021-11-06T19:23:52" v="13724" actId="1037"/>
          <ac:spMkLst>
            <pc:docMk/>
            <pc:sldMk cId="3721427630" sldId="356"/>
            <ac:spMk id="9" creationId="{197C6BD1-1011-4AAB-B8E4-B42995132C39}"/>
          </ac:spMkLst>
        </pc:spChg>
        <pc:spChg chg="add mod">
          <ac:chgData name="Stefan Novaković" userId="48d5634ac72bd80c" providerId="LiveId" clId="{C2465ABF-1937-41E7-BFD2-1801E4E91F3C}" dt="2021-11-06T19:24:24.009" v="13747" actId="1038"/>
          <ac:spMkLst>
            <pc:docMk/>
            <pc:sldMk cId="3721427630" sldId="356"/>
            <ac:spMk id="10" creationId="{8367168F-C995-46A6-AB86-DA06D6F7A688}"/>
          </ac:spMkLst>
        </pc:spChg>
        <pc:spChg chg="add mod">
          <ac:chgData name="Stefan Novaković" userId="48d5634ac72bd80c" providerId="LiveId" clId="{C2465ABF-1937-41E7-BFD2-1801E4E91F3C}" dt="2021-11-06T19:24:55.386" v="13758" actId="1036"/>
          <ac:spMkLst>
            <pc:docMk/>
            <pc:sldMk cId="3721427630" sldId="356"/>
            <ac:spMk id="11" creationId="{D327FAD1-DC78-4037-B91C-310DC6365B77}"/>
          </ac:spMkLst>
        </pc:spChg>
        <pc:spChg chg="add mod">
          <ac:chgData name="Stefan Novaković" userId="48d5634ac72bd80c" providerId="LiveId" clId="{C2465ABF-1937-41E7-BFD2-1801E4E91F3C}" dt="2021-11-06T19:25:20.942" v="13791" actId="1038"/>
          <ac:spMkLst>
            <pc:docMk/>
            <pc:sldMk cId="3721427630" sldId="356"/>
            <ac:spMk id="12" creationId="{B4876139-1E7D-44FD-A61A-5EDB18C80305}"/>
          </ac:spMkLst>
        </pc:spChg>
      </pc:sldChg>
      <pc:sldChg chg="addSp delSp modSp add mod modAnim">
        <pc:chgData name="Stefan Novaković" userId="48d5634ac72bd80c" providerId="LiveId" clId="{C2465ABF-1937-41E7-BFD2-1801E4E91F3C}" dt="2021-11-06T19:43:03.057" v="14034" actId="1076"/>
        <pc:sldMkLst>
          <pc:docMk/>
          <pc:sldMk cId="1334626585" sldId="357"/>
        </pc:sldMkLst>
        <pc:spChg chg="mod">
          <ac:chgData name="Stefan Novaković" userId="48d5634ac72bd80c" providerId="LiveId" clId="{C2465ABF-1937-41E7-BFD2-1801E4E91F3C}" dt="2021-11-06T19:39:47.666" v="13992" actId="113"/>
          <ac:spMkLst>
            <pc:docMk/>
            <pc:sldMk cId="1334626585" sldId="357"/>
            <ac:spMk id="4" creationId="{38C2D3A4-0CD9-4923-B3A8-E28CB6F41EBE}"/>
          </ac:spMkLst>
        </pc:spChg>
        <pc:spChg chg="add mod">
          <ac:chgData name="Stefan Novaković" userId="48d5634ac72bd80c" providerId="LiveId" clId="{C2465ABF-1937-41E7-BFD2-1801E4E91F3C}" dt="2021-11-06T19:43:03.057" v="14034" actId="1076"/>
          <ac:spMkLst>
            <pc:docMk/>
            <pc:sldMk cId="1334626585" sldId="357"/>
            <ac:spMk id="5" creationId="{4BBD1654-9E39-43AB-8C97-80DD033E711A}"/>
          </ac:spMkLst>
        </pc:spChg>
        <pc:spChg chg="add del mod">
          <ac:chgData name="Stefan Novaković" userId="48d5634ac72bd80c" providerId="LiveId" clId="{C2465ABF-1937-41E7-BFD2-1801E4E91F3C}" dt="2021-11-06T19:42:33.916" v="14012" actId="767"/>
          <ac:spMkLst>
            <pc:docMk/>
            <pc:sldMk cId="1334626585" sldId="357"/>
            <ac:spMk id="6" creationId="{C020006E-00FB-4A14-BECC-3ADB012BC002}"/>
          </ac:spMkLst>
        </pc:spChg>
      </pc:sldChg>
      <pc:sldChg chg="modSp add del modAnim">
        <pc:chgData name="Stefan Novaković" userId="48d5634ac72bd80c" providerId="LiveId" clId="{C2465ABF-1937-41E7-BFD2-1801E4E91F3C}" dt="2021-11-06T19:39:08.770" v="13976" actId="47"/>
        <pc:sldMkLst>
          <pc:docMk/>
          <pc:sldMk cId="4094224064" sldId="357"/>
        </pc:sldMkLst>
        <pc:spChg chg="mod">
          <ac:chgData name="Stefan Novaković" userId="48d5634ac72bd80c" providerId="LiveId" clId="{C2465ABF-1937-41E7-BFD2-1801E4E91F3C}" dt="2021-11-06T19:37:39.356" v="13952" actId="113"/>
          <ac:spMkLst>
            <pc:docMk/>
            <pc:sldMk cId="4094224064" sldId="357"/>
            <ac:spMk id="4" creationId="{38C2D3A4-0CD9-4923-B3A8-E28CB6F41EBE}"/>
          </ac:spMkLst>
        </pc:spChg>
      </pc:sldChg>
      <pc:sldChg chg="add del">
        <pc:chgData name="Stefan Novaković" userId="48d5634ac72bd80c" providerId="LiveId" clId="{C2465ABF-1937-41E7-BFD2-1801E4E91F3C}" dt="2021-11-06T19:39:08.770" v="13976" actId="47"/>
        <pc:sldMkLst>
          <pc:docMk/>
          <pc:sldMk cId="1068033857" sldId="358"/>
        </pc:sldMkLst>
      </pc:sldChg>
      <pc:sldChg chg="addSp delSp modSp add mod delAnim modAnim">
        <pc:chgData name="Stefan Novaković" userId="48d5634ac72bd80c" providerId="LiveId" clId="{C2465ABF-1937-41E7-BFD2-1801E4E91F3C}" dt="2021-11-10T13:13:11.457" v="15425"/>
        <pc:sldMkLst>
          <pc:docMk/>
          <pc:sldMk cId="1189155910" sldId="358"/>
        </pc:sldMkLst>
        <pc:spChg chg="mod">
          <ac:chgData name="Stefan Novaković" userId="48d5634ac72bd80c" providerId="LiveId" clId="{C2465ABF-1937-41E7-BFD2-1801E4E91F3C}" dt="2021-11-10T11:44:38.879" v="15309" actId="20577"/>
          <ac:spMkLst>
            <pc:docMk/>
            <pc:sldMk cId="1189155910" sldId="358"/>
            <ac:spMk id="2" creationId="{7901C455-7E75-4DB5-A6E7-648DD0BD8C41}"/>
          </ac:spMkLst>
        </pc:spChg>
        <pc:spChg chg="add mod">
          <ac:chgData name="Stefan Novaković" userId="48d5634ac72bd80c" providerId="LiveId" clId="{C2465ABF-1937-41E7-BFD2-1801E4E91F3C}" dt="2021-11-10T13:04:00.618" v="15398" actId="1076"/>
          <ac:spMkLst>
            <pc:docMk/>
            <pc:sldMk cId="1189155910" sldId="358"/>
            <ac:spMk id="3" creationId="{32C2FBE1-B843-4EDA-B366-864F32CD4BA2}"/>
          </ac:spMkLst>
        </pc:spChg>
        <pc:spChg chg="mod">
          <ac:chgData name="Stefan Novaković" userId="48d5634ac72bd80c" providerId="LiveId" clId="{C2465ABF-1937-41E7-BFD2-1801E4E91F3C}" dt="2021-11-10T13:12:28.846" v="15417" actId="113"/>
          <ac:spMkLst>
            <pc:docMk/>
            <pc:sldMk cId="1189155910" sldId="358"/>
            <ac:spMk id="4" creationId="{0CB637D8-B74E-4275-B08E-711E9072CEAA}"/>
          </ac:spMkLst>
        </pc:spChg>
        <pc:spChg chg="mod">
          <ac:chgData name="Stefan Novaković" userId="48d5634ac72bd80c" providerId="LiveId" clId="{C2465ABF-1937-41E7-BFD2-1801E4E91F3C}" dt="2021-11-10T13:12:29.447" v="15418" actId="113"/>
          <ac:spMkLst>
            <pc:docMk/>
            <pc:sldMk cId="1189155910" sldId="358"/>
            <ac:spMk id="6" creationId="{FA0AA145-0AB8-450A-8E08-67BE659CB797}"/>
          </ac:spMkLst>
        </pc:spChg>
        <pc:spChg chg="del">
          <ac:chgData name="Stefan Novaković" userId="48d5634ac72bd80c" providerId="LiveId" clId="{C2465ABF-1937-41E7-BFD2-1801E4E91F3C}" dt="2021-11-10T13:00:08.558" v="15323" actId="478"/>
          <ac:spMkLst>
            <pc:docMk/>
            <pc:sldMk cId="1189155910" sldId="358"/>
            <ac:spMk id="9" creationId="{197C6BD1-1011-4AAB-B8E4-B42995132C39}"/>
          </ac:spMkLst>
        </pc:spChg>
        <pc:spChg chg="del">
          <ac:chgData name="Stefan Novaković" userId="48d5634ac72bd80c" providerId="LiveId" clId="{C2465ABF-1937-41E7-BFD2-1801E4E91F3C}" dt="2021-11-10T13:00:07.622" v="15322" actId="478"/>
          <ac:spMkLst>
            <pc:docMk/>
            <pc:sldMk cId="1189155910" sldId="358"/>
            <ac:spMk id="10" creationId="{8367168F-C995-46A6-AB86-DA06D6F7A688}"/>
          </ac:spMkLst>
        </pc:spChg>
        <pc:spChg chg="del">
          <ac:chgData name="Stefan Novaković" userId="48d5634ac72bd80c" providerId="LiveId" clId="{C2465ABF-1937-41E7-BFD2-1801E4E91F3C}" dt="2021-11-10T13:00:05.193" v="15320" actId="478"/>
          <ac:spMkLst>
            <pc:docMk/>
            <pc:sldMk cId="1189155910" sldId="358"/>
            <ac:spMk id="11" creationId="{D327FAD1-DC78-4037-B91C-310DC6365B77}"/>
          </ac:spMkLst>
        </pc:spChg>
        <pc:spChg chg="del">
          <ac:chgData name="Stefan Novaković" userId="48d5634ac72bd80c" providerId="LiveId" clId="{C2465ABF-1937-41E7-BFD2-1801E4E91F3C}" dt="2021-11-10T13:00:06.576" v="15321" actId="478"/>
          <ac:spMkLst>
            <pc:docMk/>
            <pc:sldMk cId="1189155910" sldId="358"/>
            <ac:spMk id="12" creationId="{B4876139-1E7D-44FD-A61A-5EDB18C80305}"/>
          </ac:spMkLst>
        </pc:spChg>
      </pc:sldChg>
      <pc:sldChg chg="add">
        <pc:chgData name="Stefan Novaković" userId="48d5634ac72bd80c" providerId="LiveId" clId="{C2465ABF-1937-41E7-BFD2-1801E4E91F3C}" dt="2021-11-15T19:09:02.456" v="15434"/>
        <pc:sldMkLst>
          <pc:docMk/>
          <pc:sldMk cId="1030041018" sldId="359"/>
        </pc:sldMkLst>
      </pc:sldChg>
      <pc:sldChg chg="modSp add mod modAnim">
        <pc:chgData name="Stefan Novaković" userId="48d5634ac72bd80c" providerId="LiveId" clId="{C2465ABF-1937-41E7-BFD2-1801E4E91F3C}" dt="2021-11-15T19:29:08.585" v="16411" actId="1036"/>
        <pc:sldMkLst>
          <pc:docMk/>
          <pc:sldMk cId="805334076" sldId="360"/>
        </pc:sldMkLst>
        <pc:spChg chg="mod">
          <ac:chgData name="Stefan Novaković" userId="48d5634ac72bd80c" providerId="LiveId" clId="{C2465ABF-1937-41E7-BFD2-1801E4E91F3C}" dt="2021-11-15T19:13:13.890" v="15457" actId="20577"/>
          <ac:spMkLst>
            <pc:docMk/>
            <pc:sldMk cId="805334076" sldId="360"/>
            <ac:spMk id="2" creationId="{7901C455-7E75-4DB5-A6E7-648DD0BD8C41}"/>
          </ac:spMkLst>
        </pc:spChg>
        <pc:spChg chg="mod">
          <ac:chgData name="Stefan Novaković" userId="48d5634ac72bd80c" providerId="LiveId" clId="{C2465ABF-1937-41E7-BFD2-1801E4E91F3C}" dt="2021-11-15T19:28:11.719" v="16406"/>
          <ac:spMkLst>
            <pc:docMk/>
            <pc:sldMk cId="805334076" sldId="360"/>
            <ac:spMk id="3" creationId="{39FE00A2-4946-4671-9555-2E91BC0BE1D0}"/>
          </ac:spMkLst>
        </pc:spChg>
        <pc:spChg chg="mod">
          <ac:chgData name="Stefan Novaković" userId="48d5634ac72bd80c" providerId="LiveId" clId="{C2465ABF-1937-41E7-BFD2-1801E4E91F3C}" dt="2021-11-15T19:29:08.585" v="16411" actId="1036"/>
          <ac:spMkLst>
            <pc:docMk/>
            <pc:sldMk cId="805334076" sldId="360"/>
            <ac:spMk id="4" creationId="{D24CE6BC-A91A-4ADF-B7E7-5132371F9C0B}"/>
          </ac:spMkLst>
        </pc:spChg>
      </pc:sldChg>
    </pc:docChg>
  </pc:docChgLst>
  <pc:docChgLst>
    <pc:chgData name="Stefan Novaković" userId="48d5634ac72bd80c" providerId="LiveId" clId="{B791F591-494C-43CB-91B1-4411B1734362}"/>
    <pc:docChg chg="undo redo custSel addSld delSld modSld modSection">
      <pc:chgData name="Stefan Novaković" userId="48d5634ac72bd80c" providerId="LiveId" clId="{B791F591-494C-43CB-91B1-4411B1734362}" dt="2022-11-07T19:57:07.231" v="318" actId="123"/>
      <pc:docMkLst>
        <pc:docMk/>
      </pc:docMkLst>
      <pc:sldChg chg="modSp mod modAnim">
        <pc:chgData name="Stefan Novaković" userId="48d5634ac72bd80c" providerId="LiveId" clId="{B791F591-494C-43CB-91B1-4411B1734362}" dt="2022-11-07T19:49:29.777" v="64" actId="20577"/>
        <pc:sldMkLst>
          <pc:docMk/>
          <pc:sldMk cId="290828475" sldId="337"/>
        </pc:sldMkLst>
        <pc:spChg chg="mod">
          <ac:chgData name="Stefan Novaković" userId="48d5634ac72bd80c" providerId="LiveId" clId="{B791F591-494C-43CB-91B1-4411B1734362}" dt="2022-11-07T19:49:29.777" v="64" actId="20577"/>
          <ac:spMkLst>
            <pc:docMk/>
            <pc:sldMk cId="290828475" sldId="337"/>
            <ac:spMk id="3" creationId="{39FE00A2-4946-4671-9555-2E91BC0BE1D0}"/>
          </ac:spMkLst>
        </pc:spChg>
        <pc:spChg chg="mod ord">
          <ac:chgData name="Stefan Novaković" userId="48d5634ac72bd80c" providerId="LiveId" clId="{B791F591-494C-43CB-91B1-4411B1734362}" dt="2022-11-07T19:49:10.179" v="23" actId="166"/>
          <ac:spMkLst>
            <pc:docMk/>
            <pc:sldMk cId="290828475" sldId="337"/>
            <ac:spMk id="4" creationId="{D681F471-C43C-4938-8D6D-733AC41D154B}"/>
          </ac:spMkLst>
        </pc:spChg>
        <pc:spChg chg="mod">
          <ac:chgData name="Stefan Novaković" userId="48d5634ac72bd80c" providerId="LiveId" clId="{B791F591-494C-43CB-91B1-4411B1734362}" dt="2022-11-07T19:49:07.235" v="22" actId="1076"/>
          <ac:spMkLst>
            <pc:docMk/>
            <pc:sldMk cId="290828475" sldId="337"/>
            <ac:spMk id="6" creationId="{23D12F01-A52B-463F-A1B2-2100A8A311BB}"/>
          </ac:spMkLst>
        </pc:spChg>
      </pc:sldChg>
      <pc:sldChg chg="modSp mod modAnim">
        <pc:chgData name="Stefan Novaković" userId="48d5634ac72bd80c" providerId="LiveId" clId="{B791F591-494C-43CB-91B1-4411B1734362}" dt="2022-11-07T19:51:33.462" v="143"/>
        <pc:sldMkLst>
          <pc:docMk/>
          <pc:sldMk cId="507494749" sldId="340"/>
        </pc:sldMkLst>
        <pc:spChg chg="mod">
          <ac:chgData name="Stefan Novaković" userId="48d5634ac72bd80c" providerId="LiveId" clId="{B791F591-494C-43CB-91B1-4411B1734362}" dt="2022-11-07T19:51:33.462" v="143"/>
          <ac:spMkLst>
            <pc:docMk/>
            <pc:sldMk cId="507494749" sldId="340"/>
            <ac:spMk id="3" creationId="{39FE00A2-4946-4671-9555-2E91BC0BE1D0}"/>
          </ac:spMkLst>
        </pc:spChg>
      </pc:sldChg>
      <pc:sldChg chg="modSp mod">
        <pc:chgData name="Stefan Novaković" userId="48d5634ac72bd80c" providerId="LiveId" clId="{B791F591-494C-43CB-91B1-4411B1734362}" dt="2022-11-07T19:55:21.753" v="267" actId="20577"/>
        <pc:sldMkLst>
          <pc:docMk/>
          <pc:sldMk cId="3535264025" sldId="350"/>
        </pc:sldMkLst>
        <pc:spChg chg="mod">
          <ac:chgData name="Stefan Novaković" userId="48d5634ac72bd80c" providerId="LiveId" clId="{B791F591-494C-43CB-91B1-4411B1734362}" dt="2022-11-07T19:55:21.753" v="267" actId="20577"/>
          <ac:spMkLst>
            <pc:docMk/>
            <pc:sldMk cId="3535264025" sldId="350"/>
            <ac:spMk id="2" creationId="{54C7C732-87C5-4D13-ACA6-B7D17CA3BB0C}"/>
          </ac:spMkLst>
        </pc:spChg>
      </pc:sldChg>
      <pc:sldChg chg="modSp">
        <pc:chgData name="Stefan Novaković" userId="48d5634ac72bd80c" providerId="LiveId" clId="{B791F591-494C-43CB-91B1-4411B1734362}" dt="2022-11-07T19:52:21.396" v="147" actId="20577"/>
        <pc:sldMkLst>
          <pc:docMk/>
          <pc:sldMk cId="2867162777" sldId="352"/>
        </pc:sldMkLst>
        <pc:spChg chg="mod">
          <ac:chgData name="Stefan Novaković" userId="48d5634ac72bd80c" providerId="LiveId" clId="{B791F591-494C-43CB-91B1-4411B1734362}" dt="2022-11-07T19:52:21.396" v="147" actId="20577"/>
          <ac:spMkLst>
            <pc:docMk/>
            <pc:sldMk cId="2867162777" sldId="352"/>
            <ac:spMk id="3" creationId="{39FE00A2-4946-4671-9555-2E91BC0BE1D0}"/>
          </ac:spMkLst>
        </pc:spChg>
      </pc:sldChg>
      <pc:sldChg chg="modSp mod">
        <pc:chgData name="Stefan Novaković" userId="48d5634ac72bd80c" providerId="LiveId" clId="{B791F591-494C-43CB-91B1-4411B1734362}" dt="2022-11-07T19:54:49.455" v="259" actId="14100"/>
        <pc:sldMkLst>
          <pc:docMk/>
          <pc:sldMk cId="2794796049" sldId="353"/>
        </pc:sldMkLst>
        <pc:spChg chg="mod">
          <ac:chgData name="Stefan Novaković" userId="48d5634ac72bd80c" providerId="LiveId" clId="{B791F591-494C-43CB-91B1-4411B1734362}" dt="2022-11-07T19:54:49.455" v="259" actId="14100"/>
          <ac:spMkLst>
            <pc:docMk/>
            <pc:sldMk cId="2794796049" sldId="353"/>
            <ac:spMk id="8" creationId="{554503A6-098B-4A0F-89A9-E6E4F84BA41F}"/>
          </ac:spMkLst>
        </pc:spChg>
      </pc:sldChg>
      <pc:sldChg chg="del">
        <pc:chgData name="Stefan Novaković" userId="48d5634ac72bd80c" providerId="LiveId" clId="{B791F591-494C-43CB-91B1-4411B1734362}" dt="2022-11-07T19:53:05.413" v="148" actId="47"/>
        <pc:sldMkLst>
          <pc:docMk/>
          <pc:sldMk cId="1030041018" sldId="359"/>
        </pc:sldMkLst>
      </pc:sldChg>
      <pc:sldChg chg="modSp add mod modAnim">
        <pc:chgData name="Stefan Novaković" userId="48d5634ac72bd80c" providerId="LiveId" clId="{B791F591-494C-43CB-91B1-4411B1734362}" dt="2022-11-07T19:57:07.231" v="318" actId="123"/>
        <pc:sldMkLst>
          <pc:docMk/>
          <pc:sldMk cId="3477023297" sldId="361"/>
        </pc:sldMkLst>
        <pc:spChg chg="mod">
          <ac:chgData name="Stefan Novaković" userId="48d5634ac72bd80c" providerId="LiveId" clId="{B791F591-494C-43CB-91B1-4411B1734362}" dt="2022-11-07T19:55:36.221" v="269" actId="20577"/>
          <ac:spMkLst>
            <pc:docMk/>
            <pc:sldMk cId="3477023297" sldId="361"/>
            <ac:spMk id="2" creationId="{54C7C732-87C5-4D13-ACA6-B7D17CA3BB0C}"/>
          </ac:spMkLst>
        </pc:spChg>
        <pc:spChg chg="mod">
          <ac:chgData name="Stefan Novaković" userId="48d5634ac72bd80c" providerId="LiveId" clId="{B791F591-494C-43CB-91B1-4411B1734362}" dt="2022-11-07T19:57:07.231" v="318" actId="123"/>
          <ac:spMkLst>
            <pc:docMk/>
            <pc:sldMk cId="3477023297" sldId="361"/>
            <ac:spMk id="3" creationId="{24105987-7C7F-4ACA-98CB-FEB9400EDBD2}"/>
          </ac:spMkLst>
        </pc:spChg>
      </pc:sldChg>
    </pc:docChg>
  </pc:docChgLst>
  <pc:docChgLst>
    <pc:chgData name="Stefan Novaković" userId="48d5634ac72bd80c" providerId="LiveId" clId="{20EA4881-92DE-489C-B6EA-5E1C9B688DBA}"/>
    <pc:docChg chg="undo redo custSel addSld delSld modSld sldOrd addSection modSection">
      <pc:chgData name="Stefan Novaković" userId="48d5634ac72bd80c" providerId="LiveId" clId="{20EA4881-92DE-489C-B6EA-5E1C9B688DBA}" dt="2023-11-13T07:33:43.049" v="5898" actId="20577"/>
      <pc:docMkLst>
        <pc:docMk/>
      </pc:docMkLst>
      <pc:sldChg chg="addSp delSp modSp add mod modAnim">
        <pc:chgData name="Stefan Novaković" userId="48d5634ac72bd80c" providerId="LiveId" clId="{20EA4881-92DE-489C-B6EA-5E1C9B688DBA}" dt="2023-11-10T11:32:43.454" v="4582"/>
        <pc:sldMkLst>
          <pc:docMk/>
          <pc:sldMk cId="839664726" sldId="271"/>
        </pc:sldMkLst>
        <pc:spChg chg="mod">
          <ac:chgData name="Stefan Novaković" userId="48d5634ac72bd80c" providerId="LiveId" clId="{20EA4881-92DE-489C-B6EA-5E1C9B688DBA}" dt="2023-11-10T11:32:43.454" v="4582"/>
          <ac:spMkLst>
            <pc:docMk/>
            <pc:sldMk cId="839664726" sldId="271"/>
            <ac:spMk id="3" creationId="{D451D417-08BB-45D1-833A-8FF3714BB64F}"/>
          </ac:spMkLst>
        </pc:spChg>
        <pc:spChg chg="add del mod">
          <ac:chgData name="Stefan Novaković" userId="48d5634ac72bd80c" providerId="LiveId" clId="{20EA4881-92DE-489C-B6EA-5E1C9B688DBA}" dt="2023-11-10T11:30:35.950" v="4524" actId="22"/>
          <ac:spMkLst>
            <pc:docMk/>
            <pc:sldMk cId="839664726" sldId="271"/>
            <ac:spMk id="5" creationId="{28EF7813-3AFC-49FD-B714-4C93E8CCEC50}"/>
          </ac:spMkLst>
        </pc:spChg>
        <pc:spChg chg="mod">
          <ac:chgData name="Stefan Novaković" userId="48d5634ac72bd80c" providerId="LiveId" clId="{20EA4881-92DE-489C-B6EA-5E1C9B688DBA}" dt="2023-11-10T11:31:28.007" v="4540" actId="1076"/>
          <ac:spMkLst>
            <pc:docMk/>
            <pc:sldMk cId="839664726" sldId="271"/>
            <ac:spMk id="7" creationId="{A175713C-2A31-A544-42C1-EB13CFC10CAD}"/>
          </ac:spMkLst>
        </pc:spChg>
        <pc:spChg chg="mod">
          <ac:chgData name="Stefan Novaković" userId="48d5634ac72bd80c" providerId="LiveId" clId="{20EA4881-92DE-489C-B6EA-5E1C9B688DBA}" dt="2023-11-10T11:31:28.007" v="4540" actId="1076"/>
          <ac:spMkLst>
            <pc:docMk/>
            <pc:sldMk cId="839664726" sldId="271"/>
            <ac:spMk id="8" creationId="{A9667AE2-9CF7-8BD3-5339-4B695A36B5F1}"/>
          </ac:spMkLst>
        </pc:spChg>
        <pc:grpChg chg="add mod">
          <ac:chgData name="Stefan Novaković" userId="48d5634ac72bd80c" providerId="LiveId" clId="{20EA4881-92DE-489C-B6EA-5E1C9B688DBA}" dt="2023-11-10T11:30:50.572" v="4533"/>
          <ac:grpSpMkLst>
            <pc:docMk/>
            <pc:sldMk cId="839664726" sldId="271"/>
            <ac:grpSpMk id="6" creationId="{76882FB7-0C2C-F611-09DB-4D2F1BEF2736}"/>
          </ac:grpSpMkLst>
        </pc:grpChg>
      </pc:sldChg>
      <pc:sldChg chg="modSp add del ord">
        <pc:chgData name="Stefan Novaković" userId="48d5634ac72bd80c" providerId="LiveId" clId="{20EA4881-92DE-489C-B6EA-5E1C9B688DBA}" dt="2023-11-13T07:30:20.859" v="5687"/>
        <pc:sldMkLst>
          <pc:docMk/>
          <pc:sldMk cId="1135264199" sldId="286"/>
        </pc:sldMkLst>
        <pc:spChg chg="mod">
          <ac:chgData name="Stefan Novaković" userId="48d5634ac72bd80c" providerId="LiveId" clId="{20EA4881-92DE-489C-B6EA-5E1C9B688DBA}" dt="2023-11-10T11:34:09.100" v="4636" actId="123"/>
          <ac:spMkLst>
            <pc:docMk/>
            <pc:sldMk cId="1135264199" sldId="286"/>
            <ac:spMk id="3" creationId="{D451D417-08BB-45D1-833A-8FF3714BB64F}"/>
          </ac:spMkLst>
        </pc:spChg>
      </pc:sldChg>
      <pc:sldChg chg="modSp modAnim">
        <pc:chgData name="Stefan Novaković" userId="48d5634ac72bd80c" providerId="LiveId" clId="{20EA4881-92DE-489C-B6EA-5E1C9B688DBA}" dt="2023-11-13T07:29:32.905" v="5685"/>
        <pc:sldMkLst>
          <pc:docMk/>
          <pc:sldMk cId="1910483375" sldId="334"/>
        </pc:sldMkLst>
        <pc:spChg chg="mod">
          <ac:chgData name="Stefan Novaković" userId="48d5634ac72bd80c" providerId="LiveId" clId="{20EA4881-92DE-489C-B6EA-5E1C9B688DBA}" dt="2023-11-10T11:46:07.729" v="4707" actId="20577"/>
          <ac:spMkLst>
            <pc:docMk/>
            <pc:sldMk cId="1910483375" sldId="334"/>
            <ac:spMk id="3" creationId="{8035EEB5-5D68-4E7E-B791-D67A4F98FCC3}"/>
          </ac:spMkLst>
        </pc:spChg>
      </pc:sldChg>
      <pc:sldChg chg="modSp mod modAnim">
        <pc:chgData name="Stefan Novaković" userId="48d5634ac72bd80c" providerId="LiveId" clId="{20EA4881-92DE-489C-B6EA-5E1C9B688DBA}" dt="2023-11-10T11:27:18.873" v="4459" actId="20577"/>
        <pc:sldMkLst>
          <pc:docMk/>
          <pc:sldMk cId="2002651448" sldId="335"/>
        </pc:sldMkLst>
        <pc:spChg chg="mod">
          <ac:chgData name="Stefan Novaković" userId="48d5634ac72bd80c" providerId="LiveId" clId="{20EA4881-92DE-489C-B6EA-5E1C9B688DBA}" dt="2023-11-10T11:24:39.563" v="4372" actId="20577"/>
          <ac:spMkLst>
            <pc:docMk/>
            <pc:sldMk cId="2002651448" sldId="335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1-10T11:27:18.873" v="4459" actId="20577"/>
          <ac:spMkLst>
            <pc:docMk/>
            <pc:sldMk cId="2002651448" sldId="335"/>
            <ac:spMk id="3" creationId="{39FE00A2-4946-4671-9555-2E91BC0BE1D0}"/>
          </ac:spMkLst>
        </pc:spChg>
      </pc:sldChg>
      <pc:sldChg chg="del">
        <pc:chgData name="Stefan Novaković" userId="48d5634ac72bd80c" providerId="LiveId" clId="{20EA4881-92DE-489C-B6EA-5E1C9B688DBA}" dt="2023-11-10T08:25:00.546" v="4132" actId="47"/>
        <pc:sldMkLst>
          <pc:docMk/>
          <pc:sldMk cId="1580263196" sldId="336"/>
        </pc:sldMkLst>
      </pc:sldChg>
      <pc:sldChg chg="del">
        <pc:chgData name="Stefan Novaković" userId="48d5634ac72bd80c" providerId="LiveId" clId="{20EA4881-92DE-489C-B6EA-5E1C9B688DBA}" dt="2023-10-30T22:39:07.071" v="2217" actId="2696"/>
        <pc:sldMkLst>
          <pc:docMk/>
          <pc:sldMk cId="290828475" sldId="337"/>
        </pc:sldMkLst>
      </pc:sldChg>
      <pc:sldChg chg="modSp add mod ord">
        <pc:chgData name="Stefan Novaković" userId="48d5634ac72bd80c" providerId="LiveId" clId="{20EA4881-92DE-489C-B6EA-5E1C9B688DBA}" dt="2023-11-10T13:01:01.717" v="5427" actId="20577"/>
        <pc:sldMkLst>
          <pc:docMk/>
          <pc:sldMk cId="2410702860" sldId="337"/>
        </pc:sldMkLst>
        <pc:spChg chg="mod">
          <ac:chgData name="Stefan Novaković" userId="48d5634ac72bd80c" providerId="LiveId" clId="{20EA4881-92DE-489C-B6EA-5E1C9B688DBA}" dt="2023-11-10T13:01:01.717" v="5427" actId="20577"/>
          <ac:spMkLst>
            <pc:docMk/>
            <pc:sldMk cId="2410702860" sldId="337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1-10T10:54:35.836" v="4138" actId="113"/>
          <ac:spMkLst>
            <pc:docMk/>
            <pc:sldMk cId="2410702860" sldId="337"/>
            <ac:spMk id="3" creationId="{39FE00A2-4946-4671-9555-2E91BC0BE1D0}"/>
          </ac:spMkLst>
        </pc:spChg>
      </pc:sldChg>
      <pc:sldChg chg="del">
        <pc:chgData name="Stefan Novaković" userId="48d5634ac72bd80c" providerId="LiveId" clId="{20EA4881-92DE-489C-B6EA-5E1C9B688DBA}" dt="2023-11-10T11:18:41.167" v="4140" actId="2696"/>
        <pc:sldMkLst>
          <pc:docMk/>
          <pc:sldMk cId="53188272" sldId="338"/>
        </pc:sldMkLst>
      </pc:sldChg>
      <pc:sldChg chg="add del ord">
        <pc:chgData name="Stefan Novaković" userId="48d5634ac72bd80c" providerId="LiveId" clId="{20EA4881-92DE-489C-B6EA-5E1C9B688DBA}" dt="2023-11-10T11:20:31.314" v="4145"/>
        <pc:sldMkLst>
          <pc:docMk/>
          <pc:sldMk cId="4243272890" sldId="338"/>
        </pc:sldMkLst>
      </pc:sldChg>
      <pc:sldChg chg="modSp add del mod modAnim">
        <pc:chgData name="Stefan Novaković" userId="48d5634ac72bd80c" providerId="LiveId" clId="{20EA4881-92DE-489C-B6EA-5E1C9B688DBA}" dt="2023-11-13T07:20:32.327" v="5466" actId="20577"/>
        <pc:sldMkLst>
          <pc:docMk/>
          <pc:sldMk cId="2180113649" sldId="339"/>
        </pc:sldMkLst>
        <pc:spChg chg="mod">
          <ac:chgData name="Stefan Novaković" userId="48d5634ac72bd80c" providerId="LiveId" clId="{20EA4881-92DE-489C-B6EA-5E1C9B688DBA}" dt="2023-11-13T07:20:32.327" v="5466" actId="20577"/>
          <ac:spMkLst>
            <pc:docMk/>
            <pc:sldMk cId="2180113649" sldId="339"/>
            <ac:spMk id="3" creationId="{39FE00A2-4946-4671-9555-2E91BC0BE1D0}"/>
          </ac:spMkLst>
        </pc:spChg>
      </pc:sldChg>
      <pc:sldChg chg="modSp mod modAnim">
        <pc:chgData name="Stefan Novaković" userId="48d5634ac72bd80c" providerId="LiveId" clId="{20EA4881-92DE-489C-B6EA-5E1C9B688DBA}" dt="2023-11-13T07:27:51.618" v="5675" actId="313"/>
        <pc:sldMkLst>
          <pc:docMk/>
          <pc:sldMk cId="507494749" sldId="340"/>
        </pc:sldMkLst>
        <pc:spChg chg="mod">
          <ac:chgData name="Stefan Novaković" userId="48d5634ac72bd80c" providerId="LiveId" clId="{20EA4881-92DE-489C-B6EA-5E1C9B688DBA}" dt="2023-11-13T07:27:51.618" v="5675" actId="313"/>
          <ac:spMkLst>
            <pc:docMk/>
            <pc:sldMk cId="507494749" sldId="340"/>
            <ac:spMk id="3" creationId="{39FE00A2-4946-4671-9555-2E91BC0BE1D0}"/>
          </ac:spMkLst>
        </pc:spChg>
      </pc:sldChg>
      <pc:sldChg chg="modSp mod ord">
        <pc:chgData name="Stefan Novaković" userId="48d5634ac72bd80c" providerId="LiveId" clId="{20EA4881-92DE-489C-B6EA-5E1C9B688DBA}" dt="2023-11-10T13:11:07.851" v="5459"/>
        <pc:sldMkLst>
          <pc:docMk/>
          <pc:sldMk cId="925996779" sldId="343"/>
        </pc:sldMkLst>
        <pc:spChg chg="mod">
          <ac:chgData name="Stefan Novaković" userId="48d5634ac72bd80c" providerId="LiveId" clId="{20EA4881-92DE-489C-B6EA-5E1C9B688DBA}" dt="2023-11-10T11:28:54.053" v="4514" actId="20577"/>
          <ac:spMkLst>
            <pc:docMk/>
            <pc:sldMk cId="925996779" sldId="343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1-10T11:28:22.773" v="4501" actId="20577"/>
          <ac:spMkLst>
            <pc:docMk/>
            <pc:sldMk cId="925996779" sldId="343"/>
            <ac:spMk id="3" creationId="{39FE00A2-4946-4671-9555-2E91BC0BE1D0}"/>
          </ac:spMkLst>
        </pc:spChg>
        <pc:spChg chg="mod">
          <ac:chgData name="Stefan Novaković" userId="48d5634ac72bd80c" providerId="LiveId" clId="{20EA4881-92DE-489C-B6EA-5E1C9B688DBA}" dt="2023-11-10T11:28:16.940" v="4493" actId="1076"/>
          <ac:spMkLst>
            <pc:docMk/>
            <pc:sldMk cId="925996779" sldId="343"/>
            <ac:spMk id="4" creationId="{0F290C8F-E4BD-4FD0-8D6B-8188BD993274}"/>
          </ac:spMkLst>
        </pc:spChg>
      </pc:sldChg>
      <pc:sldChg chg="add del">
        <pc:chgData name="Stefan Novaković" userId="48d5634ac72bd80c" providerId="LiveId" clId="{20EA4881-92DE-489C-B6EA-5E1C9B688DBA}" dt="2023-11-10T12:59:45.729" v="5373" actId="2696"/>
        <pc:sldMkLst>
          <pc:docMk/>
          <pc:sldMk cId="371838651" sldId="344"/>
        </pc:sldMkLst>
      </pc:sldChg>
      <pc:sldChg chg="modSp del mod modAnim">
        <pc:chgData name="Stefan Novaković" userId="48d5634ac72bd80c" providerId="LiveId" clId="{20EA4881-92DE-489C-B6EA-5E1C9B688DBA}" dt="2023-11-10T11:18:09.149" v="4139" actId="2696"/>
        <pc:sldMkLst>
          <pc:docMk/>
          <pc:sldMk cId="4195544160" sldId="345"/>
        </pc:sldMkLst>
        <pc:spChg chg="mod">
          <ac:chgData name="Stefan Novaković" userId="48d5634ac72bd80c" providerId="LiveId" clId="{20EA4881-92DE-489C-B6EA-5E1C9B688DBA}" dt="2023-10-29T02:20:59.441" v="2216" actId="20577"/>
          <ac:spMkLst>
            <pc:docMk/>
            <pc:sldMk cId="4195544160" sldId="345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0-28T23:31:41.892" v="2189" actId="20577"/>
          <ac:spMkLst>
            <pc:docMk/>
            <pc:sldMk cId="4195544160" sldId="345"/>
            <ac:spMk id="3" creationId="{39FE00A2-4946-4671-9555-2E91BC0BE1D0}"/>
          </ac:spMkLst>
        </pc:spChg>
      </pc:sldChg>
      <pc:sldChg chg="modSp add mod ord modAnim">
        <pc:chgData name="Stefan Novaković" userId="48d5634ac72bd80c" providerId="LiveId" clId="{20EA4881-92DE-489C-B6EA-5E1C9B688DBA}" dt="2023-11-10T11:35:27.697" v="4674" actId="20577"/>
        <pc:sldMkLst>
          <pc:docMk/>
          <pc:sldMk cId="334860469" sldId="347"/>
        </pc:sldMkLst>
        <pc:spChg chg="mod">
          <ac:chgData name="Stefan Novaković" userId="48d5634ac72bd80c" providerId="LiveId" clId="{20EA4881-92DE-489C-B6EA-5E1C9B688DBA}" dt="2023-11-10T11:35:27.697" v="4674" actId="20577"/>
          <ac:spMkLst>
            <pc:docMk/>
            <pc:sldMk cId="334860469" sldId="347"/>
            <ac:spMk id="2" creationId="{B9776CDA-5B55-4BC5-B51E-D6F6BB2817BE}"/>
          </ac:spMkLst>
        </pc:spChg>
        <pc:spChg chg="mod">
          <ac:chgData name="Stefan Novaković" userId="48d5634ac72bd80c" providerId="LiveId" clId="{20EA4881-92DE-489C-B6EA-5E1C9B688DBA}" dt="2023-11-10T11:35:08.350" v="4654" actId="20577"/>
          <ac:spMkLst>
            <pc:docMk/>
            <pc:sldMk cId="334860469" sldId="347"/>
            <ac:spMk id="3" creationId="{D451D417-08BB-45D1-833A-8FF3714BB64F}"/>
          </ac:spMkLst>
        </pc:spChg>
        <pc:spChg chg="mod">
          <ac:chgData name="Stefan Novaković" userId="48d5634ac72bd80c" providerId="LiveId" clId="{20EA4881-92DE-489C-B6EA-5E1C9B688DBA}" dt="2023-11-10T11:35:17.501" v="4655" actId="1076"/>
          <ac:spMkLst>
            <pc:docMk/>
            <pc:sldMk cId="334860469" sldId="347"/>
            <ac:spMk id="8" creationId="{0C0348CA-4F1F-43A3-92E8-56ACA2BA8135}"/>
          </ac:spMkLst>
        </pc:spChg>
        <pc:spChg chg="mod">
          <ac:chgData name="Stefan Novaković" userId="48d5634ac72bd80c" providerId="LiveId" clId="{20EA4881-92DE-489C-B6EA-5E1C9B688DBA}" dt="2023-11-10T11:35:17.501" v="4655" actId="1076"/>
          <ac:spMkLst>
            <pc:docMk/>
            <pc:sldMk cId="334860469" sldId="347"/>
            <ac:spMk id="9" creationId="{F47C857F-0068-4988-8996-BDA05CF5DD44}"/>
          </ac:spMkLst>
        </pc:spChg>
        <pc:spChg chg="mod">
          <ac:chgData name="Stefan Novaković" userId="48d5634ac72bd80c" providerId="LiveId" clId="{20EA4881-92DE-489C-B6EA-5E1C9B688DBA}" dt="2023-11-10T11:35:17.501" v="4655" actId="1076"/>
          <ac:spMkLst>
            <pc:docMk/>
            <pc:sldMk cId="334860469" sldId="347"/>
            <ac:spMk id="10" creationId="{E559C161-B141-47DF-AFC9-387596B077A3}"/>
          </ac:spMkLst>
        </pc:spChg>
        <pc:spChg chg="mod">
          <ac:chgData name="Stefan Novaković" userId="48d5634ac72bd80c" providerId="LiveId" clId="{20EA4881-92DE-489C-B6EA-5E1C9B688DBA}" dt="2023-11-10T11:35:17.501" v="4655" actId="1076"/>
          <ac:spMkLst>
            <pc:docMk/>
            <pc:sldMk cId="334860469" sldId="347"/>
            <ac:spMk id="17" creationId="{3A766FBF-8C66-4546-95E2-55267222F3E8}"/>
          </ac:spMkLst>
        </pc:spChg>
      </pc:sldChg>
      <pc:sldChg chg="del">
        <pc:chgData name="Stefan Novaković" userId="48d5634ac72bd80c" providerId="LiveId" clId="{20EA4881-92DE-489C-B6EA-5E1C9B688DBA}" dt="2023-10-28T23:35:10.992" v="2198" actId="47"/>
        <pc:sldMkLst>
          <pc:docMk/>
          <pc:sldMk cId="2240059237" sldId="347"/>
        </pc:sldMkLst>
      </pc:sldChg>
      <pc:sldChg chg="addSp delSp modSp add del mod delAnim modAnim">
        <pc:chgData name="Stefan Novaković" userId="48d5634ac72bd80c" providerId="LiveId" clId="{20EA4881-92DE-489C-B6EA-5E1C9B688DBA}" dt="2023-11-10T11:47:16.414" v="4708"/>
        <pc:sldMkLst>
          <pc:docMk/>
          <pc:sldMk cId="4124416621" sldId="348"/>
        </pc:sldMkLst>
        <pc:spChg chg="mod">
          <ac:chgData name="Stefan Novaković" userId="48d5634ac72bd80c" providerId="LiveId" clId="{20EA4881-92DE-489C-B6EA-5E1C9B688DBA}" dt="2023-10-28T22:50:23.410" v="947" actId="20577"/>
          <ac:spMkLst>
            <pc:docMk/>
            <pc:sldMk cId="4124416621" sldId="348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0-28T23:04:04.993" v="1575" actId="255"/>
          <ac:spMkLst>
            <pc:docMk/>
            <pc:sldMk cId="4124416621" sldId="348"/>
            <ac:spMk id="3" creationId="{39FE00A2-4946-4671-9555-2E91BC0BE1D0}"/>
          </ac:spMkLst>
        </pc:spChg>
        <pc:spChg chg="mod">
          <ac:chgData name="Stefan Novaković" userId="48d5634ac72bd80c" providerId="LiveId" clId="{20EA4881-92DE-489C-B6EA-5E1C9B688DBA}" dt="2023-10-28T22:58:36.281" v="1461" actId="14100"/>
          <ac:spMkLst>
            <pc:docMk/>
            <pc:sldMk cId="4124416621" sldId="348"/>
            <ac:spMk id="4" creationId="{D24CE6BC-A91A-4ADF-B7E7-5132371F9C0B}"/>
          </ac:spMkLst>
        </pc:spChg>
        <pc:spChg chg="add del mod">
          <ac:chgData name="Stefan Novaković" userId="48d5634ac72bd80c" providerId="LiveId" clId="{20EA4881-92DE-489C-B6EA-5E1C9B688DBA}" dt="2023-10-28T22:58:46.562" v="1463" actId="21"/>
          <ac:spMkLst>
            <pc:docMk/>
            <pc:sldMk cId="4124416621" sldId="348"/>
            <ac:spMk id="5" creationId="{E6ECF74F-822B-F32B-3CEE-652458728035}"/>
          </ac:spMkLst>
        </pc:spChg>
      </pc:sldChg>
      <pc:sldChg chg="add del">
        <pc:chgData name="Stefan Novaković" userId="48d5634ac72bd80c" providerId="LiveId" clId="{20EA4881-92DE-489C-B6EA-5E1C9B688DBA}" dt="2023-11-10T11:31:51.972" v="4546" actId="47"/>
        <pc:sldMkLst>
          <pc:docMk/>
          <pc:sldMk cId="3779510820" sldId="349"/>
        </pc:sldMkLst>
      </pc:sldChg>
      <pc:sldChg chg="del">
        <pc:chgData name="Stefan Novaković" userId="48d5634ac72bd80c" providerId="LiveId" clId="{20EA4881-92DE-489C-B6EA-5E1C9B688DBA}" dt="2023-10-28T23:35:10.992" v="2198" actId="47"/>
        <pc:sldMkLst>
          <pc:docMk/>
          <pc:sldMk cId="3535264025" sldId="350"/>
        </pc:sldMkLst>
      </pc:sldChg>
      <pc:sldChg chg="modSp del mod">
        <pc:chgData name="Stefan Novaković" userId="48d5634ac72bd80c" providerId="LiveId" clId="{20EA4881-92DE-489C-B6EA-5E1C9B688DBA}" dt="2023-11-10T11:28:37.186" v="4502" actId="2696"/>
        <pc:sldMkLst>
          <pc:docMk/>
          <pc:sldMk cId="3308190341" sldId="351"/>
        </pc:sldMkLst>
        <pc:spChg chg="mod">
          <ac:chgData name="Stefan Novaković" userId="48d5634ac72bd80c" providerId="LiveId" clId="{20EA4881-92DE-489C-B6EA-5E1C9B688DBA}" dt="2023-10-30T22:42:56.498" v="2231" actId="20577"/>
          <ac:spMkLst>
            <pc:docMk/>
            <pc:sldMk cId="3308190341" sldId="351"/>
            <ac:spMk id="3" creationId="{39FE00A2-4946-4671-9555-2E91BC0BE1D0}"/>
          </ac:spMkLst>
        </pc:spChg>
      </pc:sldChg>
      <pc:sldChg chg="add del">
        <pc:chgData name="Stefan Novaković" userId="48d5634ac72bd80c" providerId="LiveId" clId="{20EA4881-92DE-489C-B6EA-5E1C9B688DBA}" dt="2023-11-09T22:03:00.338" v="2560" actId="47"/>
        <pc:sldMkLst>
          <pc:docMk/>
          <pc:sldMk cId="290828475" sldId="352"/>
        </pc:sldMkLst>
      </pc:sldChg>
      <pc:sldChg chg="add del mod modShow">
        <pc:chgData name="Stefan Novaković" userId="48d5634ac72bd80c" providerId="LiveId" clId="{20EA4881-92DE-489C-B6EA-5E1C9B688DBA}" dt="2023-10-28T22:07:44.872" v="30" actId="47"/>
        <pc:sldMkLst>
          <pc:docMk/>
          <pc:sldMk cId="2867162777" sldId="352"/>
        </pc:sldMkLst>
      </pc:sldChg>
      <pc:sldChg chg="addSp delSp modSp add mod ord addAnim delAnim modAnim modShow">
        <pc:chgData name="Stefan Novaković" userId="48d5634ac72bd80c" providerId="LiveId" clId="{20EA4881-92DE-489C-B6EA-5E1C9B688DBA}" dt="2023-11-13T07:33:43.049" v="5898" actId="20577"/>
        <pc:sldMkLst>
          <pc:docMk/>
          <pc:sldMk cId="2371395284" sldId="353"/>
        </pc:sldMkLst>
        <pc:spChg chg="mod">
          <ac:chgData name="Stefan Novaković" userId="48d5634ac72bd80c" providerId="LiveId" clId="{20EA4881-92DE-489C-B6EA-5E1C9B688DBA}" dt="2023-11-10T08:24:39.404" v="4131" actId="20577"/>
          <ac:spMkLst>
            <pc:docMk/>
            <pc:sldMk cId="2371395284" sldId="353"/>
            <ac:spMk id="2" creationId="{7901C455-7E75-4DB5-A6E7-648DD0BD8C41}"/>
          </ac:spMkLst>
        </pc:spChg>
        <pc:spChg chg="del mod">
          <ac:chgData name="Stefan Novaković" userId="48d5634ac72bd80c" providerId="LiveId" clId="{20EA4881-92DE-489C-B6EA-5E1C9B688DBA}" dt="2023-11-09T22:30:18.167" v="2678" actId="478"/>
          <ac:spMkLst>
            <pc:docMk/>
            <pc:sldMk cId="2371395284" sldId="353"/>
            <ac:spMk id="3" creationId="{39FE00A2-4946-4671-9555-2E91BC0BE1D0}"/>
          </ac:spMkLst>
        </pc:spChg>
        <pc:spChg chg="add del mod">
          <ac:chgData name="Stefan Novaković" userId="48d5634ac72bd80c" providerId="LiveId" clId="{20EA4881-92DE-489C-B6EA-5E1C9B688DBA}" dt="2023-11-09T22:30:17.453" v="2677"/>
          <ac:spMkLst>
            <pc:docMk/>
            <pc:sldMk cId="2371395284" sldId="353"/>
            <ac:spMk id="4" creationId="{418C0FE0-CE8C-3CA9-0B88-C52BA0934E49}"/>
          </ac:spMkLst>
        </pc:spChg>
        <pc:spChg chg="add mod">
          <ac:chgData name="Stefan Novaković" userId="48d5634ac72bd80c" providerId="LiveId" clId="{20EA4881-92DE-489C-B6EA-5E1C9B688DBA}" dt="2023-11-13T07:33:43.049" v="5898" actId="20577"/>
          <ac:spMkLst>
            <pc:docMk/>
            <pc:sldMk cId="2371395284" sldId="353"/>
            <ac:spMk id="5" creationId="{E7B27D43-F469-A4AC-E30D-2C99293B5DC9}"/>
          </ac:spMkLst>
        </pc:spChg>
        <pc:spChg chg="add del mod">
          <ac:chgData name="Stefan Novaković" userId="48d5634ac72bd80c" providerId="LiveId" clId="{20EA4881-92DE-489C-B6EA-5E1C9B688DBA}" dt="2023-11-09T22:41:49.649" v="3857" actId="22"/>
          <ac:spMkLst>
            <pc:docMk/>
            <pc:sldMk cId="2371395284" sldId="353"/>
            <ac:spMk id="7" creationId="{F988C655-815F-4D7C-40AA-DF44B4C33A25}"/>
          </ac:spMkLst>
        </pc:spChg>
        <pc:spChg chg="add del mod">
          <ac:chgData name="Stefan Novaković" userId="48d5634ac72bd80c" providerId="LiveId" clId="{20EA4881-92DE-489C-B6EA-5E1C9B688DBA}" dt="2023-11-09T22:41:54.090" v="3861"/>
          <ac:spMkLst>
            <pc:docMk/>
            <pc:sldMk cId="2371395284" sldId="353"/>
            <ac:spMk id="8" creationId="{1FE8372C-AF97-C8D0-8E57-B43E52876A68}"/>
          </ac:spMkLst>
        </pc:spChg>
        <pc:spChg chg="add del mod">
          <ac:chgData name="Stefan Novaković" userId="48d5634ac72bd80c" providerId="LiveId" clId="{20EA4881-92DE-489C-B6EA-5E1C9B688DBA}" dt="2023-11-09T22:44:42.561" v="3997" actId="478"/>
          <ac:spMkLst>
            <pc:docMk/>
            <pc:sldMk cId="2371395284" sldId="353"/>
            <ac:spMk id="9" creationId="{D62683DA-89E9-D02D-08FC-EE2266318B97}"/>
          </ac:spMkLst>
        </pc:spChg>
        <pc:spChg chg="add del mod">
          <ac:chgData name="Stefan Novaković" userId="48d5634ac72bd80c" providerId="LiveId" clId="{20EA4881-92DE-489C-B6EA-5E1C9B688DBA}" dt="2023-11-09T22:42:23.929" v="3872"/>
          <ac:spMkLst>
            <pc:docMk/>
            <pc:sldMk cId="2371395284" sldId="353"/>
            <ac:spMk id="10" creationId="{4128F89E-166A-87D9-B99B-7555A2ABE658}"/>
          </ac:spMkLst>
        </pc:spChg>
        <pc:spChg chg="add del mod">
          <ac:chgData name="Stefan Novaković" userId="48d5634ac72bd80c" providerId="LiveId" clId="{20EA4881-92DE-489C-B6EA-5E1C9B688DBA}" dt="2023-11-09T22:46:28.482" v="4028" actId="478"/>
          <ac:spMkLst>
            <pc:docMk/>
            <pc:sldMk cId="2371395284" sldId="353"/>
            <ac:spMk id="11" creationId="{54EC1888-4437-F780-4A3B-B8582AFAD9D9}"/>
          </ac:spMkLst>
        </pc:spChg>
        <pc:spChg chg="add del mod">
          <ac:chgData name="Stefan Novaković" userId="48d5634ac72bd80c" providerId="LiveId" clId="{20EA4881-92DE-489C-B6EA-5E1C9B688DBA}" dt="2023-11-09T22:45:11.079" v="4006"/>
          <ac:spMkLst>
            <pc:docMk/>
            <pc:sldMk cId="2371395284" sldId="353"/>
            <ac:spMk id="12" creationId="{757400E1-D5A4-DFC7-EC71-E51F1726C73D}"/>
          </ac:spMkLst>
        </pc:spChg>
        <pc:spChg chg="add del mod">
          <ac:chgData name="Stefan Novaković" userId="48d5634ac72bd80c" providerId="LiveId" clId="{20EA4881-92DE-489C-B6EA-5E1C9B688DBA}" dt="2023-11-09T22:45:10.945" v="4005"/>
          <ac:spMkLst>
            <pc:docMk/>
            <pc:sldMk cId="2371395284" sldId="353"/>
            <ac:spMk id="13" creationId="{023E852C-709F-BE8E-F17E-33B695E02853}"/>
          </ac:spMkLst>
        </pc:spChg>
        <pc:spChg chg="add del mod">
          <ac:chgData name="Stefan Novaković" userId="48d5634ac72bd80c" providerId="LiveId" clId="{20EA4881-92DE-489C-B6EA-5E1C9B688DBA}" dt="2023-11-09T22:45:10.802" v="4004"/>
          <ac:spMkLst>
            <pc:docMk/>
            <pc:sldMk cId="2371395284" sldId="353"/>
            <ac:spMk id="14" creationId="{1DDD8E93-0BAA-7A3A-9F06-78E498A4E693}"/>
          </ac:spMkLst>
        </pc:spChg>
      </pc:sldChg>
      <pc:sldChg chg="del">
        <pc:chgData name="Stefan Novaković" userId="48d5634ac72bd80c" providerId="LiveId" clId="{20EA4881-92DE-489C-B6EA-5E1C9B688DBA}" dt="2023-10-28T22:09:27.896" v="59" actId="47"/>
        <pc:sldMkLst>
          <pc:docMk/>
          <pc:sldMk cId="2794796049" sldId="353"/>
        </pc:sldMkLst>
      </pc:sldChg>
      <pc:sldChg chg="add">
        <pc:chgData name="Stefan Novaković" userId="48d5634ac72bd80c" providerId="LiveId" clId="{20EA4881-92DE-489C-B6EA-5E1C9B688DBA}" dt="2023-11-10T11:47:16.414" v="4708"/>
        <pc:sldMkLst>
          <pc:docMk/>
          <pc:sldMk cId="144404986" sldId="354"/>
        </pc:sldMkLst>
      </pc:sldChg>
      <pc:sldChg chg="modSp add del mod">
        <pc:chgData name="Stefan Novaković" userId="48d5634ac72bd80c" providerId="LiveId" clId="{20EA4881-92DE-489C-B6EA-5E1C9B688DBA}" dt="2023-11-10T08:25:02.859" v="4133" actId="47"/>
        <pc:sldMkLst>
          <pc:docMk/>
          <pc:sldMk cId="4193564319" sldId="354"/>
        </pc:sldMkLst>
        <pc:spChg chg="mod">
          <ac:chgData name="Stefan Novaković" userId="48d5634ac72bd80c" providerId="LiveId" clId="{20EA4881-92DE-489C-B6EA-5E1C9B688DBA}" dt="2023-10-30T23:36:32.528" v="2547" actId="20577"/>
          <ac:spMkLst>
            <pc:docMk/>
            <pc:sldMk cId="4193564319" sldId="354"/>
            <ac:spMk id="2" creationId="{7901C455-7E75-4DB5-A6E7-648DD0BD8C41}"/>
          </ac:spMkLst>
        </pc:spChg>
      </pc:sldChg>
      <pc:sldChg chg="modSp add del mod">
        <pc:chgData name="Stefan Novaković" userId="48d5634ac72bd80c" providerId="LiveId" clId="{20EA4881-92DE-489C-B6EA-5E1C9B688DBA}" dt="2023-11-10T08:25:03.568" v="4134" actId="47"/>
        <pc:sldMkLst>
          <pc:docMk/>
          <pc:sldMk cId="1524188467" sldId="355"/>
        </pc:sldMkLst>
        <pc:spChg chg="mod">
          <ac:chgData name="Stefan Novaković" userId="48d5634ac72bd80c" providerId="LiveId" clId="{20EA4881-92DE-489C-B6EA-5E1C9B688DBA}" dt="2023-10-30T23:36:37.248" v="2559" actId="20577"/>
          <ac:spMkLst>
            <pc:docMk/>
            <pc:sldMk cId="1524188467" sldId="355"/>
            <ac:spMk id="2" creationId="{7901C455-7E75-4DB5-A6E7-648DD0BD8C41}"/>
          </ac:spMkLst>
        </pc:spChg>
      </pc:sldChg>
      <pc:sldChg chg="addSp delSp modSp add del mod modAnim">
        <pc:chgData name="Stefan Novaković" userId="48d5634ac72bd80c" providerId="LiveId" clId="{20EA4881-92DE-489C-B6EA-5E1C9B688DBA}" dt="2023-11-10T11:47:16.414" v="4708"/>
        <pc:sldMkLst>
          <pc:docMk/>
          <pc:sldMk cId="3458777407" sldId="355"/>
        </pc:sldMkLst>
        <pc:spChg chg="mod">
          <ac:chgData name="Stefan Novaković" userId="48d5634ac72bd80c" providerId="LiveId" clId="{20EA4881-92DE-489C-B6EA-5E1C9B688DBA}" dt="2023-10-28T22:53:10.254" v="1362" actId="6549"/>
          <ac:spMkLst>
            <pc:docMk/>
            <pc:sldMk cId="3458777407" sldId="355"/>
            <ac:spMk id="3" creationId="{05F2CC67-B303-46A6-BA7C-2DC2C1CDA396}"/>
          </ac:spMkLst>
        </pc:spChg>
        <pc:spChg chg="del mod">
          <ac:chgData name="Stefan Novaković" userId="48d5634ac72bd80c" providerId="LiveId" clId="{20EA4881-92DE-489C-B6EA-5E1C9B688DBA}" dt="2023-10-28T22:53:12.857" v="1363" actId="478"/>
          <ac:spMkLst>
            <pc:docMk/>
            <pc:sldMk cId="3458777407" sldId="355"/>
            <ac:spMk id="4" creationId="{CBD68923-C370-4D17-8CDC-F1E34140A9D0}"/>
          </ac:spMkLst>
        </pc:spChg>
        <pc:spChg chg="add mod">
          <ac:chgData name="Stefan Novaković" userId="48d5634ac72bd80c" providerId="LiveId" clId="{20EA4881-92DE-489C-B6EA-5E1C9B688DBA}" dt="2023-10-28T23:06:18.426" v="1583" actId="20577"/>
          <ac:spMkLst>
            <pc:docMk/>
            <pc:sldMk cId="3458777407" sldId="355"/>
            <ac:spMk id="5" creationId="{CFE6E233-094B-3567-7C39-6F7567BCAABD}"/>
          </ac:spMkLst>
        </pc:spChg>
      </pc:sldChg>
      <pc:sldChg chg="del">
        <pc:chgData name="Stefan Novaković" userId="48d5634ac72bd80c" providerId="LiveId" clId="{20EA4881-92DE-489C-B6EA-5E1C9B688DBA}" dt="2023-10-28T23:35:10.992" v="2198" actId="47"/>
        <pc:sldMkLst>
          <pc:docMk/>
          <pc:sldMk cId="3721427630" sldId="356"/>
        </pc:sldMkLst>
      </pc:sldChg>
      <pc:sldChg chg="modSp add del mod">
        <pc:chgData name="Stefan Novaković" userId="48d5634ac72bd80c" providerId="LiveId" clId="{20EA4881-92DE-489C-B6EA-5E1C9B688DBA}" dt="2023-11-10T13:03:55.366" v="5453" actId="2696"/>
        <pc:sldMkLst>
          <pc:docMk/>
          <pc:sldMk cId="1334626585" sldId="357"/>
        </pc:sldMkLst>
        <pc:spChg chg="mod">
          <ac:chgData name="Stefan Novaković" userId="48d5634ac72bd80c" providerId="LiveId" clId="{20EA4881-92DE-489C-B6EA-5E1C9B688DBA}" dt="2023-11-10T13:03:33.453" v="5452" actId="6549"/>
          <ac:spMkLst>
            <pc:docMk/>
            <pc:sldMk cId="1334626585" sldId="357"/>
            <ac:spMk id="4" creationId="{38C2D3A4-0CD9-4923-B3A8-E28CB6F41EBE}"/>
          </ac:spMkLst>
        </pc:spChg>
      </pc:sldChg>
      <pc:sldChg chg="addSp delSp modSp del mod delAnim modAnim chgLayout">
        <pc:chgData name="Stefan Novaković" userId="48d5634ac72bd80c" providerId="LiveId" clId="{20EA4881-92DE-489C-B6EA-5E1C9B688DBA}" dt="2023-10-28T23:35:10.992" v="2198" actId="47"/>
        <pc:sldMkLst>
          <pc:docMk/>
          <pc:sldMk cId="1189155910" sldId="358"/>
        </pc:sldMkLst>
        <pc:spChg chg="mod ord">
          <ac:chgData name="Stefan Novaković" userId="48d5634ac72bd80c" providerId="LiveId" clId="{20EA4881-92DE-489C-B6EA-5E1C9B688DBA}" dt="2023-10-28T22:53:48.610" v="1367" actId="700"/>
          <ac:spMkLst>
            <pc:docMk/>
            <pc:sldMk cId="1189155910" sldId="358"/>
            <ac:spMk id="2" creationId="{7901C455-7E75-4DB5-A6E7-648DD0BD8C41}"/>
          </ac:spMkLst>
        </pc:spChg>
        <pc:spChg chg="del">
          <ac:chgData name="Stefan Novaković" userId="48d5634ac72bd80c" providerId="LiveId" clId="{20EA4881-92DE-489C-B6EA-5E1C9B688DBA}" dt="2023-10-28T22:53:44.167" v="1366" actId="478"/>
          <ac:spMkLst>
            <pc:docMk/>
            <pc:sldMk cId="1189155910" sldId="358"/>
            <ac:spMk id="3" creationId="{32C2FBE1-B843-4EDA-B366-864F32CD4BA2}"/>
          </ac:spMkLst>
        </pc:spChg>
        <pc:spChg chg="del">
          <ac:chgData name="Stefan Novaković" userId="48d5634ac72bd80c" providerId="LiveId" clId="{20EA4881-92DE-489C-B6EA-5E1C9B688DBA}" dt="2023-10-28T22:53:43.089" v="1365" actId="478"/>
          <ac:spMkLst>
            <pc:docMk/>
            <pc:sldMk cId="1189155910" sldId="358"/>
            <ac:spMk id="4" creationId="{0CB637D8-B74E-4275-B08E-711E9072CEAA}"/>
          </ac:spMkLst>
        </pc:spChg>
        <pc:spChg chg="add mod ord">
          <ac:chgData name="Stefan Novaković" userId="48d5634ac72bd80c" providerId="LiveId" clId="{20EA4881-92DE-489C-B6EA-5E1C9B688DBA}" dt="2023-10-28T22:53:53.436" v="1394" actId="20577"/>
          <ac:spMkLst>
            <pc:docMk/>
            <pc:sldMk cId="1189155910" sldId="358"/>
            <ac:spMk id="5" creationId="{BFF04CA1-D1AA-C521-D2B4-AE22045A8E37}"/>
          </ac:spMkLst>
        </pc:spChg>
        <pc:spChg chg="del">
          <ac:chgData name="Stefan Novaković" userId="48d5634ac72bd80c" providerId="LiveId" clId="{20EA4881-92DE-489C-B6EA-5E1C9B688DBA}" dt="2023-10-28T22:53:42.427" v="1364" actId="478"/>
          <ac:spMkLst>
            <pc:docMk/>
            <pc:sldMk cId="1189155910" sldId="358"/>
            <ac:spMk id="6" creationId="{FA0AA145-0AB8-450A-8E08-67BE659CB797}"/>
          </ac:spMkLst>
        </pc:spChg>
        <pc:spChg chg="add del mod">
          <ac:chgData name="Stefan Novaković" userId="48d5634ac72bd80c" providerId="LiveId" clId="{20EA4881-92DE-489C-B6EA-5E1C9B688DBA}" dt="2023-10-28T23:04:21.270" v="1576" actId="21"/>
          <ac:spMkLst>
            <pc:docMk/>
            <pc:sldMk cId="1189155910" sldId="358"/>
            <ac:spMk id="7" creationId="{794A1D0E-193C-048D-261A-2200E58287F9}"/>
          </ac:spMkLst>
        </pc:spChg>
        <pc:spChg chg="add del">
          <ac:chgData name="Stefan Novaković" userId="48d5634ac72bd80c" providerId="LiveId" clId="{20EA4881-92DE-489C-B6EA-5E1C9B688DBA}" dt="2023-10-28T23:07:38.792" v="1585" actId="22"/>
          <ac:spMkLst>
            <pc:docMk/>
            <pc:sldMk cId="1189155910" sldId="358"/>
            <ac:spMk id="9" creationId="{1E8BEF67-961E-3DFC-9A45-C712F2EC62AE}"/>
          </ac:spMkLst>
        </pc:spChg>
        <pc:spChg chg="add del mod">
          <ac:chgData name="Stefan Novaković" userId="48d5634ac72bd80c" providerId="LiveId" clId="{20EA4881-92DE-489C-B6EA-5E1C9B688DBA}" dt="2023-10-28T23:11:49.492" v="1868" actId="478"/>
          <ac:spMkLst>
            <pc:docMk/>
            <pc:sldMk cId="1189155910" sldId="358"/>
            <ac:spMk id="10" creationId="{171649D0-0563-0FC8-56FA-7CCFB794F9DD}"/>
          </ac:spMkLst>
        </pc:spChg>
        <pc:spChg chg="add mod">
          <ac:chgData name="Stefan Novaković" userId="48d5634ac72bd80c" providerId="LiveId" clId="{20EA4881-92DE-489C-B6EA-5E1C9B688DBA}" dt="2023-10-28T23:13:55.095" v="2116" actId="6549"/>
          <ac:spMkLst>
            <pc:docMk/>
            <pc:sldMk cId="1189155910" sldId="358"/>
            <ac:spMk id="11" creationId="{D7AB455D-42F2-E882-2FC6-42853BA48C80}"/>
          </ac:spMkLst>
        </pc:spChg>
      </pc:sldChg>
      <pc:sldChg chg="modSp add mod ord modAnim">
        <pc:chgData name="Stefan Novaković" userId="48d5634ac72bd80c" providerId="LiveId" clId="{20EA4881-92DE-489C-B6EA-5E1C9B688DBA}" dt="2023-11-13T07:31:44.888" v="5716"/>
        <pc:sldMkLst>
          <pc:docMk/>
          <pc:sldMk cId="2640126460" sldId="359"/>
        </pc:sldMkLst>
        <pc:spChg chg="mod">
          <ac:chgData name="Stefan Novaković" userId="48d5634ac72bd80c" providerId="LiveId" clId="{20EA4881-92DE-489C-B6EA-5E1C9B688DBA}" dt="2023-11-13T07:22:59.678" v="5600" actId="20577"/>
          <ac:spMkLst>
            <pc:docMk/>
            <pc:sldMk cId="2640126460" sldId="359"/>
            <ac:spMk id="6" creationId="{FA0AA145-0AB8-450A-8E08-67BE659CB797}"/>
          </ac:spMkLst>
        </pc:spChg>
        <pc:spChg chg="mod">
          <ac:chgData name="Stefan Novaković" userId="48d5634ac72bd80c" providerId="LiveId" clId="{20EA4881-92DE-489C-B6EA-5E1C9B688DBA}" dt="2023-11-13T07:23:27.979" v="5604" actId="1076"/>
          <ac:spMkLst>
            <pc:docMk/>
            <pc:sldMk cId="2640126460" sldId="359"/>
            <ac:spMk id="10" creationId="{8367168F-C995-46A6-AB86-DA06D6F7A688}"/>
          </ac:spMkLst>
        </pc:spChg>
        <pc:spChg chg="mod">
          <ac:chgData name="Stefan Novaković" userId="48d5634ac72bd80c" providerId="LiveId" clId="{20EA4881-92DE-489C-B6EA-5E1C9B688DBA}" dt="2023-11-13T07:23:23.663" v="5603" actId="1076"/>
          <ac:spMkLst>
            <pc:docMk/>
            <pc:sldMk cId="2640126460" sldId="359"/>
            <ac:spMk id="11" creationId="{D327FAD1-DC78-4037-B91C-310DC6365B77}"/>
          </ac:spMkLst>
        </pc:spChg>
      </pc:sldChg>
      <pc:sldChg chg="modSp del mod">
        <pc:chgData name="Stefan Novaković" userId="48d5634ac72bd80c" providerId="LiveId" clId="{20EA4881-92DE-489C-B6EA-5E1C9B688DBA}" dt="2023-10-28T23:32:38.937" v="2197" actId="47"/>
        <pc:sldMkLst>
          <pc:docMk/>
          <pc:sldMk cId="805334076" sldId="360"/>
        </pc:sldMkLst>
        <pc:spChg chg="mod">
          <ac:chgData name="Stefan Novaković" userId="48d5634ac72bd80c" providerId="LiveId" clId="{20EA4881-92DE-489C-B6EA-5E1C9B688DBA}" dt="2023-10-28T22:56:59.760" v="1417" actId="6549"/>
          <ac:spMkLst>
            <pc:docMk/>
            <pc:sldMk cId="805334076" sldId="360"/>
            <ac:spMk id="4" creationId="{D24CE6BC-A91A-4ADF-B7E7-5132371F9C0B}"/>
          </ac:spMkLst>
        </pc:spChg>
      </pc:sldChg>
      <pc:sldChg chg="modSp add del mod">
        <pc:chgData name="Stefan Novaković" userId="48d5634ac72bd80c" providerId="LiveId" clId="{20EA4881-92DE-489C-B6EA-5E1C9B688DBA}" dt="2023-11-10T12:45:29.198" v="5370" actId="47"/>
        <pc:sldMkLst>
          <pc:docMk/>
          <pc:sldMk cId="1672731427" sldId="360"/>
        </pc:sldMkLst>
        <pc:spChg chg="mod">
          <ac:chgData name="Stefan Novaković" userId="48d5634ac72bd80c" providerId="LiveId" clId="{20EA4881-92DE-489C-B6EA-5E1C9B688DBA}" dt="2023-11-10T12:28:41.682" v="5014" actId="20577"/>
          <ac:spMkLst>
            <pc:docMk/>
            <pc:sldMk cId="1672731427" sldId="360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1-10T12:04:44.594" v="4986" actId="20577"/>
          <ac:spMkLst>
            <pc:docMk/>
            <pc:sldMk cId="1672731427" sldId="360"/>
            <ac:spMk id="6" creationId="{FA0AA145-0AB8-450A-8E08-67BE659CB797}"/>
          </ac:spMkLst>
        </pc:spChg>
      </pc:sldChg>
      <pc:sldChg chg="modSp add mod modAnim">
        <pc:chgData name="Stefan Novaković" userId="48d5634ac72bd80c" providerId="LiveId" clId="{20EA4881-92DE-489C-B6EA-5E1C9B688DBA}" dt="2023-11-13T07:31:36.150" v="5713"/>
        <pc:sldMkLst>
          <pc:docMk/>
          <pc:sldMk cId="962713755" sldId="361"/>
        </pc:sldMkLst>
        <pc:spChg chg="mod">
          <ac:chgData name="Stefan Novaković" userId="48d5634ac72bd80c" providerId="LiveId" clId="{20EA4881-92DE-489C-B6EA-5E1C9B688DBA}" dt="2023-11-10T12:28:47.942" v="5025" actId="20577"/>
          <ac:spMkLst>
            <pc:docMk/>
            <pc:sldMk cId="962713755" sldId="361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1-10T12:03:06.337" v="4906" actId="6549"/>
          <ac:spMkLst>
            <pc:docMk/>
            <pc:sldMk cId="962713755" sldId="361"/>
            <ac:spMk id="4" creationId="{0CB637D8-B74E-4275-B08E-711E9072CEAA}"/>
          </ac:spMkLst>
        </pc:spChg>
        <pc:spChg chg="mod">
          <ac:chgData name="Stefan Novaković" userId="48d5634ac72bd80c" providerId="LiveId" clId="{20EA4881-92DE-489C-B6EA-5E1C9B688DBA}" dt="2023-11-10T12:41:49.990" v="5315" actId="20577"/>
          <ac:spMkLst>
            <pc:docMk/>
            <pc:sldMk cId="962713755" sldId="361"/>
            <ac:spMk id="6" creationId="{FA0AA145-0AB8-450A-8E08-67BE659CB797}"/>
          </ac:spMkLst>
        </pc:spChg>
        <pc:spChg chg="mod">
          <ac:chgData name="Stefan Novaković" userId="48d5634ac72bd80c" providerId="LiveId" clId="{20EA4881-92DE-489C-B6EA-5E1C9B688DBA}" dt="2023-11-10T12:05:15.539" v="5007" actId="1037"/>
          <ac:spMkLst>
            <pc:docMk/>
            <pc:sldMk cId="962713755" sldId="361"/>
            <ac:spMk id="10" creationId="{8367168F-C995-46A6-AB86-DA06D6F7A688}"/>
          </ac:spMkLst>
        </pc:spChg>
      </pc:sldChg>
      <pc:sldChg chg="del">
        <pc:chgData name="Stefan Novaković" userId="48d5634ac72bd80c" providerId="LiveId" clId="{20EA4881-92DE-489C-B6EA-5E1C9B688DBA}" dt="2023-10-28T23:35:10.992" v="2198" actId="47"/>
        <pc:sldMkLst>
          <pc:docMk/>
          <pc:sldMk cId="3477023297" sldId="361"/>
        </pc:sldMkLst>
      </pc:sldChg>
      <pc:sldChg chg="addSp delSp modSp add mod delAnim modAnim">
        <pc:chgData name="Stefan Novaković" userId="48d5634ac72bd80c" providerId="LiveId" clId="{20EA4881-92DE-489C-B6EA-5E1C9B688DBA}" dt="2023-11-13T07:31:42.029" v="5715"/>
        <pc:sldMkLst>
          <pc:docMk/>
          <pc:sldMk cId="432711925" sldId="362"/>
        </pc:sldMkLst>
        <pc:spChg chg="mod">
          <ac:chgData name="Stefan Novaković" userId="48d5634ac72bd80c" providerId="LiveId" clId="{20EA4881-92DE-489C-B6EA-5E1C9B688DBA}" dt="2023-11-10T12:40:37.301" v="5254" actId="6549"/>
          <ac:spMkLst>
            <pc:docMk/>
            <pc:sldMk cId="432711925" sldId="362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1-10T12:40:06.646" v="5247" actId="14100"/>
          <ac:spMkLst>
            <pc:docMk/>
            <pc:sldMk cId="432711925" sldId="362"/>
            <ac:spMk id="4" creationId="{0CB637D8-B74E-4275-B08E-711E9072CEAA}"/>
          </ac:spMkLst>
        </pc:spChg>
        <pc:spChg chg="add del">
          <ac:chgData name="Stefan Novaković" userId="48d5634ac72bd80c" providerId="LiveId" clId="{20EA4881-92DE-489C-B6EA-5E1C9B688DBA}" dt="2023-11-10T12:35:48.310" v="5095" actId="22"/>
          <ac:spMkLst>
            <pc:docMk/>
            <pc:sldMk cId="432711925" sldId="362"/>
            <ac:spMk id="5" creationId="{D3A22188-BAE5-7372-6B6C-11D5DA97FBAA}"/>
          </ac:spMkLst>
        </pc:spChg>
        <pc:spChg chg="mod">
          <ac:chgData name="Stefan Novaković" userId="48d5634ac72bd80c" providerId="LiveId" clId="{20EA4881-92DE-489C-B6EA-5E1C9B688DBA}" dt="2023-11-10T12:40:04.080" v="5246" actId="14100"/>
          <ac:spMkLst>
            <pc:docMk/>
            <pc:sldMk cId="432711925" sldId="362"/>
            <ac:spMk id="6" creationId="{FA0AA145-0AB8-450A-8E08-67BE659CB797}"/>
          </ac:spMkLst>
        </pc:spChg>
        <pc:spChg chg="add mod">
          <ac:chgData name="Stefan Novaković" userId="48d5634ac72bd80c" providerId="LiveId" clId="{20EA4881-92DE-489C-B6EA-5E1C9B688DBA}" dt="2023-11-10T12:37:25.171" v="5173" actId="20577"/>
          <ac:spMkLst>
            <pc:docMk/>
            <pc:sldMk cId="432711925" sldId="362"/>
            <ac:spMk id="7" creationId="{91364B7B-0B07-7C90-F953-6C9C049973CA}"/>
          </ac:spMkLst>
        </pc:spChg>
        <pc:spChg chg="add del">
          <ac:chgData name="Stefan Novaković" userId="48d5634ac72bd80c" providerId="LiveId" clId="{20EA4881-92DE-489C-B6EA-5E1C9B688DBA}" dt="2023-11-10T12:40:11.149" v="5249" actId="22"/>
          <ac:spMkLst>
            <pc:docMk/>
            <pc:sldMk cId="432711925" sldId="362"/>
            <ac:spMk id="9" creationId="{7461941B-0FD0-54F9-BE6B-59E3D7CF2D5F}"/>
          </ac:spMkLst>
        </pc:spChg>
        <pc:spChg chg="del mod">
          <ac:chgData name="Stefan Novaković" userId="48d5634ac72bd80c" providerId="LiveId" clId="{20EA4881-92DE-489C-B6EA-5E1C9B688DBA}" dt="2023-11-10T12:35:30.847" v="5072" actId="478"/>
          <ac:spMkLst>
            <pc:docMk/>
            <pc:sldMk cId="432711925" sldId="362"/>
            <ac:spMk id="10" creationId="{8367168F-C995-46A6-AB86-DA06D6F7A688}"/>
          </ac:spMkLst>
        </pc:spChg>
      </pc:sldChg>
      <pc:sldChg chg="modSp add del mod">
        <pc:chgData name="Stefan Novaković" userId="48d5634ac72bd80c" providerId="LiveId" clId="{20EA4881-92DE-489C-B6EA-5E1C9B688DBA}" dt="2023-11-10T12:40:30.450" v="5253" actId="47"/>
        <pc:sldMkLst>
          <pc:docMk/>
          <pc:sldMk cId="2368120174" sldId="363"/>
        </pc:sldMkLst>
        <pc:spChg chg="mod">
          <ac:chgData name="Stefan Novaković" userId="48d5634ac72bd80c" providerId="LiveId" clId="{20EA4881-92DE-489C-B6EA-5E1C9B688DBA}" dt="2023-11-10T12:39:19.469" v="5211"/>
          <ac:spMkLst>
            <pc:docMk/>
            <pc:sldMk cId="2368120174" sldId="363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1-10T12:39:55.788" v="5241" actId="14100"/>
          <ac:spMkLst>
            <pc:docMk/>
            <pc:sldMk cId="2368120174" sldId="363"/>
            <ac:spMk id="4" creationId="{0CB637D8-B74E-4275-B08E-711E9072CEAA}"/>
          </ac:spMkLst>
        </pc:spChg>
        <pc:spChg chg="mod">
          <ac:chgData name="Stefan Novaković" userId="48d5634ac72bd80c" providerId="LiveId" clId="{20EA4881-92DE-489C-B6EA-5E1C9B688DBA}" dt="2023-11-10T12:39:54.314" v="5240" actId="14100"/>
          <ac:spMkLst>
            <pc:docMk/>
            <pc:sldMk cId="2368120174" sldId="363"/>
            <ac:spMk id="6" creationId="{FA0AA145-0AB8-450A-8E08-67BE659CB797}"/>
          </ac:spMkLst>
        </pc:spChg>
      </pc:sldChg>
      <pc:sldChg chg="modSp add mod ord modAnim">
        <pc:chgData name="Stefan Novaković" userId="48d5634ac72bd80c" providerId="LiveId" clId="{20EA4881-92DE-489C-B6EA-5E1C9B688DBA}" dt="2023-11-13T07:31:39.160" v="5714"/>
        <pc:sldMkLst>
          <pc:docMk/>
          <pc:sldMk cId="358145714" sldId="364"/>
        </pc:sldMkLst>
        <pc:spChg chg="mod">
          <ac:chgData name="Stefan Novaković" userId="48d5634ac72bd80c" providerId="LiveId" clId="{20EA4881-92DE-489C-B6EA-5E1C9B688DBA}" dt="2023-11-10T12:41:52.008" v="5322" actId="20577"/>
          <ac:spMkLst>
            <pc:docMk/>
            <pc:sldMk cId="358145714" sldId="364"/>
            <ac:spMk id="2" creationId="{7901C455-7E75-4DB5-A6E7-648DD0BD8C41}"/>
          </ac:spMkLst>
        </pc:spChg>
        <pc:spChg chg="mod">
          <ac:chgData name="Stefan Novaković" userId="48d5634ac72bd80c" providerId="LiveId" clId="{20EA4881-92DE-489C-B6EA-5E1C9B688DBA}" dt="2023-11-10T12:40:29.682" v="5252"/>
          <ac:spMkLst>
            <pc:docMk/>
            <pc:sldMk cId="358145714" sldId="364"/>
            <ac:spMk id="4" creationId="{0CB637D8-B74E-4275-B08E-711E9072CEAA}"/>
          </ac:spMkLst>
        </pc:spChg>
        <pc:spChg chg="mod">
          <ac:chgData name="Stefan Novaković" userId="48d5634ac72bd80c" providerId="LiveId" clId="{20EA4881-92DE-489C-B6EA-5E1C9B688DBA}" dt="2023-11-10T12:45:21.678" v="5369" actId="20577"/>
          <ac:spMkLst>
            <pc:docMk/>
            <pc:sldMk cId="358145714" sldId="364"/>
            <ac:spMk id="6" creationId="{FA0AA145-0AB8-450A-8E08-67BE659CB797}"/>
          </ac:spMkLst>
        </pc:spChg>
        <pc:spChg chg="mod">
          <ac:chgData name="Stefan Novaković" userId="48d5634ac72bd80c" providerId="LiveId" clId="{20EA4881-92DE-489C-B6EA-5E1C9B688DBA}" dt="2023-11-10T12:42:27.867" v="5364" actId="1038"/>
          <ac:spMkLst>
            <pc:docMk/>
            <pc:sldMk cId="358145714" sldId="364"/>
            <ac:spMk id="7" creationId="{91364B7B-0B07-7C90-F953-6C9C049973CA}"/>
          </ac:spMkLst>
        </pc:spChg>
      </pc:sldChg>
      <pc:sldChg chg="modSp add modAnim">
        <pc:chgData name="Stefan Novaković" userId="48d5634ac72bd80c" providerId="LiveId" clId="{20EA4881-92DE-489C-B6EA-5E1C9B688DBA}" dt="2023-11-13T07:30:28.328" v="5711" actId="20577"/>
        <pc:sldMkLst>
          <pc:docMk/>
          <pc:sldMk cId="4053885515" sldId="365"/>
        </pc:sldMkLst>
        <pc:spChg chg="mod">
          <ac:chgData name="Stefan Novaković" userId="48d5634ac72bd80c" providerId="LiveId" clId="{20EA4881-92DE-489C-B6EA-5E1C9B688DBA}" dt="2023-11-13T07:30:28.328" v="5711" actId="20577"/>
          <ac:spMkLst>
            <pc:docMk/>
            <pc:sldMk cId="4053885515" sldId="365"/>
            <ac:spMk id="3" creationId="{8035EEB5-5D68-4E7E-B791-D67A4F98FCC3}"/>
          </ac:spMkLst>
        </pc:spChg>
      </pc:sldChg>
    </pc:docChg>
  </pc:docChgLst>
  <pc:docChgLst>
    <pc:chgData name="Stefan Novaković" userId="48d5634ac72bd80c" providerId="LiveId" clId="{3E8D5AE4-5357-4348-94E4-09F336068828}"/>
    <pc:docChg chg="modSld">
      <pc:chgData name="Stefan Novaković" userId="48d5634ac72bd80c" providerId="LiveId" clId="{3E8D5AE4-5357-4348-94E4-09F336068828}" dt="2024-11-13T14:42:17.114" v="16" actId="20577"/>
      <pc:docMkLst>
        <pc:docMk/>
      </pc:docMkLst>
      <pc:sldChg chg="modSp mod">
        <pc:chgData name="Stefan Novaković" userId="48d5634ac72bd80c" providerId="LiveId" clId="{3E8D5AE4-5357-4348-94E4-09F336068828}" dt="2024-11-13T14:42:17.114" v="16" actId="20577"/>
        <pc:sldMkLst>
          <pc:docMk/>
          <pc:sldMk cId="962713755" sldId="361"/>
        </pc:sldMkLst>
        <pc:spChg chg="mod">
          <ac:chgData name="Stefan Novaković" userId="48d5634ac72bd80c" providerId="LiveId" clId="{3E8D5AE4-5357-4348-94E4-09F336068828}" dt="2024-11-13T14:40:22.507" v="0" actId="114"/>
          <ac:spMkLst>
            <pc:docMk/>
            <pc:sldMk cId="962713755" sldId="361"/>
            <ac:spMk id="2" creationId="{7901C455-7E75-4DB5-A6E7-648DD0BD8C41}"/>
          </ac:spMkLst>
        </pc:spChg>
        <pc:spChg chg="mod">
          <ac:chgData name="Stefan Novaković" userId="48d5634ac72bd80c" providerId="LiveId" clId="{3E8D5AE4-5357-4348-94E4-09F336068828}" dt="2024-11-13T14:42:17.114" v="16" actId="20577"/>
          <ac:spMkLst>
            <pc:docMk/>
            <pc:sldMk cId="962713755" sldId="361"/>
            <ac:spMk id="4" creationId="{0CB637D8-B74E-4275-B08E-711E9072CEAA}"/>
          </ac:spMkLst>
        </pc:spChg>
        <pc:spChg chg="mod">
          <ac:chgData name="Stefan Novaković" userId="48d5634ac72bd80c" providerId="LiveId" clId="{3E8D5AE4-5357-4348-94E4-09F336068828}" dt="2024-11-13T14:42:07.528" v="9" actId="20577"/>
          <ac:spMkLst>
            <pc:docMk/>
            <pc:sldMk cId="962713755" sldId="361"/>
            <ac:spMk id="6" creationId="{FA0AA145-0AB8-450A-8E08-67BE659CB79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070092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451508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7575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72843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85428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638760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40874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20562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86454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506992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317521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449396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13.11.2024.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reference/string/strin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Preklapanje operatora</a:t>
            </a:r>
            <a:endParaRPr lang="sr-Latn-BA" b="1" dirty="0"/>
          </a:p>
          <a:p>
            <a:pPr algn="l"/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Preklapanje</a:t>
            </a:r>
            <a:r>
              <a:rPr lang="sr-Latn-BA"/>
              <a:t> </a:t>
            </a:r>
            <a:r>
              <a:rPr lang="en-US"/>
              <a:t>operator</a:t>
            </a:r>
            <a:r>
              <a:rPr lang="sr-Latn-BA"/>
              <a:t>a </a:t>
            </a:r>
            <a:r>
              <a:rPr lang="en-US"/>
              <a:t>(</a:t>
            </a:r>
            <a:r>
              <a:rPr lang="en-US" i="1" dirty="0"/>
              <a:t>operator overloading</a:t>
            </a:r>
            <a:r>
              <a:rPr lang="en-US" dirty="0"/>
              <a:t>)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Specifikacija pona</a:t>
            </a:r>
            <a:r>
              <a:rPr lang="sr-Latn-BA"/>
              <a:t>šanja operatora u </a:t>
            </a:r>
            <a:r>
              <a:rPr lang="sr-Latn-BA" dirty="0"/>
              <a:t>zavisnosti od tipa operanada</a:t>
            </a:r>
            <a:endParaRPr lang="en-US" dirty="0"/>
          </a:p>
          <a:p>
            <a:pPr lvl="1"/>
            <a:r>
              <a:rPr lang="sr-Latn-BA" dirty="0"/>
              <a:t>Za </a:t>
            </a:r>
            <a:r>
              <a:rPr lang="sr-Latn-BA"/>
              <a:t>preklapanje operatora se preklopi operatorska </a:t>
            </a:r>
            <a:r>
              <a:rPr lang="sr-Latn-BA" dirty="0"/>
              <a:t>funkcija</a:t>
            </a:r>
          </a:p>
          <a:p>
            <a:pPr lvl="1"/>
            <a:r>
              <a:rPr lang="en-US"/>
              <a:t>Asocijativnost </a:t>
            </a:r>
            <a:r>
              <a:rPr lang="en-US" dirty="0"/>
              <a:t>i prioritet operatora </a:t>
            </a:r>
            <a:r>
              <a:rPr lang="en-US"/>
              <a:t>ostaju isti</a:t>
            </a:r>
            <a:endParaRPr lang="sr-Latn-BA"/>
          </a:p>
          <a:p>
            <a:pPr lvl="1"/>
            <a:r>
              <a:rPr lang="sr-Latn-BA"/>
              <a:t>Konvencija: operatori koji </a:t>
            </a:r>
            <a:r>
              <a:rPr lang="en-US"/>
              <a:t>ina</a:t>
            </a:r>
            <a:r>
              <a:rPr lang="sr-Latn-BA"/>
              <a:t>če ne</a:t>
            </a:r>
            <a:r>
              <a:rPr lang="en-US"/>
              <a:t>maju bo</a:t>
            </a:r>
            <a:r>
              <a:rPr lang="sr-Latn-BA"/>
              <a:t>čne efekte ne treba ni da imaju bočne efekte</a:t>
            </a:r>
            <a:endParaRPr lang="en-US" dirty="0"/>
          </a:p>
          <a:p>
            <a:r>
              <a:rPr lang="en-US" dirty="0"/>
              <a:t>Operatorska funkcija kao</a:t>
            </a:r>
            <a:r>
              <a:rPr lang="sr-Latn-BA" dirty="0"/>
              <a:t> globalna</a:t>
            </a:r>
            <a:r>
              <a:rPr lang="en-US" dirty="0"/>
              <a:t> funkcija (mo</a:t>
            </a:r>
            <a:r>
              <a:rPr lang="sr-Latn-BA" dirty="0"/>
              <a:t>že biti </a:t>
            </a:r>
            <a:r>
              <a:rPr lang="sr-Latn-BA"/>
              <a:t>i prijateljska)</a:t>
            </a:r>
            <a:endParaRPr lang="sr-Latn-BA" dirty="0"/>
          </a:p>
          <a:p>
            <a:pPr lvl="1"/>
            <a:r>
              <a:rPr lang="sr-Latn-BA" dirty="0"/>
              <a:t>Parametri: </a:t>
            </a:r>
            <a:r>
              <a:rPr lang="en-US" dirty="0"/>
              <a:t>1) lijevi i desni operand (binarni operator); 2) operand (unarni operator)</a:t>
            </a:r>
          </a:p>
          <a:p>
            <a:pPr marL="457200" lvl="1" indent="0" algn="ctr">
              <a:buNone/>
            </a:pP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povratni tip&gt;</a:t>
            </a:r>
            <a:r>
              <a:rPr lang="en-US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o</a:t>
            </a:r>
            <a:r>
              <a:rPr lang="sr-Latn-BA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perator</a:t>
            </a:r>
            <a:r>
              <a:rPr lang="en-US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simbol&gt;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[prvi operand]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[drugi operand]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sr-Latn-BA" b="1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/>
              <a:t>Operatorska funkcija kao metoda</a:t>
            </a:r>
            <a:endParaRPr lang="sr-Latn-BA" dirty="0"/>
          </a:p>
          <a:p>
            <a:pPr lvl="1"/>
            <a:r>
              <a:rPr lang="sr-Latn-BA" dirty="0"/>
              <a:t>T</a:t>
            </a:r>
            <a:r>
              <a:rPr lang="en-US" dirty="0"/>
              <a:t>renutni objekat je: 1) lijevi</a:t>
            </a:r>
            <a:r>
              <a:rPr lang="sr-Latn-BA" dirty="0"/>
              <a:t> </a:t>
            </a:r>
            <a:r>
              <a:rPr lang="en-US" dirty="0"/>
              <a:t>operand</a:t>
            </a:r>
            <a:r>
              <a:rPr lang="sr-Latn-BA" dirty="0"/>
              <a:t> (binarni operator)</a:t>
            </a:r>
            <a:r>
              <a:rPr lang="en-US" dirty="0"/>
              <a:t>, 2) operand (unarni operator)</a:t>
            </a:r>
            <a:endParaRPr lang="sr-Latn-BA" dirty="0"/>
          </a:p>
          <a:p>
            <a:pPr lvl="1"/>
            <a:r>
              <a:rPr lang="sr-Latn-BA" dirty="0"/>
              <a:t>Parametar je desni operand (</a:t>
            </a:r>
            <a:r>
              <a:rPr lang="en-US" dirty="0"/>
              <a:t>kod </a:t>
            </a:r>
            <a:r>
              <a:rPr lang="sr-Latn-BA" dirty="0"/>
              <a:t>binar</a:t>
            </a:r>
            <a:r>
              <a:rPr lang="en-US" dirty="0"/>
              <a:t>nih</a:t>
            </a:r>
            <a:r>
              <a:rPr lang="sr-Latn-BA" dirty="0"/>
              <a:t> </a:t>
            </a:r>
            <a:r>
              <a:rPr lang="en-US" dirty="0"/>
              <a:t>operatora</a:t>
            </a:r>
            <a:r>
              <a:rPr lang="sr-Latn-BA" dirty="0"/>
              <a:t>)</a:t>
            </a:r>
            <a:endParaRPr lang="en-US" dirty="0"/>
          </a:p>
          <a:p>
            <a:pPr marL="457200" lvl="1" indent="0" algn="ctr">
              <a:buNone/>
            </a:pP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povratni tip&gt;</a:t>
            </a:r>
            <a:r>
              <a:rPr lang="en-US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o</a:t>
            </a:r>
            <a:r>
              <a:rPr lang="sr-Latn-BA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perator</a:t>
            </a:r>
            <a:r>
              <a:rPr lang="en-US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simbol&gt;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[drugi operand]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sr-Latn-BA" b="1" dirty="0">
              <a:solidFill>
                <a:srgbClr val="795E26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dirty="0"/>
              <a:t>Komutativnost operatora </a:t>
            </a:r>
            <a:r>
              <a:rPr lang="sr-Latn-BA"/>
              <a:t>– </a:t>
            </a:r>
            <a:r>
              <a:rPr lang="en-US"/>
              <a:t>po potrebi </a:t>
            </a:r>
            <a:r>
              <a:rPr lang="sr-Latn-BA"/>
              <a:t>se</a:t>
            </a:r>
            <a:r>
              <a:rPr lang="en-US"/>
              <a:t> koriste</a:t>
            </a:r>
            <a:r>
              <a:rPr lang="sr-Latn-BA"/>
              <a:t> </a:t>
            </a:r>
            <a:r>
              <a:rPr lang="sr-Latn-BA" dirty="0"/>
              <a:t>globalne operatorske funkcije</a:t>
            </a:r>
            <a:endParaRPr lang="en-US" dirty="0"/>
          </a:p>
          <a:p>
            <a:r>
              <a:rPr lang="en-US" dirty="0"/>
              <a:t>Ulan</a:t>
            </a:r>
            <a:r>
              <a:rPr lang="sr-Latn-BA" dirty="0"/>
              <a:t>č</a:t>
            </a:r>
            <a:r>
              <a:rPr lang="en-US" dirty="0"/>
              <a:t>a</a:t>
            </a:r>
            <a:r>
              <a:rPr lang="sr-Latn-BA" dirty="0"/>
              <a:t>no pozivanje – omogućiti da se rezultat koristi kao operand</a:t>
            </a:r>
          </a:p>
        </p:txBody>
      </p:sp>
    </p:spTree>
    <p:extLst>
      <p:ext uri="{BB962C8B-B14F-4D97-AF65-F5344CB8AC3E}">
        <p14:creationId xmlns:p14="http://schemas.microsoft.com/office/powerpoint/2010/main" val="200265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Tipovi </a:t>
            </a:r>
            <a:r>
              <a:rPr lang="sr-Latn-BA"/>
              <a:t>preklopivih operator</a:t>
            </a:r>
            <a:r>
              <a:rPr lang="en-US"/>
              <a:t>a</a:t>
            </a:r>
            <a:endParaRPr lang="sr-Latn-BA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B27D43-F469-A4AC-E30D-2C99293B5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825624"/>
            <a:ext cx="11841018" cy="5032376"/>
          </a:xfrm>
        </p:spPr>
        <p:txBody>
          <a:bodyPr numCol="2">
            <a:normAutofit fontScale="85000" lnSpcReduction="10000"/>
          </a:bodyPr>
          <a:lstStyle/>
          <a:p>
            <a:pPr marL="0" indent="0">
              <a:buNone/>
            </a:pPr>
            <a:r>
              <a:rPr lang="en-US"/>
              <a:t>Ra</a:t>
            </a:r>
            <a:r>
              <a:rPr lang="sr-Latn-BA"/>
              <a:t>đeno detaljno na predavanjima.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Aritmet</a:t>
            </a:r>
            <a:r>
              <a:rPr lang="sr-Latn-BA"/>
              <a:t>ički binarni operatori</a:t>
            </a:r>
            <a:r>
              <a:rPr lang="en-US"/>
              <a:t>: </a:t>
            </a:r>
            <a:r>
              <a:rPr lang="sr-Latn-BA" b="1">
                <a:latin typeface="Consolas" panose="020B0609020204030204" pitchFamily="49" charset="0"/>
              </a:rPr>
              <a:t>+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-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*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/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%</a:t>
            </a:r>
            <a:r>
              <a:rPr lang="sr-Latn-BA"/>
              <a:t> </a:t>
            </a:r>
            <a:endParaRPr lang="en-US"/>
          </a:p>
          <a:p>
            <a:r>
              <a:rPr lang="sr-Latn-BA"/>
              <a:t>Aritmetički unarni operatori</a:t>
            </a:r>
            <a:r>
              <a:rPr lang="en-US"/>
              <a:t>: </a:t>
            </a:r>
            <a:r>
              <a:rPr lang="sr-Latn-BA" b="1">
                <a:latin typeface="Consolas" panose="020B0609020204030204" pitchFamily="49" charset="0"/>
              </a:rPr>
              <a:t>+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-</a:t>
            </a:r>
            <a:endParaRPr lang="sr-Latn-BA"/>
          </a:p>
          <a:p>
            <a:r>
              <a:rPr lang="sr-Latn-BA"/>
              <a:t>Bitski logički </a:t>
            </a:r>
            <a:r>
              <a:rPr lang="en-US"/>
              <a:t>unarni </a:t>
            </a:r>
            <a:r>
              <a:rPr lang="sr-Latn-BA"/>
              <a:t>operator</a:t>
            </a:r>
            <a:r>
              <a:rPr lang="en-US"/>
              <a:t> </a:t>
            </a:r>
            <a:r>
              <a:rPr lang="sr-Latn-BA"/>
              <a:t>za </a:t>
            </a:r>
            <a:r>
              <a:rPr lang="en-US"/>
              <a:t>negacij</a:t>
            </a:r>
            <a:r>
              <a:rPr lang="sr-Latn-BA"/>
              <a:t>u: </a:t>
            </a:r>
            <a:r>
              <a:rPr lang="sr-Latn-BA" b="1">
                <a:latin typeface="Consolas" panose="020B0609020204030204" pitchFamily="49" charset="0"/>
              </a:rPr>
              <a:t>~</a:t>
            </a:r>
            <a:r>
              <a:rPr lang="sr-Latn-BA"/>
              <a:t> </a:t>
            </a:r>
            <a:endParaRPr lang="en-US"/>
          </a:p>
          <a:p>
            <a:r>
              <a:rPr lang="en-US"/>
              <a:t>Bitski logi</a:t>
            </a:r>
            <a:r>
              <a:rPr lang="sr-Latn-BA"/>
              <a:t>čki binarni operatori: </a:t>
            </a:r>
            <a:endParaRPr lang="en-US"/>
          </a:p>
          <a:p>
            <a:pPr marL="0" indent="0">
              <a:buNone/>
            </a:pPr>
            <a:r>
              <a:rPr lang="en-US" b="1">
                <a:latin typeface="Consolas" panose="020B0609020204030204" pitchFamily="49" charset="0"/>
              </a:rPr>
              <a:t>	</a:t>
            </a:r>
            <a:r>
              <a:rPr lang="sr-Latn-BA" b="1">
                <a:latin typeface="Consolas" panose="020B0609020204030204" pitchFamily="49" charset="0"/>
              </a:rPr>
              <a:t>&amp;</a:t>
            </a:r>
            <a:r>
              <a:rPr lang="sr-Latn-BA"/>
              <a:t> (AND), </a:t>
            </a:r>
            <a:r>
              <a:rPr lang="en-US" b="1">
                <a:latin typeface="Consolas" panose="020B0609020204030204" pitchFamily="49" charset="0"/>
              </a:rPr>
              <a:t>|</a:t>
            </a:r>
            <a:r>
              <a:rPr lang="en-US"/>
              <a:t> (OR), </a:t>
            </a:r>
            <a:r>
              <a:rPr lang="en-US" b="1">
                <a:latin typeface="Consolas" panose="020B0609020204030204" pitchFamily="49" charset="0"/>
              </a:rPr>
              <a:t>^</a:t>
            </a:r>
            <a:r>
              <a:rPr lang="en-US"/>
              <a:t> (XOR)</a:t>
            </a:r>
          </a:p>
          <a:p>
            <a:r>
              <a:rPr lang="en-US"/>
              <a:t>Bitski operatori </a:t>
            </a:r>
            <a:r>
              <a:rPr lang="sr-Latn-BA"/>
              <a:t>za šiftovanje: </a:t>
            </a:r>
            <a:r>
              <a:rPr lang="en-US" b="1">
                <a:latin typeface="Consolas" panose="020B0609020204030204" pitchFamily="49" charset="0"/>
              </a:rPr>
              <a:t>&lt;&lt;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&gt;&gt;</a:t>
            </a:r>
          </a:p>
          <a:p>
            <a:r>
              <a:rPr lang="en-US"/>
              <a:t>Logi</a:t>
            </a:r>
            <a:r>
              <a:rPr lang="sr-Latn-BA"/>
              <a:t>čki unarni operatori negaciju: </a:t>
            </a:r>
            <a:r>
              <a:rPr lang="sr-Latn-BA" b="1">
                <a:latin typeface="Consolas" panose="020B0609020204030204" pitchFamily="49" charset="0"/>
              </a:rPr>
              <a:t>!</a:t>
            </a:r>
            <a:endParaRPr lang="en-US" b="1">
              <a:latin typeface="Consolas" panose="020B0609020204030204" pitchFamily="49" charset="0"/>
            </a:endParaRPr>
          </a:p>
          <a:p>
            <a:r>
              <a:rPr lang="sr-Latn-BA"/>
              <a:t>L</a:t>
            </a:r>
            <a:r>
              <a:rPr lang="en-US"/>
              <a:t>ogi</a:t>
            </a:r>
            <a:r>
              <a:rPr lang="sr-Latn-BA"/>
              <a:t>čki binarni operatori:</a:t>
            </a:r>
            <a:r>
              <a:rPr lang="en-US"/>
              <a:t> </a:t>
            </a:r>
            <a:r>
              <a:rPr lang="en-US" b="1">
                <a:latin typeface="Consolas" panose="020B0609020204030204" pitchFamily="49" charset="0"/>
              </a:rPr>
              <a:t>&amp;&amp;</a:t>
            </a:r>
            <a:r>
              <a:rPr lang="sr-Latn-BA"/>
              <a:t> (AND)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||</a:t>
            </a:r>
            <a:r>
              <a:rPr lang="en-US"/>
              <a:t> (OR)</a:t>
            </a:r>
          </a:p>
          <a:p>
            <a:r>
              <a:rPr lang="en-US"/>
              <a:t>Operatori za pore</a:t>
            </a:r>
            <a:r>
              <a:rPr lang="sr-Latn-BA"/>
              <a:t>đenje: </a:t>
            </a:r>
            <a:r>
              <a:rPr lang="en-US" b="1">
                <a:latin typeface="Consolas" panose="020B0609020204030204" pitchFamily="49" charset="0"/>
              </a:rPr>
              <a:t>==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!=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&lt;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&gt;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&lt;=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&gt;=</a:t>
            </a:r>
            <a:endParaRPr lang="en-US"/>
          </a:p>
          <a:p>
            <a:r>
              <a:rPr lang="en-US" i="1"/>
              <a:t>Prefix</a:t>
            </a:r>
            <a:r>
              <a:rPr lang="en-US"/>
              <a:t> i </a:t>
            </a:r>
            <a:r>
              <a:rPr lang="en-US" i="1"/>
              <a:t>postfix </a:t>
            </a:r>
            <a:r>
              <a:rPr lang="en-US"/>
              <a:t>inkrement/dekrement: </a:t>
            </a:r>
            <a:r>
              <a:rPr lang="en-US" b="1">
                <a:latin typeface="Consolas" panose="020B0609020204030204" pitchFamily="49" charset="0"/>
              </a:rPr>
              <a:t>++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--</a:t>
            </a:r>
          </a:p>
          <a:p>
            <a:r>
              <a:rPr lang="en-US"/>
              <a:t>Operator dodjele</a:t>
            </a:r>
            <a:r>
              <a:rPr lang="sr-Latn-BA"/>
              <a:t>:</a:t>
            </a:r>
            <a:r>
              <a:rPr lang="en-US"/>
              <a:t> </a:t>
            </a:r>
            <a:r>
              <a:rPr lang="en-US" b="1">
                <a:latin typeface="Consolas" panose="020B0609020204030204" pitchFamily="49" charset="0"/>
              </a:rPr>
              <a:t>=</a:t>
            </a:r>
            <a:endParaRPr lang="en-US"/>
          </a:p>
          <a:p>
            <a:r>
              <a:rPr lang="en-US"/>
              <a:t>Slo</a:t>
            </a:r>
            <a:r>
              <a:rPr lang="sr-Latn-BA"/>
              <a:t>ženi o</a:t>
            </a:r>
            <a:r>
              <a:rPr lang="en-US"/>
              <a:t>perator</a:t>
            </a:r>
            <a:r>
              <a:rPr lang="sr-Latn-BA"/>
              <a:t>i </a:t>
            </a:r>
            <a:r>
              <a:rPr lang="en-US"/>
              <a:t>dodjele</a:t>
            </a:r>
            <a:r>
              <a:rPr lang="sr-Latn-BA"/>
              <a:t>: </a:t>
            </a:r>
            <a:r>
              <a:rPr lang="sr-Latn-BA" b="1">
                <a:latin typeface="Consolas" panose="020B0609020204030204" pitchFamily="49" charset="0"/>
              </a:rPr>
              <a:t>+</a:t>
            </a:r>
            <a:r>
              <a:rPr lang="en-US" b="1">
                <a:latin typeface="Consolas" panose="020B0609020204030204" pitchFamily="49" charset="0"/>
              </a:rPr>
              <a:t>=</a:t>
            </a:r>
            <a:r>
              <a:rPr lang="en-US"/>
              <a:t>, </a:t>
            </a:r>
            <a:r>
              <a:rPr lang="sr-Latn-BA" b="1">
                <a:latin typeface="Consolas" panose="020B0609020204030204" pitchFamily="49" charset="0"/>
              </a:rPr>
              <a:t>-</a:t>
            </a:r>
            <a:r>
              <a:rPr lang="en-US" b="1">
                <a:latin typeface="Consolas" panose="020B0609020204030204" pitchFamily="49" charset="0"/>
              </a:rPr>
              <a:t>=</a:t>
            </a:r>
            <a:r>
              <a:rPr lang="en-US"/>
              <a:t>, </a:t>
            </a:r>
            <a:r>
              <a:rPr lang="sr-Latn-BA" b="1">
                <a:latin typeface="Consolas" panose="020B0609020204030204" pitchFamily="49" charset="0"/>
              </a:rPr>
              <a:t>*</a:t>
            </a:r>
            <a:r>
              <a:rPr lang="en-US" b="1">
                <a:latin typeface="Consolas" panose="020B0609020204030204" pitchFamily="49" charset="0"/>
              </a:rPr>
              <a:t>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/=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%=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&amp;=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|=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^=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&lt;&lt;=</a:t>
            </a:r>
            <a:r>
              <a:rPr lang="en-US"/>
              <a:t>, </a:t>
            </a:r>
            <a:r>
              <a:rPr lang="en-US" b="1">
                <a:latin typeface="Consolas" panose="020B0609020204030204" pitchFamily="49" charset="0"/>
              </a:rPr>
              <a:t>&gt;&gt;=</a:t>
            </a:r>
          </a:p>
          <a:p>
            <a:r>
              <a:rPr lang="en-US"/>
              <a:t>Operator za poziv funkcije: </a:t>
            </a:r>
            <a:r>
              <a:rPr lang="en-US" b="1">
                <a:latin typeface="Consolas" panose="020B0609020204030204" pitchFamily="49" charset="0"/>
              </a:rPr>
              <a:t>()</a:t>
            </a:r>
          </a:p>
          <a:p>
            <a:r>
              <a:rPr lang="en-US"/>
              <a:t>Operator za indeksiranje: </a:t>
            </a:r>
            <a:r>
              <a:rPr lang="en-US" b="1">
                <a:latin typeface="Consolas" panose="020B0609020204030204" pitchFamily="49" charset="0"/>
              </a:rPr>
              <a:t>[]</a:t>
            </a:r>
          </a:p>
          <a:p>
            <a:r>
              <a:rPr lang="en-US"/>
              <a:t>Operator za dereferenciranje: </a:t>
            </a:r>
            <a:r>
              <a:rPr lang="en-US" b="1">
                <a:latin typeface="Consolas" panose="020B0609020204030204" pitchFamily="49" charset="0"/>
              </a:rPr>
              <a:t>*</a:t>
            </a:r>
          </a:p>
          <a:p>
            <a:r>
              <a:rPr lang="en-US"/>
              <a:t>Operator za </a:t>
            </a:r>
            <a:r>
              <a:rPr lang="sr-Latn-BA"/>
              <a:t>pristup članu objekta preko pokazivača na taj objekat: </a:t>
            </a:r>
            <a:r>
              <a:rPr lang="en-US" b="1">
                <a:latin typeface="Consolas" panose="020B0609020204030204" pitchFamily="49" charset="0"/>
              </a:rPr>
              <a:t>-&gt;</a:t>
            </a:r>
          </a:p>
          <a:p>
            <a:r>
              <a:rPr lang="en-US"/>
              <a:t>Operatori za konverziju</a:t>
            </a:r>
            <a:endParaRPr lang="en-US" b="1">
              <a:latin typeface="Consolas" panose="020B0609020204030204" pitchFamily="49" charset="0"/>
            </a:endParaRPr>
          </a:p>
          <a:p>
            <a:endParaRPr lang="en-US" b="1">
              <a:latin typeface="Consolas" panose="020B0609020204030204" pitchFamily="49" charset="0"/>
            </a:endParaRPr>
          </a:p>
          <a:p>
            <a:endParaRPr lang="en-US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95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Preklapanje operatora jednakosti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Operatori za pore</a:t>
            </a:r>
            <a:r>
              <a:rPr lang="sr-Latn-BA" dirty="0"/>
              <a:t>đenje </a:t>
            </a:r>
            <a:r>
              <a:rPr lang="sr-Latn-BA"/>
              <a:t>po jednakosti</a:t>
            </a:r>
          </a:p>
          <a:p>
            <a:r>
              <a:rPr lang="sr-Latn-BA"/>
              <a:t>Konvencija je preklopiti oba: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90C8F-E4BD-4FD0-8D6B-8188BD993274}"/>
              </a:ext>
            </a:extLst>
          </p:cNvPr>
          <p:cNvSpPr txBox="1"/>
          <p:nvPr/>
        </p:nvSpPr>
        <p:spPr>
          <a:xfrm>
            <a:off x="1386396" y="2945239"/>
            <a:ext cx="9419208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operator==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sr-Latn-BA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sr-Latn-BA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sz="2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Pore</a:t>
            </a:r>
            <a:r>
              <a:rPr lang="sr-Latn-BA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đenje po jednakosti 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... */</a:t>
            </a:r>
            <a:endParaRPr lang="en-US" sz="2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operator!=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sr-Latn-BA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sr-Latn-BA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sz="2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 </a:t>
            </a:r>
            <a:r>
              <a:rPr lang="en-US" sz="28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!(*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28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8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996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za indeksiranje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operator[]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/>
              <a:t>Argument može biti bilo kog tipa (onda se često naziva </a:t>
            </a:r>
            <a:r>
              <a:rPr lang="en-US"/>
              <a:t>“</a:t>
            </a:r>
            <a:r>
              <a:rPr lang="sr-Latn-BA"/>
              <a:t>ključ</a:t>
            </a:r>
            <a:r>
              <a:rPr lang="en-US"/>
              <a:t>”</a:t>
            </a:r>
            <a:r>
              <a:rPr lang="sr-Latn-BA"/>
              <a:t>)</a:t>
            </a:r>
            <a:endParaRPr lang="en-US"/>
          </a:p>
          <a:p>
            <a:pPr marL="0" indent="0" algn="ctr">
              <a:buNone/>
            </a:pP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operator[]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/>
          </a:p>
          <a:p>
            <a:r>
              <a:rPr lang="en-US"/>
              <a:t>P</a:t>
            </a:r>
            <a:r>
              <a:rPr lang="sr-Latn-BA"/>
              <a:t>reklapanje isključvo metodom</a:t>
            </a:r>
            <a:endParaRPr lang="sr-Latn-BA" dirty="0"/>
          </a:p>
          <a:p>
            <a:r>
              <a:rPr lang="sr-Latn-BA" dirty="0"/>
              <a:t>Da bi se mogla vršiti dodjela, mora biti vraćena referenca </a:t>
            </a:r>
            <a:r>
              <a:rPr lang="sr-Latn-BA"/>
              <a:t>na objekat:</a:t>
            </a:r>
            <a:endParaRPr lang="en-US" dirty="0"/>
          </a:p>
          <a:p>
            <a:pPr marL="0" indent="0" algn="ctr">
              <a:buNone/>
            </a:pP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operator[]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operator[]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/>
              <a:t>U konstantnom kontekstu</a:t>
            </a:r>
            <a:r>
              <a:rPr lang="sr-Latn-BA"/>
              <a:t>:</a:t>
            </a:r>
            <a:endParaRPr lang="en-US"/>
          </a:p>
          <a:p>
            <a:pPr marL="0" indent="0" algn="ctr">
              <a:buNone/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operator[]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operator[]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49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za poziv funkcije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operator()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  <a:endParaRPr lang="en-US" b="1" dirty="0"/>
          </a:p>
          <a:p>
            <a:r>
              <a:rPr lang="en-US" dirty="0"/>
              <a:t>Proizvoljan broj parametara proizvoljnih tipova</a:t>
            </a:r>
          </a:p>
          <a:p>
            <a:r>
              <a:rPr lang="sr-Latn-BA" dirty="0"/>
              <a:t>Preklapanje isključivo metodom</a:t>
            </a:r>
            <a:endParaRPr lang="en-US" dirty="0"/>
          </a:p>
          <a:p>
            <a:r>
              <a:rPr lang="sr-Latn-BA" dirty="0"/>
              <a:t>Objekat </a:t>
            </a:r>
            <a:r>
              <a:rPr lang="sr-Latn-BA"/>
              <a:t>kao funkcija</a:t>
            </a:r>
          </a:p>
          <a:p>
            <a:r>
              <a:rPr lang="sr-Latn-BA"/>
              <a:t>Korisno i za indeksiranje višedimenzionalnih nizova (npr. matrice)</a:t>
            </a:r>
            <a:r>
              <a:rPr lang="en-US"/>
              <a:t>:</a:t>
            </a:r>
          </a:p>
          <a:p>
            <a:pPr marL="0" indent="0" algn="ctr">
              <a:buNone/>
            </a:pP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operator()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b="1"/>
              <a:t>,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/>
          </a:p>
          <a:p>
            <a:pPr marL="0" indent="0" algn="ctr">
              <a:buNone/>
            </a:pP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operator()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b="1"/>
              <a:t>,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operator()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b="1"/>
              <a:t>,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j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sr-Latn-BA" dirty="0"/>
          </a:p>
        </p:txBody>
      </p:sp>
    </p:spTree>
    <p:extLst>
      <p:ext uri="{BB962C8B-B14F-4D97-AF65-F5344CB8AC3E}">
        <p14:creationId xmlns:p14="http://schemas.microsoft.com/office/powerpoint/2010/main" val="218011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Standardni tokovi i stringovi</a:t>
            </a:r>
            <a:endParaRPr lang="sr-Latn-BA" b="1" dirty="0"/>
          </a:p>
          <a:p>
            <a:pPr algn="l"/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8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</a:t>
            </a:r>
            <a:r>
              <a:rPr lang="sr-Latn-BA" dirty="0"/>
              <a:t>i za rad </a:t>
            </a:r>
            <a:r>
              <a:rPr lang="sr-Latn-BA"/>
              <a:t>sa tokovima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/>
              <a:t>Operator</a:t>
            </a:r>
            <a:r>
              <a:rPr lang="en-US"/>
              <a:t> umetanja</a:t>
            </a:r>
            <a:r>
              <a:rPr lang="sr-Latn-BA"/>
              <a:t> (</a:t>
            </a:r>
            <a:r>
              <a:rPr lang="en-US" b="1">
                <a:latin typeface="Consolas" panose="020B0609020204030204" pitchFamily="49" charset="0"/>
              </a:rPr>
              <a:t>&lt;&lt;</a:t>
            </a:r>
            <a:r>
              <a:rPr lang="en-US"/>
              <a:t>) –</a:t>
            </a:r>
            <a:r>
              <a:rPr lang="sr-Latn-BA"/>
              <a:t> </a:t>
            </a:r>
            <a:r>
              <a:rPr lang="en-US"/>
              <a:t>ispis (umetanje) </a:t>
            </a:r>
            <a:r>
              <a:rPr lang="sr-Latn-BA"/>
              <a:t>objekata </a:t>
            </a:r>
            <a:r>
              <a:rPr lang="sr-Latn-BA" dirty="0"/>
              <a:t>na tok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sz="2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sz="2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sz="2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/>
              <a:t>Operator ekstrakcije </a:t>
            </a:r>
            <a:r>
              <a:rPr lang="sr-Latn-BA" dirty="0"/>
              <a:t>(</a:t>
            </a:r>
            <a:r>
              <a:rPr lang="en-US" b="1" dirty="0">
                <a:latin typeface="Consolas" panose="020B0609020204030204" pitchFamily="49" charset="0"/>
              </a:rPr>
              <a:t>&gt;&gt;</a:t>
            </a:r>
            <a:r>
              <a:rPr lang="en-US" dirty="0"/>
              <a:t>) </a:t>
            </a:r>
            <a:r>
              <a:rPr lang="en-US"/>
              <a:t>–</a:t>
            </a:r>
            <a:r>
              <a:rPr lang="sr-Latn-BA"/>
              <a:t> čitanje</a:t>
            </a:r>
            <a:r>
              <a:rPr lang="en-US"/>
              <a:t> (ekstrakcija)</a:t>
            </a:r>
            <a:r>
              <a:rPr lang="sr-Latn-BA"/>
              <a:t> </a:t>
            </a:r>
            <a:r>
              <a:rPr lang="sr-Latn-BA" dirty="0"/>
              <a:t>sadržaja sa toka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sr-Latn-BA" sz="2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operator&gt;&gt;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sr-Latn-BA" sz="2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2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sz="2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sr-Latn-BA" sz="2600" b="1" dirty="0"/>
          </a:p>
          <a:p>
            <a:r>
              <a:rPr lang="en-US" dirty="0"/>
              <a:t>Ulan</a:t>
            </a:r>
            <a:r>
              <a:rPr lang="sr-Latn-BA" dirty="0"/>
              <a:t>č</a:t>
            </a:r>
            <a:r>
              <a:rPr lang="en-US" dirty="0"/>
              <a:t>a</a:t>
            </a:r>
            <a:r>
              <a:rPr lang="sr-Latn-BA" dirty="0"/>
              <a:t>no pozivanje – omogućiti da se rezultat koristi kao operand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D12F01-A52B-463F-A1B2-2100A8A311BB}"/>
              </a:ext>
            </a:extLst>
          </p:cNvPr>
          <p:cNvSpPr txBox="1"/>
          <p:nvPr/>
        </p:nvSpPr>
        <p:spPr>
          <a:xfrm>
            <a:off x="425652" y="4554163"/>
            <a:ext cx="7280614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operator&lt;&lt;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writeTo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1F471-C43C-4938-8D6D-733AC41D154B}"/>
              </a:ext>
            </a:extLst>
          </p:cNvPr>
          <p:cNvSpPr txBox="1"/>
          <p:nvPr/>
        </p:nvSpPr>
        <p:spPr>
          <a:xfrm>
            <a:off x="4869373" y="5184545"/>
            <a:ext cx="646997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operator&gt;&gt;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istream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readFrom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0702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Standardni ulazno-izlazni tokovi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799"/>
            <a:ext cx="10515600" cy="2835565"/>
          </a:xfrm>
        </p:spPr>
        <p:txBody>
          <a:bodyPr>
            <a:normAutofit fontScale="85000" lnSpcReduction="10000"/>
          </a:bodyPr>
          <a:lstStyle/>
          <a:p>
            <a:r>
              <a:rPr lang="sr-Latn-BA" dirty="0"/>
              <a:t>Biblioteka </a:t>
            </a:r>
            <a:r>
              <a:rPr lang="en-US" b="1" dirty="0">
                <a:latin typeface="Consolas" panose="020B0609020204030204" pitchFamily="49" charset="0"/>
              </a:rPr>
              <a:t>iostream</a:t>
            </a:r>
            <a:r>
              <a:rPr lang="sr-Latn-BA" dirty="0"/>
              <a:t> (</a:t>
            </a:r>
            <a:r>
              <a:rPr lang="sr-Latn-BA" i="1" dirty="0"/>
              <a:t>input/output streams) </a:t>
            </a:r>
            <a:r>
              <a:rPr lang="sr-Latn-BA" dirty="0"/>
              <a:t>sadrži dva relevantna globalna objekta za rad sa standardnim izlazom i ulazom</a:t>
            </a:r>
          </a:p>
          <a:p>
            <a:r>
              <a:rPr lang="sr-Latn-BA" b="1" dirty="0"/>
              <a:t>std::cout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sr-Latn-BA" i="1" dirty="0"/>
              <a:t>console output</a:t>
            </a:r>
            <a:r>
              <a:rPr lang="en-US" dirty="0"/>
              <a:t>, o</a:t>
            </a:r>
            <a:r>
              <a:rPr lang="sr-Latn-BA" dirty="0"/>
              <a:t>bjekat klase </a:t>
            </a:r>
            <a:r>
              <a:rPr lang="sr-Latn-BA" b="1" dirty="0">
                <a:latin typeface="Consolas" panose="020B0609020204030204" pitchFamily="49" charset="0"/>
              </a:rPr>
              <a:t>std::ostream</a:t>
            </a:r>
            <a:r>
              <a:rPr lang="sr-Latn-BA" dirty="0"/>
              <a:t>, namijenjen za ispis na standardni izlaz</a:t>
            </a:r>
            <a:r>
              <a:rPr lang="en-US" dirty="0"/>
              <a:t> kori</a:t>
            </a:r>
            <a:r>
              <a:rPr lang="sr-Latn-BA"/>
              <a:t>štenjem preklopljenog operatora 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endParaRPr lang="sr-Latn-BA" b="1" dirty="0"/>
          </a:p>
          <a:p>
            <a:r>
              <a:rPr lang="sr-Latn-BA" b="1" dirty="0"/>
              <a:t>std::cin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sr-Latn-BA" i="1" dirty="0"/>
              <a:t>console input</a:t>
            </a:r>
            <a:r>
              <a:rPr lang="sr-Latn-BA" dirty="0"/>
              <a:t>, objekat klase </a:t>
            </a:r>
            <a:r>
              <a:rPr lang="sr-Latn-BA" b="1" dirty="0">
                <a:latin typeface="Consolas" panose="020B0609020204030204" pitchFamily="49" charset="0"/>
              </a:rPr>
              <a:t>std::istream</a:t>
            </a:r>
            <a:r>
              <a:rPr lang="sr-Latn-BA" dirty="0"/>
              <a:t> , namijenjen za </a:t>
            </a:r>
            <a:r>
              <a:rPr lang="en-US" dirty="0"/>
              <a:t>unos sa standardnog ulaza </a:t>
            </a:r>
            <a:r>
              <a:rPr lang="en-US"/>
              <a:t>kori</a:t>
            </a:r>
            <a:r>
              <a:rPr lang="sr-Latn-BA"/>
              <a:t>štenjem preklopljenog operatora </a:t>
            </a:r>
            <a:r>
              <a:rPr lang="en-US" b="1">
                <a:latin typeface="Consolas" panose="020B0609020204030204" pitchFamily="49" charset="0"/>
              </a:rPr>
              <a:t>&gt;&gt;</a:t>
            </a:r>
            <a:endParaRPr lang="sr-Latn-BA" b="1">
              <a:latin typeface="Consolas" panose="020B0609020204030204" pitchFamily="49" charset="0"/>
            </a:endParaRPr>
          </a:p>
          <a:p>
            <a:r>
              <a:rPr lang="sr-Latn-BA"/>
              <a:t>Ti</a:t>
            </a:r>
            <a:r>
              <a:rPr lang="en-US"/>
              <a:t> operatori vra</a:t>
            </a:r>
            <a:r>
              <a:rPr lang="sr-Latn-BA"/>
              <a:t>ćaju referencu na tok</a:t>
            </a:r>
            <a:r>
              <a:rPr lang="en-US"/>
              <a:t>, </a:t>
            </a:r>
            <a:r>
              <a:rPr lang="sr-Latn-BA"/>
              <a:t>čime je omogućeno ulančano pozivanje</a:t>
            </a:r>
            <a:endParaRPr lang="sr-Latn-BA" dirty="0"/>
          </a:p>
          <a:p>
            <a:pPr marL="0" indent="0">
              <a:buNone/>
            </a:pPr>
            <a:endParaRPr lang="sr-Latn-BA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882FB7-0C2C-F611-09DB-4D2F1BEF2736}"/>
              </a:ext>
            </a:extLst>
          </p:cNvPr>
          <p:cNvGrpSpPr/>
          <p:nvPr/>
        </p:nvGrpSpPr>
        <p:grpSpPr>
          <a:xfrm>
            <a:off x="1686702" y="4442690"/>
            <a:ext cx="8630824" cy="2323652"/>
            <a:chOff x="2806890" y="3800062"/>
            <a:chExt cx="8630824" cy="31393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75713C-2A31-A544-42C1-EB13CFC10CAD}"/>
                </a:ext>
              </a:extLst>
            </p:cNvPr>
            <p:cNvSpPr txBox="1"/>
            <p:nvPr/>
          </p:nvSpPr>
          <p:spPr>
            <a:xfrm>
              <a:off x="2806890" y="3800062"/>
              <a:ext cx="6390448" cy="31393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r>
                <a:rPr lang="en-US" b="1">
                  <a:solidFill>
                    <a:srgbClr val="AF00DB"/>
                  </a:solidFill>
                  <a:effectLst/>
                  <a:latin typeface="Consolas" panose="020B0609020204030204" pitchFamily="49" charset="0"/>
                </a:rPr>
                <a:t>#include</a:t>
              </a:r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&lt;iostream&gt;</a:t>
              </a:r>
              <a:endPara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main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()</a:t>
              </a:r>
              <a:r>
                <a:rPr lang="sr-Latn-BA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b="1">
                  <a:solidFill>
                    <a:srgbClr val="0000FF"/>
                  </a:solidFill>
                  <a:effectLst/>
                  <a:latin typeface="Consolas" panose="020B0609020204030204" pitchFamily="49" charset="0"/>
                </a:rPr>
                <a:t>int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</a:t>
              </a:r>
              <a:r>
                <a:rPr lang="en-US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 std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 &lt;&lt; </a:t>
              </a:r>
              <a:r>
                <a:rPr lang="en-US" b="1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b="1" noProof="1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Zdravo</a:t>
              </a:r>
              <a:r>
                <a:rPr lang="en-US" b="1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 svijete!"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 &lt;&lt; </a:t>
              </a:r>
              <a:r>
                <a:rPr lang="en-US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std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endl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  <a:r>
                <a:rPr lang="en-US" b="1">
                  <a:solidFill>
                    <a:srgbClr val="008000"/>
                  </a:solidFill>
                  <a:effectLst/>
                  <a:latin typeface="Consolas" panose="020B0609020204030204" pitchFamily="49" charset="0"/>
                </a:rPr>
                <a:t> 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</a:t>
              </a:r>
              <a:r>
                <a:rPr lang="en-US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 std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 &lt;&lt; </a:t>
              </a:r>
              <a:r>
                <a:rPr lang="en-US" b="1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"Unesite broj: "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 </a:t>
              </a:r>
              <a:r>
                <a:rPr lang="en-US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std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cin </a:t>
              </a:r>
              <a:r>
                <a:rPr lang="en-US" b="1">
                  <a:solidFill>
                    <a:srgbClr val="795E26"/>
                  </a:solidFill>
                  <a:latin typeface="Consolas" panose="020B0609020204030204" pitchFamily="49" charset="0"/>
                </a:rPr>
                <a:t>&gt;&gt; 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  </a:t>
              </a:r>
              <a:r>
                <a:rPr lang="en-US" b="1">
                  <a:solidFill>
                    <a:srgbClr val="267F99"/>
                  </a:solidFill>
                  <a:effectLst/>
                  <a:latin typeface="Consolas" panose="020B0609020204030204" pitchFamily="49" charset="0"/>
                </a:rPr>
                <a:t> std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cout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 &lt;&lt; </a:t>
              </a:r>
              <a:r>
                <a:rPr lang="en-US" b="1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"2 * "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 &lt;&lt; 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 &lt;&lt; </a:t>
              </a:r>
              <a:r>
                <a:rPr lang="en-US" b="1">
                  <a:solidFill>
                    <a:srgbClr val="A31515"/>
                  </a:solidFill>
                  <a:effectLst/>
                  <a:latin typeface="Consolas" panose="020B0609020204030204" pitchFamily="49" charset="0"/>
                </a:rPr>
                <a:t>" je "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 &lt;&lt; </a:t>
              </a:r>
              <a:r>
                <a:rPr lang="en-US" b="1">
                  <a:solidFill>
                    <a:srgbClr val="098658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 * </a:t>
              </a:r>
              <a:r>
                <a:rPr lang="en-US" b="1">
                  <a:solidFill>
                    <a:srgbClr val="795E26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1">
                  <a:solidFill>
                    <a:srgbClr val="001080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;</a:t>
              </a:r>
              <a:endPara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67AE2-9CF7-8BD3-5339-4B695A36B5F1}"/>
                </a:ext>
              </a:extLst>
            </p:cNvPr>
            <p:cNvSpPr txBox="1"/>
            <p:nvPr/>
          </p:nvSpPr>
          <p:spPr>
            <a:xfrm>
              <a:off x="9197338" y="3800062"/>
              <a:ext cx="2240376" cy="31393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noAutofit/>
            </a:bodyPr>
            <a:lstStyle/>
            <a:p>
              <a:r>
                <a:rPr lang="sr-Latn-BA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Zdravo svijete!</a:t>
              </a:r>
            </a:p>
            <a:p>
              <a:r>
                <a:rPr lang="sr-Latn-BA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Unesite broj: 7</a:t>
              </a:r>
            </a:p>
            <a:p>
              <a:r>
                <a:rPr lang="sr-Latn-BA" b="1">
                  <a:solidFill>
                    <a:srgbClr val="000000"/>
                  </a:solidFill>
                  <a:effectLst/>
                  <a:latin typeface="Consolas" panose="020B0609020204030204" pitchFamily="49" charset="0"/>
                </a:rPr>
                <a:t>2 * 7 je 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966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Standardni ulazn</a:t>
            </a:r>
            <a:r>
              <a:rPr lang="en-US"/>
              <a:t>i tok</a:t>
            </a:r>
            <a:r>
              <a:rPr lang="sr-Latn-BA"/>
              <a:t> i čitanje linija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>
            <a:normAutofit/>
          </a:bodyPr>
          <a:lstStyle/>
          <a:p>
            <a:r>
              <a:rPr lang="sr-Latn-BA"/>
              <a:t>Pri čitanju stringova, operator </a:t>
            </a:r>
            <a:r>
              <a:rPr lang="en-US" b="1">
                <a:latin typeface="Consolas" panose="020B0609020204030204" pitchFamily="49" charset="0"/>
              </a:rPr>
              <a:t>&gt;&gt;</a:t>
            </a:r>
            <a:r>
              <a:rPr lang="sr-Latn-BA"/>
              <a:t> za</a:t>
            </a:r>
            <a:r>
              <a:rPr lang="en-US"/>
              <a:t> </a:t>
            </a:r>
            <a:r>
              <a:rPr lang="sr-Latn-BA" b="1">
                <a:latin typeface="Consolas" panose="020B0609020204030204" pitchFamily="49" charset="0"/>
              </a:rPr>
              <a:t>std::istream</a:t>
            </a:r>
            <a:r>
              <a:rPr lang="sr-Latn-BA"/>
              <a:t> čita </a:t>
            </a:r>
            <a:r>
              <a:rPr lang="sr-Latn-BA" dirty="0"/>
              <a:t>do prvog praznog (</a:t>
            </a:r>
            <a:r>
              <a:rPr lang="sr-Latn-BA" i="1" dirty="0"/>
              <a:t>whitespace</a:t>
            </a:r>
            <a:r>
              <a:rPr lang="sr-Latn-BA" dirty="0"/>
              <a:t>) znaka</a:t>
            </a:r>
          </a:p>
          <a:p>
            <a:r>
              <a:rPr lang="sr-Latn-BA" dirty="0"/>
              <a:t>Za čitanje čitave linije koristiti </a:t>
            </a:r>
            <a:r>
              <a:rPr lang="sr-Latn-BA" b="1" dirty="0">
                <a:latin typeface="Consolas" panose="020B0609020204030204" pitchFamily="49" charset="0"/>
              </a:rPr>
              <a:t>std::getline</a:t>
            </a:r>
            <a:r>
              <a:rPr lang="sr-Latn-BA" dirty="0"/>
              <a:t> funkciju</a:t>
            </a:r>
            <a:endParaRPr lang="en-US" b="1" dirty="0">
              <a:latin typeface="Consolas" panose="020B0609020204030204" pitchFamily="49" charset="0"/>
            </a:endParaRPr>
          </a:p>
          <a:p>
            <a:endParaRPr lang="sr-Latn-BA" b="1" dirty="0"/>
          </a:p>
          <a:p>
            <a:endParaRPr lang="sr-Latn-BA" dirty="0"/>
          </a:p>
          <a:p>
            <a:pPr marL="0" indent="0">
              <a:buNone/>
            </a:pPr>
            <a:endParaRPr lang="sr-Latn-B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C857F-0068-4988-8996-BDA05CF5DD44}"/>
              </a:ext>
            </a:extLst>
          </p:cNvPr>
          <p:cNvSpPr txBox="1"/>
          <p:nvPr/>
        </p:nvSpPr>
        <p:spPr>
          <a:xfrm>
            <a:off x="1292908" y="3360540"/>
            <a:ext cx="4803092" cy="2640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 a string: 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 entered: 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766FBF-8C66-4546-95E2-55267222F3E8}"/>
              </a:ext>
            </a:extLst>
          </p:cNvPr>
          <p:cNvSpPr txBox="1"/>
          <p:nvPr/>
        </p:nvSpPr>
        <p:spPr>
          <a:xfrm>
            <a:off x="1892547" y="5684828"/>
            <a:ext cx="3582297" cy="63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Enter a string: Hello world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 entered: Hello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0348CA-4F1F-43A3-92E8-56ACA2BA8135}"/>
              </a:ext>
            </a:extLst>
          </p:cNvPr>
          <p:cNvSpPr txBox="1"/>
          <p:nvPr/>
        </p:nvSpPr>
        <p:spPr>
          <a:xfrm>
            <a:off x="6096000" y="3360540"/>
            <a:ext cx="4803092" cy="2640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 a string:"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 entered: 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9C161-B141-47DF-AFC9-387596B077A3}"/>
              </a:ext>
            </a:extLst>
          </p:cNvPr>
          <p:cNvSpPr txBox="1"/>
          <p:nvPr/>
        </p:nvSpPr>
        <p:spPr>
          <a:xfrm>
            <a:off x="6695639" y="5684828"/>
            <a:ext cx="3582297" cy="63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Enter a string: Hello world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 entered: Hello world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6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CDA-5B55-4BC5-B51E-D6F6BB28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Rad sa stringovima u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D417-08BB-45D1-833A-8FF3714BB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sr-Latn-BA" b="1">
                <a:latin typeface="Consolas" panose="020B0609020204030204" pitchFamily="49" charset="0"/>
              </a:rPr>
              <a:t>std</a:t>
            </a:r>
            <a:r>
              <a:rPr lang="en-US" b="1">
                <a:latin typeface="Consolas" panose="020B0609020204030204" pitchFamily="49" charset="0"/>
              </a:rPr>
              <a:t>::string</a:t>
            </a:r>
            <a:r>
              <a:rPr lang="en-US" b="1"/>
              <a:t> </a:t>
            </a:r>
            <a:r>
              <a:rPr lang="en-US"/>
              <a:t>klasa iz biblioteke </a:t>
            </a:r>
            <a:r>
              <a:rPr lang="en-US" b="1">
                <a:latin typeface="Consolas" panose="020B0609020204030204" pitchFamily="49" charset="0"/>
              </a:rPr>
              <a:t>&lt;string&gt;</a:t>
            </a:r>
            <a:endParaRPr lang="sr-Latn-BA" b="1">
              <a:latin typeface="Consolas" panose="020B0609020204030204" pitchFamily="49" charset="0"/>
            </a:endParaRPr>
          </a:p>
          <a:p>
            <a:r>
              <a:rPr lang="sr-Latn-BA"/>
              <a:t>Preferirani način za rad sa stringovima</a:t>
            </a:r>
          </a:p>
          <a:p>
            <a:r>
              <a:rPr lang="sr-Latn-BA"/>
              <a:t>Posjeduje metode za</a:t>
            </a:r>
            <a:r>
              <a:rPr lang="en-US"/>
              <a:t>:</a:t>
            </a:r>
            <a:r>
              <a:rPr lang="sr-Latn-BA"/>
              <a:t> dobijanje veličine stringa (</a:t>
            </a:r>
            <a:r>
              <a:rPr lang="sr-Latn-BA" b="1">
                <a:latin typeface="Consolas" panose="020B0609020204030204" pitchFamily="49" charset="0"/>
              </a:rPr>
              <a:t>size</a:t>
            </a:r>
            <a:r>
              <a:rPr lang="sr-Latn-BA"/>
              <a:t>)</a:t>
            </a:r>
            <a:r>
              <a:rPr lang="en-US"/>
              <a:t>; </a:t>
            </a:r>
            <a:r>
              <a:rPr lang="sr-Latn-BA"/>
              <a:t>dodavanje stringa na kraj stringa (</a:t>
            </a:r>
            <a:r>
              <a:rPr lang="sr-Latn-BA" b="1">
                <a:latin typeface="Consolas" panose="020B0609020204030204" pitchFamily="49" charset="0"/>
              </a:rPr>
              <a:t>append</a:t>
            </a:r>
            <a:r>
              <a:rPr lang="sr-Latn-BA"/>
              <a:t>)</a:t>
            </a:r>
            <a:r>
              <a:rPr lang="en-US"/>
              <a:t>; dobijanje, umetanje</a:t>
            </a:r>
            <a:r>
              <a:rPr lang="sr-Latn-BA"/>
              <a:t>, zamjen</a:t>
            </a:r>
            <a:r>
              <a:rPr lang="en-US"/>
              <a:t>u</a:t>
            </a:r>
            <a:r>
              <a:rPr lang="sr-Latn-BA"/>
              <a:t> i uklanjanje podstringa počevši od proizvoljne pozicije (</a:t>
            </a:r>
            <a:r>
              <a:rPr lang="sr-Latn-BA" b="1">
                <a:latin typeface="Consolas" panose="020B0609020204030204" pitchFamily="49" charset="0"/>
              </a:rPr>
              <a:t>substr</a:t>
            </a:r>
            <a:r>
              <a:rPr lang="en-US"/>
              <a:t>, </a:t>
            </a:r>
            <a:r>
              <a:rPr lang="sr-Latn-BA" b="1">
                <a:latin typeface="Consolas" panose="020B0609020204030204" pitchFamily="49" charset="0"/>
              </a:rPr>
              <a:t>insert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replace</a:t>
            </a:r>
            <a:r>
              <a:rPr lang="sr-Latn-BA"/>
              <a:t>, </a:t>
            </a:r>
            <a:r>
              <a:rPr lang="sr-Latn-BA" b="1">
                <a:latin typeface="Consolas" panose="020B0609020204030204" pitchFamily="49" charset="0"/>
              </a:rPr>
              <a:t>erase</a:t>
            </a:r>
            <a:r>
              <a:rPr lang="sr-Latn-BA"/>
              <a:t>)</a:t>
            </a:r>
            <a:r>
              <a:rPr lang="en-US"/>
              <a:t>; </a:t>
            </a:r>
            <a:r>
              <a:rPr lang="sr-Latn-BA"/>
              <a:t>pronalaženje podstringa (</a:t>
            </a:r>
            <a:r>
              <a:rPr lang="sr-Latn-BA" b="1">
                <a:latin typeface="Consolas" panose="020B0609020204030204" pitchFamily="49" charset="0"/>
              </a:rPr>
              <a:t>find</a:t>
            </a:r>
            <a:r>
              <a:rPr lang="sr-Latn-BA"/>
              <a:t>)</a:t>
            </a:r>
            <a:endParaRPr lang="en-US"/>
          </a:p>
          <a:p>
            <a:r>
              <a:rPr lang="en-US"/>
              <a:t>Posjeduje operatore za: indeksiranje (</a:t>
            </a:r>
            <a:r>
              <a:rPr lang="en-US" b="1">
                <a:latin typeface="Consolas" panose="020B0609020204030204" pitchFamily="49" charset="0"/>
              </a:rPr>
              <a:t>[]</a:t>
            </a:r>
            <a:r>
              <a:rPr lang="en-US"/>
              <a:t>), konkatenaciju bez bo</a:t>
            </a:r>
            <a:r>
              <a:rPr lang="sr-Latn-BA"/>
              <a:t>čnih efekata</a:t>
            </a:r>
            <a:r>
              <a:rPr lang="en-US"/>
              <a:t> (</a:t>
            </a:r>
            <a:r>
              <a:rPr lang="en-US" b="1">
                <a:latin typeface="Consolas" panose="020B0609020204030204" pitchFamily="49" charset="0"/>
              </a:rPr>
              <a:t>+</a:t>
            </a:r>
            <a:r>
              <a:rPr lang="en-US"/>
              <a:t>)</a:t>
            </a:r>
            <a:r>
              <a:rPr lang="sr-Latn-BA"/>
              <a:t>, </a:t>
            </a:r>
            <a:r>
              <a:rPr lang="en-US"/>
              <a:t>konkatenaciju sa bo</a:t>
            </a:r>
            <a:r>
              <a:rPr lang="sr-Latn-BA"/>
              <a:t>čnim efektima</a:t>
            </a:r>
            <a:r>
              <a:rPr lang="en-US"/>
              <a:t> (</a:t>
            </a:r>
            <a:r>
              <a:rPr lang="sr-Latn-BA" b="1">
                <a:latin typeface="Consolas" panose="020B0609020204030204" pitchFamily="49" charset="0"/>
              </a:rPr>
              <a:t>+</a:t>
            </a:r>
            <a:r>
              <a:rPr lang="en-US" b="1">
                <a:latin typeface="Consolas" panose="020B0609020204030204" pitchFamily="49" charset="0"/>
              </a:rPr>
              <a:t>=</a:t>
            </a:r>
            <a:r>
              <a:rPr lang="en-US"/>
              <a:t>), ekstrakciju sa ulaznog toka (</a:t>
            </a:r>
            <a:r>
              <a:rPr lang="en-US" b="1">
                <a:latin typeface="Consolas" panose="020B0609020204030204" pitchFamily="49" charset="0"/>
              </a:rPr>
              <a:t>&gt;&gt;</a:t>
            </a:r>
            <a:r>
              <a:rPr lang="en-US"/>
              <a:t>) i umetanje na izlazni tok (</a:t>
            </a:r>
            <a:r>
              <a:rPr lang="en-US" b="1">
                <a:latin typeface="Consolas" panose="020B0609020204030204" pitchFamily="49" charset="0"/>
              </a:rPr>
              <a:t>&lt;&lt;</a:t>
            </a:r>
            <a:r>
              <a:rPr lang="en-US"/>
              <a:t>)</a:t>
            </a:r>
          </a:p>
          <a:p>
            <a:r>
              <a:rPr lang="en-US">
                <a:hlinkClick r:id="rId3"/>
              </a:rPr>
              <a:t>https://cplusplus.com/reference/string/string/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6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Bezimene funkcije</a:t>
            </a:r>
            <a:endParaRPr lang="sr-Latn-BA" b="1" dirty="0"/>
          </a:p>
          <a:p>
            <a:pPr algn="l"/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Lambda izraz za bezimene funkcije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>
            <a:normAutofit/>
          </a:bodyPr>
          <a:lstStyle/>
          <a:p>
            <a:r>
              <a:rPr lang="sr-Latn-BA" dirty="0"/>
              <a:t>Lambda </a:t>
            </a:r>
            <a:r>
              <a:rPr lang="sr-Latn-BA"/>
              <a:t>izraz – način </a:t>
            </a:r>
            <a:r>
              <a:rPr lang="sr-Latn-BA" dirty="0"/>
              <a:t>za </a:t>
            </a:r>
            <a:r>
              <a:rPr lang="sr-Latn-BA"/>
              <a:t>definisanje bezimene funkcije u C++</a:t>
            </a:r>
            <a:endParaRPr lang="sr-Latn-BA" dirty="0"/>
          </a:p>
          <a:p>
            <a:r>
              <a:rPr lang="en-US"/>
              <a:t>Bezimena funkcija </a:t>
            </a:r>
            <a:r>
              <a:rPr lang="sr-Latn-BA"/>
              <a:t>se može specificirati na mjestu gdje se očekuje pokazivač na funkciju</a:t>
            </a:r>
            <a:endParaRPr lang="en-US" dirty="0"/>
          </a:p>
          <a:p>
            <a:endParaRPr lang="en-US" dirty="0"/>
          </a:p>
          <a:p>
            <a:endParaRPr lang="sr-Latn-BA" sz="2000" dirty="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CE6BC-A91A-4ADF-B7E7-5132371F9C0B}"/>
              </a:ext>
            </a:extLst>
          </p:cNvPr>
          <p:cNvSpPr txBox="1"/>
          <p:nvPr/>
        </p:nvSpPr>
        <p:spPr>
          <a:xfrm>
            <a:off x="1597891" y="3420884"/>
            <a:ext cx="899621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sr-Latn-BA">
                <a:solidFill>
                  <a:srgbClr val="000000"/>
                </a:solidFill>
                <a:latin typeface="Cascadia Mono" panose="020B0609020000020004" pitchFamily="49" charset="0"/>
              </a:rPr>
              <a:t>-&gt;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povratni tip bezimene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funkcije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*/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/* lista parametara */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) 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/* tijelo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bezimene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funkcije */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1ED43-9E57-A299-D320-2EC90A106453}"/>
              </a:ext>
            </a:extLst>
          </p:cNvPr>
          <p:cNvSpPr txBox="1"/>
          <p:nvPr/>
        </p:nvSpPr>
        <p:spPr>
          <a:xfrm>
            <a:off x="1597891" y="4869719"/>
            <a:ext cx="899621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[] -&gt; 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g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1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2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N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/* tijelo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bezimene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funkcije */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41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7921-F240-4E8A-9EF6-0600CF4B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Lambda izraz – tijelo lambde i lista parametara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2CC67-B303-46A6-BA7C-2DC2C1CDA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09322"/>
          </a:xfrm>
        </p:spPr>
        <p:txBody>
          <a:bodyPr/>
          <a:lstStyle/>
          <a:p>
            <a:r>
              <a:rPr lang="sr-Latn-BA"/>
              <a:t>Lista </a:t>
            </a:r>
            <a:r>
              <a:rPr lang="sr-Latn-BA" dirty="0"/>
              <a:t>parametara treba da se poklapa sa listom </a:t>
            </a:r>
            <a:r>
              <a:rPr lang="sr-Latn-BA"/>
              <a:t>parametara koju očekuje pokazivač na funkciju</a:t>
            </a:r>
            <a:endParaRPr lang="sr-Latn-BA" b="1" dirty="0">
              <a:latin typeface="Consolas" panose="020B0609020204030204" pitchFamily="49" charset="0"/>
            </a:endParaRPr>
          </a:p>
          <a:p>
            <a:r>
              <a:rPr lang="sr-Latn-BA" dirty="0"/>
              <a:t>Povratni tip lambde mora da </a:t>
            </a:r>
            <a:r>
              <a:rPr lang="sr-Latn-BA"/>
              <a:t>odgovara onom povratnom tipu kojeg očekuje pokazivač na funkciju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8B6C2-BA42-4FAE-64FA-BE7501AFC0CA}"/>
              </a:ext>
            </a:extLst>
          </p:cNvPr>
          <p:cNvSpPr txBox="1"/>
          <p:nvPr/>
        </p:nvSpPr>
        <p:spPr>
          <a:xfrm>
            <a:off x="646545" y="3658924"/>
            <a:ext cx="1089891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/* Funkcija f kao argument prihvata pokazivač na funkciju povratnog tipa R</a:t>
            </a:r>
            <a:r>
              <a:rPr lang="en-US" b="1" baseline="-25000">
                <a:solidFill>
                  <a:srgbClr val="008000"/>
                </a:solidFill>
                <a:latin typeface="Consolas" panose="020B0609020204030204" pitchFamily="49" charset="0"/>
              </a:rPr>
              <a:t>g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čiji su tipova parametara, respektivno, P</a:t>
            </a:r>
            <a:r>
              <a:rPr lang="sr-Latn-BA" b="1" baseline="-2500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, P</a:t>
            </a:r>
            <a:r>
              <a:rPr lang="en-US" b="1" baseline="-2500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  <a:r>
              <a:rPr lang="fr-FR" b="1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800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. */</a:t>
            </a:r>
            <a:endParaRPr lang="en-US" b="1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sr-Latn-BA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g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(*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g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chemeClr val="tx1"/>
                </a:solidFill>
                <a:latin typeface="Consolas" panose="020B0609020204030204" pitchFamily="49" charset="0"/>
              </a:rPr>
              <a:t> …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  <a:r>
              <a:rPr lang="en-US" b="1"/>
              <a:t> ;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/* ... */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/* Funkcija f se poziva i šalje joj se, pomoću lambda izraza, bezimena funkcija sa očekivanim prototipom */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[] -&gt; 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g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1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2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N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   /* tijelo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bezimene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funkcije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sr-Latn-BA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sr-Latn-BA" b="1"/>
              <a:t>)</a:t>
            </a:r>
            <a:r>
              <a:rPr lang="en-US" b="1"/>
              <a:t>;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77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</a:t>
            </a:r>
            <a:r>
              <a:rPr lang="en-US"/>
              <a:t>operacij</a:t>
            </a:r>
            <a:r>
              <a:rPr lang="sr-Latn-BA"/>
              <a:t>om</a:t>
            </a:r>
            <a:r>
              <a:rPr lang="en-US"/>
              <a:t> </a:t>
            </a:r>
            <a:r>
              <a:rPr lang="sr-Latn-BA" i="1"/>
              <a:t>forEach</a:t>
            </a:r>
            <a:endParaRPr lang="sr-Latn-BA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700" y="1699230"/>
            <a:ext cx="494953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forEach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int*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(*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5089236" y="1699230"/>
            <a:ext cx="6924964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forEach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7168F-C995-46A6-AB86-DA06D6F7A688}"/>
              </a:ext>
            </a:extLst>
          </p:cNvPr>
          <p:cNvSpPr txBox="1"/>
          <p:nvPr/>
        </p:nvSpPr>
        <p:spPr>
          <a:xfrm>
            <a:off x="8983519" y="2797973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1, 2, 3, 4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13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</a:t>
            </a:r>
            <a:r>
              <a:rPr lang="en-US"/>
              <a:t>operacij</a:t>
            </a:r>
            <a:r>
              <a:rPr lang="sr-Latn-BA"/>
              <a:t>om</a:t>
            </a:r>
            <a:r>
              <a:rPr lang="en-US"/>
              <a:t> transformacije kolekcije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699" y="1699230"/>
            <a:ext cx="526357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...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]));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5403273" y="1699230"/>
            <a:ext cx="661092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u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dodajemo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: </a:t>
            </a:r>
            <a:endParaRPr lang="en-US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1, 2,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3,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4</a:t>
            </a:r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aTransformed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transform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// ... aTransformed sada sadrži</a:t>
            </a:r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64B7B-0B07-7C90-F953-6C9C049973CA}"/>
              </a:ext>
            </a:extLst>
          </p:cNvPr>
          <p:cNvSpPr txBox="1"/>
          <p:nvPr/>
        </p:nvSpPr>
        <p:spPr>
          <a:xfrm>
            <a:off x="9923317" y="4718985"/>
            <a:ext cx="2388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2, 4, 6, 8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45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filtriranjem elemenata kolekcije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699" y="1699230"/>
            <a:ext cx="526357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...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5403273" y="1699230"/>
            <a:ext cx="661092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u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dodajemo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: </a:t>
            </a:r>
            <a:endParaRPr lang="en-US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// 0, -1,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1, 2,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-2, 2, -3, -3,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4,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aFiltered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filter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});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// ... aFiltered sada sadrži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: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64B7B-0B07-7C90-F953-6C9C049973CA}"/>
              </a:ext>
            </a:extLst>
          </p:cNvPr>
          <p:cNvSpPr txBox="1"/>
          <p:nvPr/>
        </p:nvSpPr>
        <p:spPr>
          <a:xfrm>
            <a:off x="9322953" y="4174039"/>
            <a:ext cx="2388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1, 2,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2,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4,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5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711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</a:t>
            </a:r>
            <a:r>
              <a:rPr lang="en-US"/>
              <a:t>rimjer</a:t>
            </a:r>
            <a:r>
              <a:rPr lang="sr-Latn-BA"/>
              <a:t> sa</a:t>
            </a:r>
            <a:r>
              <a:rPr lang="en-US"/>
              <a:t> operacij</a:t>
            </a:r>
            <a:r>
              <a:rPr lang="sr-Latn-BA"/>
              <a:t>om </a:t>
            </a:r>
            <a:r>
              <a:rPr lang="en-US"/>
              <a:t>agregacije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700" y="1699230"/>
            <a:ext cx="4949536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aggregate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int*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(*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pt-BR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5089236" y="1699230"/>
            <a:ext cx="6924964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Sabiranje (redukcija na zbir)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aggregate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Mno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ženje (redukcija na proizvod)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aggregate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7168F-C995-46A6-AB86-DA06D6F7A688}"/>
              </a:ext>
            </a:extLst>
          </p:cNvPr>
          <p:cNvSpPr txBox="1"/>
          <p:nvPr/>
        </p:nvSpPr>
        <p:spPr>
          <a:xfrm>
            <a:off x="8851900" y="3632322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(((1+2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)+3)+4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= 10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27FAD1-DC78-4037-B91C-310DC6365B77}"/>
              </a:ext>
            </a:extLst>
          </p:cNvPr>
          <p:cNvSpPr txBox="1"/>
          <p:nvPr/>
        </p:nvSpPr>
        <p:spPr>
          <a:xfrm>
            <a:off x="8851900" y="5565293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(((1*2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)*3)*4 = 24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126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1987</Words>
  <Application>Microsoft Office PowerPoint</Application>
  <PresentationFormat>Widescreen</PresentationFormat>
  <Paragraphs>281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Cascadia Mono</vt:lpstr>
      <vt:lpstr>Consolas</vt:lpstr>
      <vt:lpstr>Office Theme</vt:lpstr>
      <vt:lpstr>Programski jezici 1</vt:lpstr>
      <vt:lpstr>Preklapanje operatora (operator overloading)</vt:lpstr>
      <vt:lpstr>Tipovi preklopivih operatora</vt:lpstr>
      <vt:lpstr>Preklapanje operatora jednakosti</vt:lpstr>
      <vt:lpstr>Operator za indeksiranje</vt:lpstr>
      <vt:lpstr>Operator za poziv funkcije</vt:lpstr>
      <vt:lpstr>Programski jezici 1</vt:lpstr>
      <vt:lpstr>Operatori za rad sa tokovima</vt:lpstr>
      <vt:lpstr>Standardni ulazno-izlazni tokovi</vt:lpstr>
      <vt:lpstr>Standardni ulazni tok i čitanje linija</vt:lpstr>
      <vt:lpstr>Rad sa stringovima u C++</vt:lpstr>
      <vt:lpstr>Programski jezici 1</vt:lpstr>
      <vt:lpstr>Lambda izraz za bezimene funkcije</vt:lpstr>
      <vt:lpstr>Lambda izraz – tijelo lambde i lista parametara</vt:lpstr>
      <vt:lpstr>Primjer sa operacijom forEach</vt:lpstr>
      <vt:lpstr>Primjer sa operacijom transformacije kolekcije</vt:lpstr>
      <vt:lpstr>Primjer sa filtriranjem elemenata kolekcije</vt:lpstr>
      <vt:lpstr>Primjer sa operacijom agregacije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5</cp:revision>
  <dcterms:created xsi:type="dcterms:W3CDTF">2021-09-29T13:55:43Z</dcterms:created>
  <dcterms:modified xsi:type="dcterms:W3CDTF">2024-11-13T14:42:25Z</dcterms:modified>
</cp:coreProperties>
</file>