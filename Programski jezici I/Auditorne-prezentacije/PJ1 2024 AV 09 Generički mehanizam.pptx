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334" r:id="rId2"/>
    <p:sldId id="342" r:id="rId3"/>
    <p:sldId id="339" r:id="rId4"/>
    <p:sldId id="353" r:id="rId5"/>
    <p:sldId id="376" r:id="rId6"/>
    <p:sldId id="346" r:id="rId7"/>
    <p:sldId id="337" r:id="rId8"/>
    <p:sldId id="374" r:id="rId9"/>
    <p:sldId id="375" r:id="rId10"/>
    <p:sldId id="340" r:id="rId11"/>
    <p:sldId id="377" r:id="rId12"/>
    <p:sldId id="360" r:id="rId13"/>
    <p:sldId id="378" r:id="rId14"/>
    <p:sldId id="379" r:id="rId15"/>
    <p:sldId id="38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Generički mehanizam" id="{D57E6939-19FC-4C9D-9D79-1DF6DFA69FA8}">
          <p14:sldIdLst>
            <p14:sldId id="334"/>
            <p14:sldId id="342"/>
            <p14:sldId id="339"/>
            <p14:sldId id="353"/>
            <p14:sldId id="376"/>
            <p14:sldId id="346"/>
            <p14:sldId id="337"/>
            <p14:sldId id="374"/>
            <p14:sldId id="375"/>
            <p14:sldId id="340"/>
            <p14:sldId id="377"/>
            <p14:sldId id="360"/>
            <p14:sldId id="378"/>
            <p14:sldId id="379"/>
            <p14:sldId id="38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2B91AF"/>
    <a:srgbClr val="795E26"/>
    <a:srgbClr val="098658"/>
    <a:srgbClr val="267F99"/>
    <a:srgbClr val="0000FF"/>
    <a:srgbClr val="001080"/>
    <a:srgbClr val="6C8C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C0BFCD-F87C-4B18-9CA2-23E1F524CEE4}" v="606" dt="2024-12-19T12:09:18.0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81" autoAdjust="0"/>
    <p:restoredTop sz="79553" autoAdjust="0"/>
  </p:normalViewPr>
  <p:slideViewPr>
    <p:cSldViewPr snapToGrid="0">
      <p:cViewPr varScale="1">
        <p:scale>
          <a:sx n="88" d="100"/>
          <a:sy n="88" d="100"/>
        </p:scale>
        <p:origin x="1488" y="6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fan Novaković" userId="48d5634ac72bd80c" providerId="LiveId" clId="{56C0BFCD-F87C-4B18-9CA2-23E1F524CEE4}"/>
    <pc:docChg chg="undo custSel addSld delSld modSld sldOrd modSection">
      <pc:chgData name="Stefan Novaković" userId="48d5634ac72bd80c" providerId="LiveId" clId="{56C0BFCD-F87C-4B18-9CA2-23E1F524CEE4}" dt="2024-12-19T12:09:18.080" v="1656" actId="123"/>
      <pc:docMkLst>
        <pc:docMk/>
      </pc:docMkLst>
      <pc:sldChg chg="modAnim">
        <pc:chgData name="Stefan Novaković" userId="48d5634ac72bd80c" providerId="LiveId" clId="{56C0BFCD-F87C-4B18-9CA2-23E1F524CEE4}" dt="2024-12-19T11:33:37.190" v="667"/>
        <pc:sldMkLst>
          <pc:docMk/>
          <pc:sldMk cId="1910483375" sldId="334"/>
        </pc:sldMkLst>
      </pc:sldChg>
      <pc:sldChg chg="modSp mod ord modAnim">
        <pc:chgData name="Stefan Novaković" userId="48d5634ac72bd80c" providerId="LiveId" clId="{56C0BFCD-F87C-4B18-9CA2-23E1F524CEE4}" dt="2024-12-19T12:09:06.136" v="1652" actId="123"/>
        <pc:sldMkLst>
          <pc:docMk/>
          <pc:sldMk cId="1692652521" sldId="337"/>
        </pc:sldMkLst>
        <pc:spChg chg="mod">
          <ac:chgData name="Stefan Novaković" userId="48d5634ac72bd80c" providerId="LiveId" clId="{56C0BFCD-F87C-4B18-9CA2-23E1F524CEE4}" dt="2024-12-19T11:33:28.888" v="666" actId="20577"/>
          <ac:spMkLst>
            <pc:docMk/>
            <pc:sldMk cId="1692652521" sldId="337"/>
            <ac:spMk id="2" creationId="{9EB8D070-64B4-4EB6-B509-99C50562792B}"/>
          </ac:spMkLst>
        </pc:spChg>
        <pc:spChg chg="mod">
          <ac:chgData name="Stefan Novaković" userId="48d5634ac72bd80c" providerId="LiveId" clId="{56C0BFCD-F87C-4B18-9CA2-23E1F524CEE4}" dt="2024-12-19T12:09:06.136" v="1652" actId="123"/>
          <ac:spMkLst>
            <pc:docMk/>
            <pc:sldMk cId="1692652521" sldId="337"/>
            <ac:spMk id="3" creationId="{BB4F05CA-6635-4A7F-84A2-CA8B84A9B4BF}"/>
          </ac:spMkLst>
        </pc:spChg>
        <pc:spChg chg="mod">
          <ac:chgData name="Stefan Novaković" userId="48d5634ac72bd80c" providerId="LiveId" clId="{56C0BFCD-F87C-4B18-9CA2-23E1F524CEE4}" dt="2024-12-19T11:33:16.490" v="589" actId="1076"/>
          <ac:spMkLst>
            <pc:docMk/>
            <pc:sldMk cId="1692652521" sldId="337"/>
            <ac:spMk id="6" creationId="{67B4CD70-8332-40FA-BDFC-83416D40DDBE}"/>
          </ac:spMkLst>
        </pc:spChg>
      </pc:sldChg>
      <pc:sldChg chg="modSp">
        <pc:chgData name="Stefan Novaković" userId="48d5634ac72bd80c" providerId="LiveId" clId="{56C0BFCD-F87C-4B18-9CA2-23E1F524CEE4}" dt="2024-12-19T12:09:15.251" v="1655" actId="123"/>
        <pc:sldMkLst>
          <pc:docMk/>
          <pc:sldMk cId="76536206" sldId="339"/>
        </pc:sldMkLst>
        <pc:spChg chg="mod">
          <ac:chgData name="Stefan Novaković" userId="48d5634ac72bd80c" providerId="LiveId" clId="{56C0BFCD-F87C-4B18-9CA2-23E1F524CEE4}" dt="2024-12-19T12:09:15.251" v="1655" actId="123"/>
          <ac:spMkLst>
            <pc:docMk/>
            <pc:sldMk cId="76536206" sldId="339"/>
            <ac:spMk id="3" creationId="{58532FFC-C03E-4F2D-AA22-92A611468510}"/>
          </ac:spMkLst>
        </pc:spChg>
      </pc:sldChg>
      <pc:sldChg chg="modSp modAnim">
        <pc:chgData name="Stefan Novaković" userId="48d5634ac72bd80c" providerId="LiveId" clId="{56C0BFCD-F87C-4B18-9CA2-23E1F524CEE4}" dt="2024-12-19T12:09:01.065" v="1649" actId="123"/>
        <pc:sldMkLst>
          <pc:docMk/>
          <pc:sldMk cId="207171154" sldId="340"/>
        </pc:sldMkLst>
        <pc:spChg chg="mod">
          <ac:chgData name="Stefan Novaković" userId="48d5634ac72bd80c" providerId="LiveId" clId="{56C0BFCD-F87C-4B18-9CA2-23E1F524CEE4}" dt="2024-12-19T12:09:01.065" v="1649" actId="123"/>
          <ac:spMkLst>
            <pc:docMk/>
            <pc:sldMk cId="207171154" sldId="340"/>
            <ac:spMk id="3" creationId="{9D6652EE-BACF-4D8D-A0CE-94F5E0F944DC}"/>
          </ac:spMkLst>
        </pc:spChg>
        <pc:spChg chg="mod">
          <ac:chgData name="Stefan Novaković" userId="48d5634ac72bd80c" providerId="LiveId" clId="{56C0BFCD-F87C-4B18-9CA2-23E1F524CEE4}" dt="2024-12-19T11:32:24.663" v="577" actId="113"/>
          <ac:spMkLst>
            <pc:docMk/>
            <pc:sldMk cId="207171154" sldId="340"/>
            <ac:spMk id="4" creationId="{FBAB9BD0-ECFF-4AFE-96BA-9EFEAEB18115}"/>
          </ac:spMkLst>
        </pc:spChg>
      </pc:sldChg>
      <pc:sldChg chg="modSp mod modShow">
        <pc:chgData name="Stefan Novaković" userId="48d5634ac72bd80c" providerId="LiveId" clId="{56C0BFCD-F87C-4B18-9CA2-23E1F524CEE4}" dt="2024-12-19T12:09:18.080" v="1656" actId="123"/>
        <pc:sldMkLst>
          <pc:docMk/>
          <pc:sldMk cId="718189446" sldId="342"/>
        </pc:sldMkLst>
        <pc:spChg chg="mod">
          <ac:chgData name="Stefan Novaković" userId="48d5634ac72bd80c" providerId="LiveId" clId="{56C0BFCD-F87C-4B18-9CA2-23E1F524CEE4}" dt="2024-12-19T12:09:18.080" v="1656" actId="123"/>
          <ac:spMkLst>
            <pc:docMk/>
            <pc:sldMk cId="718189446" sldId="342"/>
            <ac:spMk id="3" creationId="{C1022891-33F3-49B6-AB5F-DABC363682DC}"/>
          </ac:spMkLst>
        </pc:spChg>
      </pc:sldChg>
      <pc:sldChg chg="modSp modAnim">
        <pc:chgData name="Stefan Novaković" userId="48d5634ac72bd80c" providerId="LiveId" clId="{56C0BFCD-F87C-4B18-9CA2-23E1F524CEE4}" dt="2024-12-19T12:09:08.118" v="1653" actId="123"/>
        <pc:sldMkLst>
          <pc:docMk/>
          <pc:sldMk cId="1708136103" sldId="346"/>
        </pc:sldMkLst>
        <pc:spChg chg="mod">
          <ac:chgData name="Stefan Novaković" userId="48d5634ac72bd80c" providerId="LiveId" clId="{56C0BFCD-F87C-4B18-9CA2-23E1F524CEE4}" dt="2024-12-19T12:09:08.118" v="1653" actId="123"/>
          <ac:spMkLst>
            <pc:docMk/>
            <pc:sldMk cId="1708136103" sldId="346"/>
            <ac:spMk id="3" creationId="{E5E8B676-BB0F-432E-8A2F-82176634B82F}"/>
          </ac:spMkLst>
        </pc:spChg>
        <pc:spChg chg="mod">
          <ac:chgData name="Stefan Novaković" userId="48d5634ac72bd80c" providerId="LiveId" clId="{56C0BFCD-F87C-4B18-9CA2-23E1F524CEE4}" dt="2024-12-19T11:31:46.727" v="572" actId="2710"/>
          <ac:spMkLst>
            <pc:docMk/>
            <pc:sldMk cId="1708136103" sldId="346"/>
            <ac:spMk id="4" creationId="{353894BB-9FC5-4EBD-9C07-AC1D3B2F9A09}"/>
          </ac:spMkLst>
        </pc:spChg>
      </pc:sldChg>
      <pc:sldChg chg="modSp">
        <pc:chgData name="Stefan Novaković" userId="48d5634ac72bd80c" providerId="LiveId" clId="{56C0BFCD-F87C-4B18-9CA2-23E1F524CEE4}" dt="2024-12-19T12:09:11.964" v="1654" actId="123"/>
        <pc:sldMkLst>
          <pc:docMk/>
          <pc:sldMk cId="3486123327" sldId="353"/>
        </pc:sldMkLst>
        <pc:spChg chg="mod">
          <ac:chgData name="Stefan Novaković" userId="48d5634ac72bd80c" providerId="LiveId" clId="{56C0BFCD-F87C-4B18-9CA2-23E1F524CEE4}" dt="2024-12-19T12:09:11.964" v="1654" actId="123"/>
          <ac:spMkLst>
            <pc:docMk/>
            <pc:sldMk cId="3486123327" sldId="353"/>
            <ac:spMk id="3" creationId="{2165AA0A-CBA2-4A05-ACD5-5D70A272D040}"/>
          </ac:spMkLst>
        </pc:spChg>
      </pc:sldChg>
      <pc:sldChg chg="modSp mod modAnim">
        <pc:chgData name="Stefan Novaković" userId="48d5634ac72bd80c" providerId="LiveId" clId="{56C0BFCD-F87C-4B18-9CA2-23E1F524CEE4}" dt="2024-12-19T12:08:57.660" v="1648" actId="123"/>
        <pc:sldMkLst>
          <pc:docMk/>
          <pc:sldMk cId="1762922664" sldId="360"/>
        </pc:sldMkLst>
        <pc:spChg chg="mod">
          <ac:chgData name="Stefan Novaković" userId="48d5634ac72bd80c" providerId="LiveId" clId="{56C0BFCD-F87C-4B18-9CA2-23E1F524CEE4}" dt="2024-12-19T12:08:57.660" v="1648" actId="123"/>
          <ac:spMkLst>
            <pc:docMk/>
            <pc:sldMk cId="1762922664" sldId="360"/>
            <ac:spMk id="3" creationId="{9D6652EE-BACF-4D8D-A0CE-94F5E0F944DC}"/>
          </ac:spMkLst>
        </pc:spChg>
      </pc:sldChg>
      <pc:sldChg chg="modSp del mod ord modAnim">
        <pc:chgData name="Stefan Novaković" userId="48d5634ac72bd80c" providerId="LiveId" clId="{56C0BFCD-F87C-4B18-9CA2-23E1F524CEE4}" dt="2024-12-19T11:25:47.756" v="445" actId="47"/>
        <pc:sldMkLst>
          <pc:docMk/>
          <pc:sldMk cId="1788512531" sldId="361"/>
        </pc:sldMkLst>
        <pc:spChg chg="mod">
          <ac:chgData name="Stefan Novaković" userId="48d5634ac72bd80c" providerId="LiveId" clId="{56C0BFCD-F87C-4B18-9CA2-23E1F524CEE4}" dt="2024-12-19T11:11:34.758" v="257" actId="20577"/>
          <ac:spMkLst>
            <pc:docMk/>
            <pc:sldMk cId="1788512531" sldId="361"/>
            <ac:spMk id="4" creationId="{40659B5E-1B83-46F5-8526-6A5A0D4B8AB8}"/>
          </ac:spMkLst>
        </pc:spChg>
        <pc:spChg chg="mod">
          <ac:chgData name="Stefan Novaković" userId="48d5634ac72bd80c" providerId="LiveId" clId="{56C0BFCD-F87C-4B18-9CA2-23E1F524CEE4}" dt="2024-12-19T10:05:58.890" v="11" actId="20577"/>
          <ac:spMkLst>
            <pc:docMk/>
            <pc:sldMk cId="1788512531" sldId="361"/>
            <ac:spMk id="8" creationId="{43D0D796-796C-4782-8BEF-5600B78C8BB3}"/>
          </ac:spMkLst>
        </pc:spChg>
        <pc:spChg chg="mod">
          <ac:chgData name="Stefan Novaković" userId="48d5634ac72bd80c" providerId="LiveId" clId="{56C0BFCD-F87C-4B18-9CA2-23E1F524CEE4}" dt="2024-12-19T10:05:57.844" v="10" actId="20577"/>
          <ac:spMkLst>
            <pc:docMk/>
            <pc:sldMk cId="1788512531" sldId="361"/>
            <ac:spMk id="9" creationId="{F39C7007-53ED-48E1-A18B-1CF617B3565E}"/>
          </ac:spMkLst>
        </pc:spChg>
      </pc:sldChg>
      <pc:sldChg chg="modSp mod ord modAnim">
        <pc:chgData name="Stefan Novaković" userId="48d5634ac72bd80c" providerId="LiveId" clId="{56C0BFCD-F87C-4B18-9CA2-23E1F524CEE4}" dt="2024-12-19T11:43:13.180" v="792" actId="20577"/>
        <pc:sldMkLst>
          <pc:docMk/>
          <pc:sldMk cId="1592183993" sldId="374"/>
        </pc:sldMkLst>
        <pc:spChg chg="mod">
          <ac:chgData name="Stefan Novaković" userId="48d5634ac72bd80c" providerId="LiveId" clId="{56C0BFCD-F87C-4B18-9CA2-23E1F524CEE4}" dt="2024-12-19T11:43:13.180" v="792" actId="20577"/>
          <ac:spMkLst>
            <pc:docMk/>
            <pc:sldMk cId="1592183993" sldId="374"/>
            <ac:spMk id="4" creationId="{67E0FF08-5654-4F17-BAC5-54E97A18343C}"/>
          </ac:spMkLst>
        </pc:spChg>
        <pc:spChg chg="mod">
          <ac:chgData name="Stefan Novaković" userId="48d5634ac72bd80c" providerId="LiveId" clId="{56C0BFCD-F87C-4B18-9CA2-23E1F524CEE4}" dt="2024-12-19T11:30:24.535" v="562" actId="20577"/>
          <ac:spMkLst>
            <pc:docMk/>
            <pc:sldMk cId="1592183993" sldId="374"/>
            <ac:spMk id="5" creationId="{99B1E395-9DC5-45FC-8B10-7E647BDCBC60}"/>
          </ac:spMkLst>
        </pc:spChg>
      </pc:sldChg>
      <pc:sldChg chg="delSp modSp mod ord delAnim modAnim">
        <pc:chgData name="Stefan Novaković" userId="48d5634ac72bd80c" providerId="LiveId" clId="{56C0BFCD-F87C-4B18-9CA2-23E1F524CEE4}" dt="2024-12-19T12:09:03.390" v="1651" actId="123"/>
        <pc:sldMkLst>
          <pc:docMk/>
          <pc:sldMk cId="2295399619" sldId="375"/>
        </pc:sldMkLst>
        <pc:spChg chg="mod">
          <ac:chgData name="Stefan Novaković" userId="48d5634ac72bd80c" providerId="LiveId" clId="{56C0BFCD-F87C-4B18-9CA2-23E1F524CEE4}" dt="2024-12-19T11:53:27.440" v="1015" actId="20577"/>
          <ac:spMkLst>
            <pc:docMk/>
            <pc:sldMk cId="2295399619" sldId="375"/>
            <ac:spMk id="2" creationId="{35BE935E-204E-4627-AD9B-281B1BA42261}"/>
          </ac:spMkLst>
        </pc:spChg>
        <pc:spChg chg="mod">
          <ac:chgData name="Stefan Novaković" userId="48d5634ac72bd80c" providerId="LiveId" clId="{56C0BFCD-F87C-4B18-9CA2-23E1F524CEE4}" dt="2024-12-19T12:09:03.390" v="1651" actId="123"/>
          <ac:spMkLst>
            <pc:docMk/>
            <pc:sldMk cId="2295399619" sldId="375"/>
            <ac:spMk id="3" creationId="{15D28903-A5D9-4561-92E5-83503607EE8A}"/>
          </ac:spMkLst>
        </pc:spChg>
        <pc:spChg chg="mod">
          <ac:chgData name="Stefan Novaković" userId="48d5634ac72bd80c" providerId="LiveId" clId="{56C0BFCD-F87C-4B18-9CA2-23E1F524CEE4}" dt="2024-12-19T11:48:24.271" v="834" actId="20577"/>
          <ac:spMkLst>
            <pc:docMk/>
            <pc:sldMk cId="2295399619" sldId="375"/>
            <ac:spMk id="5" creationId="{2E161368-3B84-4202-931F-8DAB311AAC2A}"/>
          </ac:spMkLst>
        </pc:spChg>
        <pc:spChg chg="del mod">
          <ac:chgData name="Stefan Novaković" userId="48d5634ac72bd80c" providerId="LiveId" clId="{56C0BFCD-F87C-4B18-9CA2-23E1F524CEE4}" dt="2024-12-19T11:52:11.950" v="987" actId="478"/>
          <ac:spMkLst>
            <pc:docMk/>
            <pc:sldMk cId="2295399619" sldId="375"/>
            <ac:spMk id="6" creationId="{671201EC-5154-490C-95BF-7EDEFB472996}"/>
          </ac:spMkLst>
        </pc:spChg>
      </pc:sldChg>
      <pc:sldChg chg="ord modAnim">
        <pc:chgData name="Stefan Novaković" userId="48d5634ac72bd80c" providerId="LiveId" clId="{56C0BFCD-F87C-4B18-9CA2-23E1F524CEE4}" dt="2024-12-19T11:35:40.017" v="690"/>
        <pc:sldMkLst>
          <pc:docMk/>
          <pc:sldMk cId="350773355" sldId="376"/>
        </pc:sldMkLst>
      </pc:sldChg>
      <pc:sldChg chg="addSp delSp modSp mod ord modClrScheme modAnim chgLayout">
        <pc:chgData name="Stefan Novaković" userId="48d5634ac72bd80c" providerId="LiveId" clId="{56C0BFCD-F87C-4B18-9CA2-23E1F524CEE4}" dt="2024-12-19T11:41:06.651" v="758"/>
        <pc:sldMkLst>
          <pc:docMk/>
          <pc:sldMk cId="4163358653" sldId="377"/>
        </pc:sldMkLst>
        <pc:spChg chg="del">
          <ac:chgData name="Stefan Novaković" userId="48d5634ac72bd80c" providerId="LiveId" clId="{56C0BFCD-F87C-4B18-9CA2-23E1F524CEE4}" dt="2024-12-19T11:25:50.662" v="446" actId="478"/>
          <ac:spMkLst>
            <pc:docMk/>
            <pc:sldMk cId="4163358653" sldId="377"/>
            <ac:spMk id="2" creationId="{AE5EEC32-2EB7-414C-F53F-8DA7394711D0}"/>
          </ac:spMkLst>
        </pc:spChg>
        <pc:spChg chg="mod ord">
          <ac:chgData name="Stefan Novaković" userId="48d5634ac72bd80c" providerId="LiveId" clId="{56C0BFCD-F87C-4B18-9CA2-23E1F524CEE4}" dt="2024-12-19T11:40:01.844" v="749" actId="20577"/>
          <ac:spMkLst>
            <pc:docMk/>
            <pc:sldMk cId="4163358653" sldId="377"/>
            <ac:spMk id="3" creationId="{2BEEC031-4975-E156-0182-CFFB76774D13}"/>
          </ac:spMkLst>
        </pc:spChg>
        <pc:spChg chg="mod">
          <ac:chgData name="Stefan Novaković" userId="48d5634ac72bd80c" providerId="LiveId" clId="{56C0BFCD-F87C-4B18-9CA2-23E1F524CEE4}" dt="2024-12-19T11:28:52.536" v="534" actId="1076"/>
          <ac:spMkLst>
            <pc:docMk/>
            <pc:sldMk cId="4163358653" sldId="377"/>
            <ac:spMk id="4" creationId="{0A70AF50-3FC3-9925-84C1-3D7754887F6A}"/>
          </ac:spMkLst>
        </pc:spChg>
        <pc:spChg chg="add del mod">
          <ac:chgData name="Stefan Novaković" userId="48d5634ac72bd80c" providerId="LiveId" clId="{56C0BFCD-F87C-4B18-9CA2-23E1F524CEE4}" dt="2024-12-19T11:25:51.968" v="447" actId="478"/>
          <ac:spMkLst>
            <pc:docMk/>
            <pc:sldMk cId="4163358653" sldId="377"/>
            <ac:spMk id="6" creationId="{5E19C652-4B02-D8FB-337F-2418A5492561}"/>
          </ac:spMkLst>
        </pc:spChg>
      </pc:sldChg>
      <pc:sldChg chg="modSp add ord modAnim">
        <pc:chgData name="Stefan Novaković" userId="48d5634ac72bd80c" providerId="LiveId" clId="{56C0BFCD-F87C-4B18-9CA2-23E1F524CEE4}" dt="2024-12-19T11:55:04.657" v="1040"/>
        <pc:sldMkLst>
          <pc:docMk/>
          <pc:sldMk cId="3609085925" sldId="378"/>
        </pc:sldMkLst>
        <pc:spChg chg="mod">
          <ac:chgData name="Stefan Novaković" userId="48d5634ac72bd80c" providerId="LiveId" clId="{56C0BFCD-F87C-4B18-9CA2-23E1F524CEE4}" dt="2024-12-19T11:41:54.372" v="782" actId="20577"/>
          <ac:spMkLst>
            <pc:docMk/>
            <pc:sldMk cId="3609085925" sldId="378"/>
            <ac:spMk id="4" creationId="{35162A13-B4E1-878C-A20C-660C3339CB63}"/>
          </ac:spMkLst>
        </pc:spChg>
      </pc:sldChg>
      <pc:sldChg chg="addSp modSp new mod modClrScheme chgLayout">
        <pc:chgData name="Stefan Novaković" userId="48d5634ac72bd80c" providerId="LiveId" clId="{56C0BFCD-F87C-4B18-9CA2-23E1F524CEE4}" dt="2024-12-19T12:08:41.814" v="1645"/>
        <pc:sldMkLst>
          <pc:docMk/>
          <pc:sldMk cId="3424262694" sldId="379"/>
        </pc:sldMkLst>
        <pc:spChg chg="add mod">
          <ac:chgData name="Stefan Novaković" userId="48d5634ac72bd80c" providerId="LiveId" clId="{56C0BFCD-F87C-4B18-9CA2-23E1F524CEE4}" dt="2024-12-19T12:07:12.675" v="1408" actId="404"/>
          <ac:spMkLst>
            <pc:docMk/>
            <pc:sldMk cId="3424262694" sldId="379"/>
            <ac:spMk id="2" creationId="{213DB938-0194-464F-352B-2ADDF85B0072}"/>
          </ac:spMkLst>
        </pc:spChg>
        <pc:spChg chg="add mod">
          <ac:chgData name="Stefan Novaković" userId="48d5634ac72bd80c" providerId="LiveId" clId="{56C0BFCD-F87C-4B18-9CA2-23E1F524CEE4}" dt="2024-12-19T12:08:41.814" v="1645"/>
          <ac:spMkLst>
            <pc:docMk/>
            <pc:sldMk cId="3424262694" sldId="379"/>
            <ac:spMk id="3" creationId="{67E93ECB-B52E-598A-8AF0-51E15DB01DC7}"/>
          </ac:spMkLst>
        </pc:spChg>
      </pc:sldChg>
      <pc:sldChg chg="addSp delSp modSp new mod">
        <pc:chgData name="Stefan Novaković" userId="48d5634ac72bd80c" providerId="LiveId" clId="{56C0BFCD-F87C-4B18-9CA2-23E1F524CEE4}" dt="2024-12-19T12:06:48.403" v="1356" actId="1076"/>
        <pc:sldMkLst>
          <pc:docMk/>
          <pc:sldMk cId="2799219947" sldId="380"/>
        </pc:sldMkLst>
        <pc:spChg chg="mod">
          <ac:chgData name="Stefan Novaković" userId="48d5634ac72bd80c" providerId="LiveId" clId="{56C0BFCD-F87C-4B18-9CA2-23E1F524CEE4}" dt="2024-12-19T12:02:22.151" v="1189"/>
          <ac:spMkLst>
            <pc:docMk/>
            <pc:sldMk cId="2799219947" sldId="380"/>
            <ac:spMk id="2" creationId="{8A1A2DD1-A9F6-6567-FFE3-5DD01D742B24}"/>
          </ac:spMkLst>
        </pc:spChg>
        <pc:spChg chg="mod">
          <ac:chgData name="Stefan Novaković" userId="48d5634ac72bd80c" providerId="LiveId" clId="{56C0BFCD-F87C-4B18-9CA2-23E1F524CEE4}" dt="2024-12-19T12:05:15.639" v="1340" actId="113"/>
          <ac:spMkLst>
            <pc:docMk/>
            <pc:sldMk cId="2799219947" sldId="380"/>
            <ac:spMk id="3" creationId="{BA6FE29B-F25D-004E-15BC-3F0C26A581D3}"/>
          </ac:spMkLst>
        </pc:spChg>
        <pc:spChg chg="add mod">
          <ac:chgData name="Stefan Novaković" userId="48d5634ac72bd80c" providerId="LiveId" clId="{56C0BFCD-F87C-4B18-9CA2-23E1F524CEE4}" dt="2024-12-19T12:06:48.403" v="1356" actId="1076"/>
          <ac:spMkLst>
            <pc:docMk/>
            <pc:sldMk cId="2799219947" sldId="380"/>
            <ac:spMk id="4" creationId="{EC132D32-331A-6C2E-3BB9-2D9784513A1B}"/>
          </ac:spMkLst>
        </pc:spChg>
        <pc:spChg chg="add del">
          <ac:chgData name="Stefan Novaković" userId="48d5634ac72bd80c" providerId="LiveId" clId="{56C0BFCD-F87C-4B18-9CA2-23E1F524CEE4}" dt="2024-12-19T12:06:27.436" v="1352" actId="22"/>
          <ac:spMkLst>
            <pc:docMk/>
            <pc:sldMk cId="2799219947" sldId="380"/>
            <ac:spMk id="6" creationId="{032C5159-8C17-5EF2-453A-8C85FE971C5B}"/>
          </ac:spMkLst>
        </pc:spChg>
      </pc:sldChg>
    </pc:docChg>
  </pc:docChgLst>
  <pc:docChgLst>
    <pc:chgData name="Stefan Novaković" userId="48d5634ac72bd80c" providerId="LiveId" clId="{AF126FDC-5361-4904-880F-DDB191539EC9}"/>
    <pc:docChg chg="undo redo custSel addSld delSld modSld delSection modSection">
      <pc:chgData name="Stefan Novaković" userId="48d5634ac72bd80c" providerId="LiveId" clId="{AF126FDC-5361-4904-880F-DDB191539EC9}" dt="2024-12-18T11:53:22.894" v="510" actId="20577"/>
      <pc:docMkLst>
        <pc:docMk/>
      </pc:docMkLst>
      <pc:sldChg chg="mod modShow">
        <pc:chgData name="Stefan Novaković" userId="48d5634ac72bd80c" providerId="LiveId" clId="{AF126FDC-5361-4904-880F-DDB191539EC9}" dt="2024-12-18T11:29:30.415" v="7" actId="729"/>
        <pc:sldMkLst>
          <pc:docMk/>
          <pc:sldMk cId="718189446" sldId="342"/>
        </pc:sldMkLst>
      </pc:sldChg>
      <pc:sldChg chg="del">
        <pc:chgData name="Stefan Novaković" userId="48d5634ac72bd80c" providerId="LiveId" clId="{AF126FDC-5361-4904-880F-DDB191539EC9}" dt="2024-12-18T11:29:08.355" v="3" actId="47"/>
        <pc:sldMkLst>
          <pc:docMk/>
          <pc:sldMk cId="4124416621" sldId="348"/>
        </pc:sldMkLst>
      </pc:sldChg>
      <pc:sldChg chg="del">
        <pc:chgData name="Stefan Novaković" userId="48d5634ac72bd80c" providerId="LiveId" clId="{AF126FDC-5361-4904-880F-DDB191539EC9}" dt="2024-12-18T11:29:08.082" v="2" actId="47"/>
        <pc:sldMkLst>
          <pc:docMk/>
          <pc:sldMk cId="2867162777" sldId="352"/>
        </pc:sldMkLst>
      </pc:sldChg>
      <pc:sldChg chg="del">
        <pc:chgData name="Stefan Novaković" userId="48d5634ac72bd80c" providerId="LiveId" clId="{AF126FDC-5361-4904-880F-DDB191539EC9}" dt="2024-12-18T11:29:09.610" v="6" actId="47"/>
        <pc:sldMkLst>
          <pc:docMk/>
          <pc:sldMk cId="3721427630" sldId="356"/>
        </pc:sldMkLst>
      </pc:sldChg>
      <pc:sldChg chg="del">
        <pc:chgData name="Stefan Novaković" userId="48d5634ac72bd80c" providerId="LiveId" clId="{AF126FDC-5361-4904-880F-DDB191539EC9}" dt="2024-12-18T11:29:09.156" v="5" actId="47"/>
        <pc:sldMkLst>
          <pc:docMk/>
          <pc:sldMk cId="1189155910" sldId="358"/>
        </pc:sldMkLst>
      </pc:sldChg>
      <pc:sldChg chg="del">
        <pc:chgData name="Stefan Novaković" userId="48d5634ac72bd80c" providerId="LiveId" clId="{AF126FDC-5361-4904-880F-DDB191539EC9}" dt="2024-12-18T11:29:08.836" v="4" actId="47"/>
        <pc:sldMkLst>
          <pc:docMk/>
          <pc:sldMk cId="2794796049" sldId="362"/>
        </pc:sldMkLst>
      </pc:sldChg>
      <pc:sldChg chg="del">
        <pc:chgData name="Stefan Novaković" userId="48d5634ac72bd80c" providerId="LiveId" clId="{AF126FDC-5361-4904-880F-DDB191539EC9}" dt="2024-12-18T11:29:07.259" v="1" actId="47"/>
        <pc:sldMkLst>
          <pc:docMk/>
          <pc:sldMk cId="4123566267" sldId="363"/>
        </pc:sldMkLst>
      </pc:sldChg>
      <pc:sldChg chg="addSp modSp new mod">
        <pc:chgData name="Stefan Novaković" userId="48d5634ac72bd80c" providerId="LiveId" clId="{AF126FDC-5361-4904-880F-DDB191539EC9}" dt="2024-12-18T11:52:46.350" v="481" actId="6549"/>
        <pc:sldMkLst>
          <pc:docMk/>
          <pc:sldMk cId="350773355" sldId="376"/>
        </pc:sldMkLst>
        <pc:spChg chg="mod">
          <ac:chgData name="Stefan Novaković" userId="48d5634ac72bd80c" providerId="LiveId" clId="{AF126FDC-5361-4904-880F-DDB191539EC9}" dt="2024-12-18T11:35:01.755" v="48" actId="20577"/>
          <ac:spMkLst>
            <pc:docMk/>
            <pc:sldMk cId="350773355" sldId="376"/>
            <ac:spMk id="2" creationId="{BDFEEC87-9D9C-37DF-9D9E-D7C9FF4FC3A7}"/>
          </ac:spMkLst>
        </pc:spChg>
        <pc:spChg chg="mod">
          <ac:chgData name="Stefan Novaković" userId="48d5634ac72bd80c" providerId="LiveId" clId="{AF126FDC-5361-4904-880F-DDB191539EC9}" dt="2024-12-18T11:52:46.350" v="481" actId="6549"/>
          <ac:spMkLst>
            <pc:docMk/>
            <pc:sldMk cId="350773355" sldId="376"/>
            <ac:spMk id="3" creationId="{BE5FD3EB-8919-2BBF-FFF4-56D51ED505CE}"/>
          </ac:spMkLst>
        </pc:spChg>
        <pc:spChg chg="add mod">
          <ac:chgData name="Stefan Novaković" userId="48d5634ac72bd80c" providerId="LiveId" clId="{AF126FDC-5361-4904-880F-DDB191539EC9}" dt="2024-12-18T11:52:37.889" v="480" actId="1076"/>
          <ac:spMkLst>
            <pc:docMk/>
            <pc:sldMk cId="350773355" sldId="376"/>
            <ac:spMk id="4" creationId="{0CAE0E44-D8E2-BA91-5277-F8DC214B6FC1}"/>
          </ac:spMkLst>
        </pc:spChg>
      </pc:sldChg>
      <pc:sldChg chg="modSp add mod">
        <pc:chgData name="Stefan Novaković" userId="48d5634ac72bd80c" providerId="LiveId" clId="{AF126FDC-5361-4904-880F-DDB191539EC9}" dt="2024-12-18T11:53:22.894" v="510" actId="20577"/>
        <pc:sldMkLst>
          <pc:docMk/>
          <pc:sldMk cId="4163358653" sldId="377"/>
        </pc:sldMkLst>
        <pc:spChg chg="mod">
          <ac:chgData name="Stefan Novaković" userId="48d5634ac72bd80c" providerId="LiveId" clId="{AF126FDC-5361-4904-880F-DDB191539EC9}" dt="2024-12-18T11:53:22.894" v="510" actId="20577"/>
          <ac:spMkLst>
            <pc:docMk/>
            <pc:sldMk cId="4163358653" sldId="377"/>
            <ac:spMk id="2" creationId="{AE5EEC32-2EB7-414C-F53F-8DA7394711D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753FD0D-53EA-4156-87B3-00DE8A27B90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r-Latn-B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77B1C3-D0FD-418E-8F92-166EA49A40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7CC2C5-AC71-4AC6-9D56-24920C502298}" type="datetimeFigureOut">
              <a:rPr lang="sr-Latn-BA" smtClean="0"/>
              <a:t>19.12.2024.</a:t>
            </a:fld>
            <a:endParaRPr lang="sr-Latn-B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D16ABB-E343-4BB2-BC10-2EC9D6418A5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r-Latn-B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6FBE67-D0B6-45EF-B3C7-FA4ED7B724F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05D60E-2914-4885-B08E-45DED078B390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2148881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r-Latn-B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49CC56-C9D4-41BA-8806-E3F46E7A213B}" type="datetimeFigureOut">
              <a:rPr lang="sr-Latn-BA" smtClean="0"/>
              <a:t>19.12.2024.</a:t>
            </a:fld>
            <a:endParaRPr lang="sr-Latn-B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r-Latn-B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r-Latn-B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6C36ED-5897-49D7-8DBE-3249514D1EC4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4075453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1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42389837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3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41708220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7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33314692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8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28485486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10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16109374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12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11719122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E9E30-7AE9-C25C-22C1-7F299ACA7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83AFB0-1DA5-BF6D-6D4F-59BDD62DC2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7AFD8F-709A-2F92-E628-5D0863EC3F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E3DC41-F8E8-27D2-E1DF-F6A22DA4D9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13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19636292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15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14948956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2EC4A-530C-463F-95C3-E2EB00435C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2387600"/>
          </a:xfrm>
        </p:spPr>
        <p:txBody>
          <a:bodyPr anchor="b">
            <a:normAutofit/>
          </a:bodyPr>
          <a:lstStyle>
            <a:lvl1pPr algn="ctr">
              <a:defRPr sz="2000"/>
            </a:lvl1pPr>
          </a:lstStyle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50F2FB-FB41-4CB7-B03A-5A03DF9AD8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602038"/>
            <a:ext cx="12192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sr-Latn-B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07C9BC-C56D-477A-97FE-CFFCD3C7E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19.12.2024.</a:t>
            </a:fld>
            <a:endParaRPr lang="sr-Latn-B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297633-7597-4227-917A-60CE0BBD6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353615-2017-4B2A-B6AA-D94E90ADA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2582484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0AE6B-C71A-4C1B-A58B-DF561C681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sr-Latn-BA" noProof="1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BBBB3-4680-44DA-ACD5-5037B1BA18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defRPr/>
            </a:lvl1pPr>
            <a:lvl2pPr>
              <a:spcBef>
                <a:spcPts val="600"/>
              </a:spcBef>
              <a:spcAft>
                <a:spcPts val="600"/>
              </a:spcAft>
              <a:defRPr/>
            </a:lvl2pPr>
            <a:lvl3pPr>
              <a:spcBef>
                <a:spcPts val="600"/>
              </a:spcBef>
              <a:spcAft>
                <a:spcPts val="600"/>
              </a:spcAft>
              <a:defRPr/>
            </a:lvl3pPr>
            <a:lvl4pPr>
              <a:spcBef>
                <a:spcPts val="600"/>
              </a:spcBef>
              <a:spcAft>
                <a:spcPts val="600"/>
              </a:spcAft>
              <a:defRPr/>
            </a:lvl4pPr>
            <a:lvl5pPr>
              <a:spcBef>
                <a:spcPts val="60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sr-Latn-BA" noProof="1"/>
              <a:t>Click to edit Master text styles</a:t>
            </a:r>
          </a:p>
          <a:p>
            <a:pPr lvl="1"/>
            <a:r>
              <a:rPr lang="sr-Latn-BA" noProof="1"/>
              <a:t>Second level</a:t>
            </a:r>
          </a:p>
          <a:p>
            <a:pPr lvl="2"/>
            <a:r>
              <a:rPr lang="sr-Latn-BA" noProof="1"/>
              <a:t>Third level</a:t>
            </a:r>
          </a:p>
          <a:p>
            <a:pPr lvl="3"/>
            <a:r>
              <a:rPr lang="sr-Latn-BA" noProof="1"/>
              <a:t>Fourth level</a:t>
            </a:r>
          </a:p>
          <a:p>
            <a:pPr lvl="4"/>
            <a:r>
              <a:rPr lang="sr-Latn-BA" noProof="1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66E18A-1FDA-44D6-B937-3EF8E8864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19.12.2024.</a:t>
            </a:fld>
            <a:endParaRPr lang="sr-Latn-B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501DBF-6FC7-4132-B53C-5F39D5095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EE1731-349D-4130-98EA-4572AFC97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8AC23EB-4212-40AB-A49C-86B49E94DDA9}"/>
              </a:ext>
            </a:extLst>
          </p:cNvPr>
          <p:cNvSpPr/>
          <p:nvPr userDrawn="1"/>
        </p:nvSpPr>
        <p:spPr>
          <a:xfrm>
            <a:off x="933450" y="1463994"/>
            <a:ext cx="10515600" cy="45719"/>
          </a:xfrm>
          <a:prstGeom prst="rect">
            <a:avLst/>
          </a:prstGeom>
          <a:gradFill flip="none" rotWithShape="1">
            <a:gsLst>
              <a:gs pos="38000">
                <a:schemeClr val="accent6">
                  <a:alpha val="90000"/>
                  <a:lumMod val="85000"/>
                  <a:lumOff val="15000"/>
                </a:schemeClr>
              </a:gs>
              <a:gs pos="100000">
                <a:schemeClr val="bg1">
                  <a:lumMod val="10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1420773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02C5C-802F-45C9-B5A7-A66CC88D7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CD4D21-891B-4BC8-83BE-8D9ABAF2C3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8D756-69C0-4FE1-8D7F-B6230B1EF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19.12.2024.</a:t>
            </a:fld>
            <a:endParaRPr lang="sr-Latn-B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15F3F9-7259-40E9-96FE-F4E653925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84AA99-9D3F-422E-A0DE-99DB6D297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285920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9217A-5537-4C89-AE43-B1A51A93D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C97AA8-87DF-437B-80B8-5DD7603DDB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4D37DC-49FE-4401-9DF6-2AADCB7FD4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EFC9D9-C154-43E0-A9D8-8B627632D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19.12.2024.</a:t>
            </a:fld>
            <a:endParaRPr lang="sr-Latn-B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967D34-A195-4FF5-AB5A-F1876AFCD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DF3D23-EC8C-495A-880C-29723E0B3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1638039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6ED45-B90A-476B-9501-685308437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90B1D3-CF4B-48B6-B952-4B98A965A8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B77671-83D4-4347-BCDC-9109ACDB5D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B3D430-A307-4FC4-AF36-E73C3294A6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314753-39D8-4E10-8387-6D73E8E9AF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9E62E2-35A8-41BA-9063-163C68B7B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19.12.2024.</a:t>
            </a:fld>
            <a:endParaRPr lang="sr-Latn-B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0AAF9C-9B04-40AE-AE6B-BACB4231C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E9DC54-993B-4AB1-BA6A-0D3382207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971836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522C3-DC86-4EBD-874B-B826EAA0E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15E63F-D50E-431E-A45B-D5330EABC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19.12.2024.</a:t>
            </a:fld>
            <a:endParaRPr lang="sr-Latn-B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391840-A27B-4A34-9C77-6E1C1EE89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97B2B0-78A3-4BD8-A3B7-8FB4C0FC3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4113186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D03290-8FD0-4E42-938A-6FB02797C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19.12.2024.</a:t>
            </a:fld>
            <a:endParaRPr lang="sr-Latn-B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D01556-0B01-464D-9EBB-8CD71E05E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93B4E8-9982-4B39-BDE3-D07863F72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3482704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FFCB2-3647-434C-8BB7-A00DA40A0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3C51B-018A-4F2A-A6E2-8DA84A2990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DE0313-A0E0-4F8C-B24A-C5C00AB21A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E64951-3CC5-403E-A700-6C271D590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19.12.2024.</a:t>
            </a:fld>
            <a:endParaRPr lang="sr-Latn-B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82A1CB-6BB8-44FC-ACE6-A6CEBD1CA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BC08A5-ED43-4EDF-926D-490BF1822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3853509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2E8B8-D8DA-4F20-877A-41C277D40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6A4D4B-63A4-4C27-81E9-36D821E746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r-Latn-B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5ED0FE-09BE-4D94-9AB8-57D43FC34A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2FC025-7C63-42D3-91DD-E6C585C0C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19.12.2024.</a:t>
            </a:fld>
            <a:endParaRPr lang="sr-Latn-B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448971-22F4-47DF-AB2D-F5AC4043A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B6BC86-F3B4-4339-B9A3-22AE1353F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1619652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A0868-CD47-4812-86AD-CA040F940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F1463F-30CC-45E2-A399-A3766663F1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2760F-BEDA-4D12-BA74-AD403B2BF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19.12.2024.</a:t>
            </a:fld>
            <a:endParaRPr lang="sr-Latn-B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1A38AC-C8FC-466C-B3F2-9E14F5F43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845C5E-0437-404A-840F-85FC067A8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80124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B052A9-9741-4C79-93A6-E0571DAFCF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B455A5-BA97-48B5-AF75-45E4653B97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10C1F-031A-46D2-8B94-22F0BAEC4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19.12.2024.</a:t>
            </a:fld>
            <a:endParaRPr lang="sr-Latn-B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B996DB-0E9D-4F0B-881F-07854D84D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B370F0-CFEF-4B8D-B5F2-C5A7E30C8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2784871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416CCB-F5F3-44D3-B67D-79D4DFD72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84F06D-072A-459E-9020-B40920A97C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4B6AF4-DB71-41A3-9FE7-E3FA462CB3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0DB40B-0DB3-4FC3-BBF9-685DF91EB901}" type="datetimeFigureOut">
              <a:rPr lang="sr-Latn-BA" smtClean="0"/>
              <a:t>19.12.2024.</a:t>
            </a:fld>
            <a:endParaRPr lang="sr-Latn-B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55A537-F9E8-4434-8B77-90DE4D90CB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r-Latn-B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C32ECE-36A6-4823-A12A-0712EB7F34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1048952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plusplus.com/reference/stl/" TargetMode="External"/><Relationship Id="rId2" Type="http://schemas.openxmlformats.org/officeDocument/2006/relationships/hyperlink" Target="https://en.cppreference.com/w/cpp/container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cplusplus.com/reference/vector/vector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5D54A-1EF9-4411-9599-80FE8C1B12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87805" y="801541"/>
            <a:ext cx="7304196" cy="2451347"/>
          </a:xfrm>
        </p:spPr>
        <p:txBody>
          <a:bodyPr/>
          <a:lstStyle/>
          <a:p>
            <a:pPr algn="l"/>
            <a:r>
              <a:rPr lang="sr-Latn-BA" b="1" noProof="1"/>
              <a:t>Programski jez</a:t>
            </a:r>
            <a:r>
              <a:rPr lang="en-US" b="1" noProof="1"/>
              <a:t>ici 1</a:t>
            </a:r>
            <a:endParaRPr lang="sr-Latn-BA" b="1" noProof="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35EEB5-5D68-4E7E-B791-D67A4F98FC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79415" y="3431098"/>
            <a:ext cx="7304196" cy="1616978"/>
          </a:xfrm>
        </p:spPr>
        <p:txBody>
          <a:bodyPr/>
          <a:lstStyle/>
          <a:p>
            <a:pPr algn="l"/>
            <a:r>
              <a:rPr lang="sr-Latn-BA" b="1"/>
              <a:t>Generički mehanizam</a:t>
            </a:r>
            <a:endParaRPr lang="sr-Latn-BA" b="1" dirty="0"/>
          </a:p>
          <a:p>
            <a:pPr algn="l"/>
            <a:endParaRPr lang="sr-Latn-BA" b="1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45DFD70-ED3B-4A81-A702-DEB883B212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70974" y="2301624"/>
            <a:ext cx="2009412" cy="2258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483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0CB75-2124-44C5-8B73-ED42A7FAA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Tipovi</a:t>
            </a:r>
            <a:r>
              <a:rPr lang="en-US" dirty="0"/>
              <a:t> </a:t>
            </a:r>
            <a:r>
              <a:rPr lang="en-US" dirty="0" err="1"/>
              <a:t>polimorfizma</a:t>
            </a:r>
            <a:r>
              <a:rPr lang="sr-Latn-BA" dirty="0"/>
              <a:t> – </a:t>
            </a:r>
            <a:r>
              <a:rPr lang="sr-Latn-BA" dirty="0" err="1"/>
              <a:t>pregled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022891-33F3-49B6-AB5F-DABC363682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5810" y="1825624"/>
            <a:ext cx="10660380" cy="5032376"/>
          </a:xfrm>
        </p:spPr>
        <p:txBody>
          <a:bodyPr>
            <a:normAutofit lnSpcReduction="10000"/>
          </a:bodyPr>
          <a:lstStyle/>
          <a:p>
            <a:pPr algn="just"/>
            <a:r>
              <a:rPr lang="sr-Latn-BA" dirty="0"/>
              <a:t>P</a:t>
            </a:r>
            <a:r>
              <a:rPr lang="en-US" dirty="0" err="1"/>
              <a:t>olimorfizam</a:t>
            </a:r>
            <a:r>
              <a:rPr lang="en-US" dirty="0"/>
              <a:t> u </a:t>
            </a:r>
            <a:r>
              <a:rPr lang="en-US" dirty="0" err="1"/>
              <a:t>vrijeme</a:t>
            </a:r>
            <a:r>
              <a:rPr lang="en-US" dirty="0"/>
              <a:t> </a:t>
            </a:r>
            <a:r>
              <a:rPr lang="en-US" dirty="0" err="1"/>
              <a:t>izvr</a:t>
            </a:r>
            <a:r>
              <a:rPr lang="sr-Latn-BA" dirty="0" err="1"/>
              <a:t>šavanja</a:t>
            </a:r>
            <a:r>
              <a:rPr lang="sr-Latn-BA" dirty="0"/>
              <a:t> – dinamički </a:t>
            </a:r>
            <a:r>
              <a:rPr lang="sr-Latn-BA" dirty="0" err="1"/>
              <a:t>polimorfizam</a:t>
            </a:r>
          </a:p>
          <a:p>
            <a:pPr lvl="1" algn="just"/>
            <a:r>
              <a:rPr lang="sr-Latn-BA" dirty="0"/>
              <a:t>P</a:t>
            </a:r>
            <a:r>
              <a:rPr lang="en-US" dirty="0" err="1"/>
              <a:t>olimorfizam</a:t>
            </a:r>
            <a:r>
              <a:rPr lang="en-US" dirty="0"/>
              <a:t> </a:t>
            </a:r>
            <a:r>
              <a:rPr lang="en-US" dirty="0" err="1"/>
              <a:t>podtipova</a:t>
            </a:r>
            <a:r>
              <a:rPr lang="sr-Latn-BA" dirty="0"/>
              <a:t>, </a:t>
            </a:r>
            <a:r>
              <a:rPr lang="sr-Latn-BA" dirty="0" err="1"/>
              <a:t>inkluzivni</a:t>
            </a:r>
            <a:r>
              <a:rPr lang="sr-Latn-BA" dirty="0"/>
              <a:t> </a:t>
            </a:r>
            <a:r>
              <a:rPr lang="sr-Latn-BA" dirty="0" err="1"/>
              <a:t>polimorfizam</a:t>
            </a:r>
            <a:r>
              <a:rPr lang="sr-Latn-BA" dirty="0"/>
              <a:t> ili dinamičko (kasno) vezivanje</a:t>
            </a:r>
            <a:endParaRPr lang="sr-Latn-BA" i="1" dirty="0"/>
          </a:p>
          <a:p>
            <a:pPr lvl="1" algn="just"/>
            <a:r>
              <a:rPr lang="sr-Latn-BA" dirty="0"/>
              <a:t>Razrješavanje polimorfnih poziva metoda u toku izvršavanja procesa</a:t>
            </a:r>
          </a:p>
          <a:p>
            <a:pPr lvl="1" algn="just"/>
            <a:r>
              <a:rPr lang="sr-Latn-BA" dirty="0"/>
              <a:t>Adresa </a:t>
            </a:r>
            <a:r>
              <a:rPr lang="sr-Latn-BA" dirty="0" err="1"/>
              <a:t>nadjačavajuće</a:t>
            </a:r>
            <a:r>
              <a:rPr lang="sr-Latn-BA" dirty="0"/>
              <a:t> metode se pronalazi putem virtuelnih tabela</a:t>
            </a:r>
          </a:p>
          <a:p>
            <a:pPr algn="just"/>
            <a:r>
              <a:rPr lang="sr-Latn-BA" dirty="0" err="1"/>
              <a:t>Polimorfizam</a:t>
            </a:r>
            <a:r>
              <a:rPr lang="sr-Latn-BA" dirty="0"/>
              <a:t> u vrijeme kompajliranja – statički </a:t>
            </a:r>
            <a:r>
              <a:rPr lang="sr-Latn-BA" dirty="0" err="1"/>
              <a:t>polimorfizam</a:t>
            </a:r>
          </a:p>
          <a:p>
            <a:pPr lvl="1" algn="just"/>
            <a:r>
              <a:rPr lang="sr-Latn-BA" dirty="0"/>
              <a:t>Statičko (rano) vezivanje</a:t>
            </a:r>
          </a:p>
          <a:p>
            <a:pPr lvl="1" algn="just"/>
            <a:r>
              <a:rPr lang="sr-Latn-BA" dirty="0" err="1"/>
              <a:t>Parametrični</a:t>
            </a:r>
            <a:r>
              <a:rPr lang="sr-Latn-BA" dirty="0"/>
              <a:t> </a:t>
            </a:r>
            <a:r>
              <a:rPr lang="sr-Latn-BA" dirty="0" err="1"/>
              <a:t>polimorfizam</a:t>
            </a:r>
            <a:r>
              <a:rPr lang="sr-Latn-BA" dirty="0"/>
              <a:t> (generički mehanizam)</a:t>
            </a:r>
          </a:p>
          <a:p>
            <a:pPr lvl="1" algn="just"/>
            <a:r>
              <a:rPr lang="sr-Latn-BA" dirty="0"/>
              <a:t>Ad-</a:t>
            </a:r>
            <a:r>
              <a:rPr lang="sr-Latn-BA" dirty="0" err="1"/>
              <a:t>hoc</a:t>
            </a:r>
            <a:r>
              <a:rPr lang="sr-Latn-BA" dirty="0"/>
              <a:t> </a:t>
            </a:r>
            <a:r>
              <a:rPr lang="sr-Latn-BA" dirty="0" err="1"/>
              <a:t>polimorfizam</a:t>
            </a:r>
            <a:r>
              <a:rPr lang="sr-Latn-BA" dirty="0"/>
              <a:t> (preklapanje, specijalizacija šablona)</a:t>
            </a:r>
          </a:p>
          <a:p>
            <a:pPr lvl="1" algn="just"/>
            <a:r>
              <a:rPr lang="sr-Latn-BA" dirty="0" err="1"/>
              <a:t>Koercitivni</a:t>
            </a:r>
            <a:r>
              <a:rPr lang="sr-Latn-BA" dirty="0"/>
              <a:t> </a:t>
            </a:r>
            <a:r>
              <a:rPr lang="sr-Latn-BA" dirty="0" err="1"/>
              <a:t>polimorfizam</a:t>
            </a:r>
            <a:r>
              <a:rPr lang="sr-Latn-BA" dirty="0"/>
              <a:t> (konverzija) – C </a:t>
            </a:r>
            <a:r>
              <a:rPr lang="sr-Latn-BA" dirty="0" err="1"/>
              <a:t>kastovanje</a:t>
            </a:r>
            <a:r>
              <a:rPr lang="sr-Latn-BA" dirty="0"/>
              <a:t>, implicitna konverzija </a:t>
            </a:r>
            <a:r>
              <a:rPr lang="sr-Latn-BA" dirty="0" err="1"/>
              <a:t>korištenjem</a:t>
            </a:r>
            <a:r>
              <a:rPr lang="sr-Latn-BA" dirty="0"/>
              <a:t> neeksplicitnih konstruktora i neeksplicitnih operatora </a:t>
            </a:r>
            <a:r>
              <a:rPr lang="sr-Latn-BA" dirty="0" err="1"/>
              <a:t>kastovanja</a:t>
            </a:r>
            <a:r>
              <a:rPr lang="sr-Latn-BA" dirty="0"/>
              <a:t>, </a:t>
            </a:r>
            <a:r>
              <a:rPr lang="sr-Latn-BA" sz="2200" b="1" dirty="0" err="1">
                <a:latin typeface="Consolas" panose="020B0609020204030204" pitchFamily="49" charset="0"/>
              </a:rPr>
              <a:t>static_cast</a:t>
            </a:r>
            <a:r>
              <a:rPr lang="sr-Latn-BA" dirty="0"/>
              <a:t>, </a:t>
            </a:r>
            <a:r>
              <a:rPr lang="sr-Latn-BA" sz="2200" b="1" dirty="0" err="1">
                <a:latin typeface="Consolas" panose="020B0609020204030204" pitchFamily="49" charset="0"/>
              </a:rPr>
              <a:t>const_cast</a:t>
            </a:r>
            <a:r>
              <a:rPr lang="sr-Latn-BA" dirty="0"/>
              <a:t>, </a:t>
            </a:r>
            <a:r>
              <a:rPr lang="sr-Latn-BA" sz="2200" b="1" dirty="0" err="1">
                <a:latin typeface="Consolas" panose="020B0609020204030204" pitchFamily="49" charset="0"/>
              </a:rPr>
              <a:t>reinterpret_cast</a:t>
            </a:r>
            <a:r>
              <a:rPr lang="sr-Latn-BA" dirty="0"/>
              <a:t>, </a:t>
            </a:r>
            <a:r>
              <a:rPr lang="sr-Latn-BA" sz="2200" b="1" dirty="0" err="1">
                <a:latin typeface="Consolas" panose="020B0609020204030204" pitchFamily="49" charset="0"/>
              </a:rPr>
              <a:t>dynamic_cast</a:t>
            </a:r>
            <a:endParaRPr lang="sr-Latn-BA" b="1" dirty="0" err="1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8189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5F731-8875-46D1-933C-512AF4C20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/>
              <a:t>Generički mehanizam – pregled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532FFC-C03E-4F2D-AA22-92A6114685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4"/>
            <a:ext cx="12192000" cy="5032375"/>
          </a:xfrm>
        </p:spPr>
        <p:txBody>
          <a:bodyPr>
            <a:normAutofit/>
          </a:bodyPr>
          <a:lstStyle/>
          <a:p>
            <a:pPr algn="just"/>
            <a:r>
              <a:rPr lang="en-US" sz="2500"/>
              <a:t>Ideja: </a:t>
            </a:r>
            <a:r>
              <a:rPr lang="sr-Latn-BA" sz="2500"/>
              <a:t>Slične funkcije ili klase koje rade sa različitim tipovima i imaju slično ponašanje </a:t>
            </a:r>
            <a:r>
              <a:rPr lang="en-US" sz="2500"/>
              <a:t>+ DRY</a:t>
            </a:r>
            <a:endParaRPr lang="sr-Latn-BA" sz="2500"/>
          </a:p>
          <a:p>
            <a:pPr algn="just"/>
            <a:r>
              <a:rPr lang="en-US" sz="2500"/>
              <a:t>Automatsko generisanje klasa i funkcija na osnovu </a:t>
            </a:r>
            <a:r>
              <a:rPr lang="sr-Latn-BA" sz="2500"/>
              <a:t>šablona (templejta)</a:t>
            </a:r>
          </a:p>
          <a:p>
            <a:pPr algn="just"/>
            <a:r>
              <a:rPr lang="sr-Latn-BA" sz="2500"/>
              <a:t>Parametri se u instanci šablona mijenjaju argumentima</a:t>
            </a:r>
          </a:p>
          <a:p>
            <a:pPr algn="just"/>
            <a:r>
              <a:rPr lang="sr-Latn-BA" sz="2500"/>
              <a:t>Šablon klase (generička klasa) definiše familiju klasa – parametrizovani tip</a:t>
            </a:r>
          </a:p>
          <a:p>
            <a:pPr algn="just"/>
            <a:r>
              <a:rPr lang="sr-Latn-BA" sz="2500"/>
              <a:t>Šablon funkcije (generička funkcija) definiše familiju funkcija</a:t>
            </a:r>
          </a:p>
          <a:p>
            <a:pPr algn="just"/>
            <a:r>
              <a:rPr lang="sr-Latn-BA" sz="2500"/>
              <a:t>Šablon klase </a:t>
            </a:r>
            <a:r>
              <a:rPr lang="en-US" sz="2500"/>
              <a:t>(</a:t>
            </a:r>
            <a:r>
              <a:rPr lang="en-US" sz="2500" i="1"/>
              <a:t>class template</a:t>
            </a:r>
            <a:r>
              <a:rPr lang="en-US" sz="2500"/>
              <a:t>) </a:t>
            </a:r>
            <a:r>
              <a:rPr lang="sr-Latn-BA" sz="2500"/>
              <a:t>se instancira kao šablonska klasa</a:t>
            </a:r>
            <a:r>
              <a:rPr lang="en-US" sz="2500"/>
              <a:t> (</a:t>
            </a:r>
            <a:r>
              <a:rPr lang="en-US" sz="2500" i="1"/>
              <a:t>template class</a:t>
            </a:r>
            <a:r>
              <a:rPr lang="en-US" sz="2500"/>
              <a:t>)</a:t>
            </a:r>
            <a:endParaRPr lang="sr-Latn-BA" sz="2500"/>
          </a:p>
          <a:p>
            <a:pPr algn="just"/>
            <a:r>
              <a:rPr lang="sr-Latn-BA" sz="2500"/>
              <a:t>Šablon funkcije </a:t>
            </a:r>
            <a:r>
              <a:rPr lang="en-US" sz="2500"/>
              <a:t>(</a:t>
            </a:r>
            <a:r>
              <a:rPr lang="en-US" sz="2500" i="1"/>
              <a:t>function template</a:t>
            </a:r>
            <a:r>
              <a:rPr lang="en-US" sz="2500"/>
              <a:t>) </a:t>
            </a:r>
            <a:r>
              <a:rPr lang="sr-Latn-BA" sz="2500"/>
              <a:t>se instancira kao šablonska funkcija</a:t>
            </a:r>
            <a:r>
              <a:rPr lang="en-US" sz="2500"/>
              <a:t> (</a:t>
            </a:r>
            <a:r>
              <a:rPr lang="en-US" sz="2500" i="1"/>
              <a:t>template function</a:t>
            </a:r>
            <a:r>
              <a:rPr lang="en-US" sz="2500"/>
              <a:t>) </a:t>
            </a:r>
          </a:p>
          <a:p>
            <a:endParaRPr lang="en-US" sz="25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05D3C2-AF0A-4113-ABF3-B393BF189DCE}"/>
              </a:ext>
            </a:extLst>
          </p:cNvPr>
          <p:cNvSpPr txBox="1"/>
          <p:nvPr/>
        </p:nvSpPr>
        <p:spPr>
          <a:xfrm>
            <a:off x="696686" y="5376616"/>
            <a:ext cx="10798628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sz="24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sz="2400" b="1" i="1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lista parametara</a:t>
            </a:r>
            <a:r>
              <a:rPr lang="sr-Latn-BA" sz="2400" b="1" i="1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 šablona</a:t>
            </a:r>
            <a:r>
              <a:rPr lang="en-US" sz="24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en-US" sz="24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deklaracija i/ili definicija klase ili funkcije (metode)</a:t>
            </a:r>
            <a:endParaRPr lang="en-US" sz="24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koj</a:t>
            </a:r>
            <a:r>
              <a:rPr lang="sr-Latn-BA" sz="24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sz="24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mo</a:t>
            </a:r>
            <a:r>
              <a:rPr lang="sr-Latn-BA" sz="24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gu koristiti parametre </a:t>
            </a:r>
            <a:r>
              <a:rPr lang="en-US" sz="24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iz liste parametara </a:t>
            </a:r>
            <a:r>
              <a:rPr lang="sr-Latn-BA" sz="24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šablona</a:t>
            </a:r>
            <a:endParaRPr lang="en-US" sz="2400" b="1"/>
          </a:p>
        </p:txBody>
      </p:sp>
    </p:spTree>
    <p:extLst>
      <p:ext uri="{BB962C8B-B14F-4D97-AF65-F5344CB8AC3E}">
        <p14:creationId xmlns:p14="http://schemas.microsoft.com/office/powerpoint/2010/main" val="76536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4B5BF-DEE9-4656-BD1E-9B7B01730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Parametri </a:t>
            </a:r>
            <a:r>
              <a:rPr lang="sr-Latn-BA"/>
              <a:t>i argumenti šablona – pregled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5AA0A-CBA2-4A05-ACD5-5D70A272D0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92500" lnSpcReduction="20000"/>
          </a:bodyPr>
          <a:lstStyle/>
          <a:p>
            <a:r>
              <a:rPr lang="sr-Latn-BA"/>
              <a:t>Tipski parametri šablona</a:t>
            </a:r>
          </a:p>
          <a:p>
            <a:pPr marL="457200" lvl="1" indent="0" algn="ctr">
              <a:buNone/>
            </a:pP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typename</a:t>
            </a:r>
            <a:r>
              <a:rPr lang="en-US" b="1">
                <a:latin typeface="Consolas" panose="020B0609020204030204" pitchFamily="49" charset="0"/>
              </a:rPr>
              <a:t>|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b="1">
                <a:latin typeface="Consolas" panose="020B0609020204030204" pitchFamily="49" charset="0"/>
              </a:rPr>
              <a:t> [ime] [ = </a:t>
            </a:r>
            <a:r>
              <a:rPr lang="en-US" b="1" i="1">
                <a:solidFill>
                  <a:srgbClr val="267F99"/>
                </a:solidFill>
                <a:latin typeface="Consolas" panose="020B0609020204030204" pitchFamily="49" charset="0"/>
              </a:rPr>
              <a:t>default</a:t>
            </a:r>
            <a:r>
              <a:rPr lang="en-US" b="1">
                <a:latin typeface="Consolas" panose="020B0609020204030204" pitchFamily="49" charset="0"/>
              </a:rPr>
              <a:t>]</a:t>
            </a:r>
            <a:endParaRPr lang="sr-Latn-BA" b="1">
              <a:latin typeface="Consolas" panose="020B0609020204030204" pitchFamily="49" charset="0"/>
            </a:endParaRPr>
          </a:p>
          <a:p>
            <a:r>
              <a:rPr lang="sr-Latn-BA"/>
              <a:t>Netipski parametri šablona</a:t>
            </a:r>
          </a:p>
          <a:p>
            <a:pPr marL="457200" lvl="1" indent="0" algn="ctr">
              <a:buNone/>
            </a:pP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Tip</a:t>
            </a:r>
            <a:r>
              <a:rPr lang="en-US" b="1">
                <a:latin typeface="Consolas" panose="020B0609020204030204" pitchFamily="49" charset="0"/>
              </a:rPr>
              <a:t> [ime] [ = </a:t>
            </a:r>
            <a:r>
              <a:rPr lang="en-US" b="1" i="1">
                <a:solidFill>
                  <a:srgbClr val="098658"/>
                </a:solidFill>
                <a:latin typeface="Consolas" panose="020B0609020204030204" pitchFamily="49" charset="0"/>
              </a:rPr>
              <a:t>default</a:t>
            </a:r>
            <a:r>
              <a:rPr lang="en-US" b="1">
                <a:latin typeface="Consolas" panose="020B0609020204030204" pitchFamily="49" charset="0"/>
              </a:rPr>
              <a:t>]</a:t>
            </a:r>
            <a:endParaRPr lang="sr-Latn-BA" b="1">
              <a:latin typeface="Consolas" panose="020B0609020204030204" pitchFamily="49" charset="0"/>
            </a:endParaRPr>
          </a:p>
          <a:p>
            <a:r>
              <a:rPr lang="sr-Latn-BA"/>
              <a:t>Parametri šabloni šablona</a:t>
            </a:r>
          </a:p>
          <a:p>
            <a:pPr marL="457200" lvl="1" indent="0" algn="ctr">
              <a:buNone/>
            </a:pPr>
            <a:r>
              <a:rPr lang="en-US" sz="24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sz="24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sz="2400" b="1" i="1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lista parametara</a:t>
            </a:r>
            <a:r>
              <a:rPr lang="sr-Latn-BA" sz="2400" b="1" i="1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 šablona</a:t>
            </a:r>
            <a:r>
              <a:rPr lang="en-US" sz="24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typename</a:t>
            </a:r>
            <a:r>
              <a:rPr lang="en-US" b="1">
                <a:latin typeface="Consolas" panose="020B0609020204030204" pitchFamily="49" charset="0"/>
              </a:rPr>
              <a:t> [ime]</a:t>
            </a:r>
          </a:p>
          <a:p>
            <a:pPr algn="just"/>
            <a:r>
              <a:rPr lang="sr-Latn-BA"/>
              <a:t>Argumenti šablona se nekada mogu zaključiti na osnovu konteksta, bez eksplicitnog navođenja (korisno npr. za upotrebu operatora)</a:t>
            </a:r>
          </a:p>
          <a:p>
            <a:pPr algn="just"/>
            <a:r>
              <a:rPr lang="sr-Latn-BA"/>
              <a:t>S</a:t>
            </a:r>
            <a:r>
              <a:rPr lang="en-US"/>
              <a:t>pecijalizacija </a:t>
            </a:r>
            <a:r>
              <a:rPr lang="sr-Latn-BA"/>
              <a:t>šablona</a:t>
            </a:r>
          </a:p>
          <a:p>
            <a:pPr marL="0" indent="0">
              <a:buNone/>
            </a:pPr>
            <a:r>
              <a:rPr lang="en-US" sz="2400" b="1">
                <a:solidFill>
                  <a:srgbClr val="0000FF"/>
                </a:solidFill>
                <a:latin typeface="Consolas" panose="020B0609020204030204" pitchFamily="49" charset="0"/>
              </a:rPr>
              <a:t>    template</a:t>
            </a: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</a:rPr>
              <a:t>&lt;&gt; </a:t>
            </a:r>
            <a:r>
              <a:rPr lang="en-US" sz="2400" b="1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>
                <a:solidFill>
                  <a:srgbClr val="2B91AF"/>
                </a:solidFill>
                <a:latin typeface="Consolas" panose="020B0609020204030204" pitchFamily="49" charset="0"/>
              </a:rPr>
              <a:t>K</a:t>
            </a: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2400" b="1">
                <a:solidFill>
                  <a:srgbClr val="267F99"/>
                </a:solidFill>
                <a:latin typeface="Consolas" panose="020B0609020204030204" pitchFamily="49" charset="0"/>
              </a:rPr>
              <a:t>arg</a:t>
            </a: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endParaRPr lang="sr-Latn-BA" sz="2400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b="1">
                <a:solidFill>
                  <a:srgbClr val="0000FF"/>
                </a:solidFill>
                <a:latin typeface="Consolas" panose="020B0609020204030204" pitchFamily="49" charset="0"/>
              </a:rPr>
              <a:t>    template</a:t>
            </a: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</a:rPr>
              <a:t>&lt;&gt; </a:t>
            </a:r>
            <a:r>
              <a:rPr lang="en-US" sz="2400" b="1">
                <a:solidFill>
                  <a:srgbClr val="2B91AF"/>
                </a:solidFill>
                <a:latin typeface="Consolas" panose="020B0609020204030204" pitchFamily="49" charset="0"/>
              </a:rPr>
              <a:t>R</a:t>
            </a: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>
                <a:solidFill>
                  <a:srgbClr val="795E26"/>
                </a:solidFill>
                <a:latin typeface="Consolas" panose="020B0609020204030204" pitchFamily="49" charset="0"/>
              </a:rPr>
              <a:t>f</a:t>
            </a: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2400" b="1">
                <a:solidFill>
                  <a:srgbClr val="267F99"/>
                </a:solidFill>
                <a:latin typeface="Consolas" panose="020B0609020204030204" pitchFamily="49" charset="0"/>
              </a:rPr>
              <a:t>arg</a:t>
            </a: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</a:rPr>
              <a:t>&gt;(</a:t>
            </a:r>
            <a:r>
              <a:rPr lang="en-US" sz="2400" b="1">
                <a:solidFill>
                  <a:srgbClr val="008000"/>
                </a:solidFill>
                <a:latin typeface="Consolas" panose="020B0609020204030204" pitchFamily="49" charset="0"/>
              </a:rPr>
              <a:t>/*...*/</a:t>
            </a: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  <a:r>
              <a:rPr lang="en-US" sz="2400" b="1">
                <a:solidFill>
                  <a:srgbClr val="008000"/>
                </a:solidFill>
                <a:latin typeface="Consolas" panose="020B0609020204030204" pitchFamily="49" charset="0"/>
              </a:rPr>
              <a:t>/*...*/</a:t>
            </a: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2400" b="1">
                <a:solidFill>
                  <a:srgbClr val="0000FF"/>
                </a:solidFill>
                <a:latin typeface="Consolas" panose="020B0609020204030204" pitchFamily="49" charset="0"/>
              </a:rPr>
              <a:t>    template</a:t>
            </a: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2400" b="1">
                <a:solidFill>
                  <a:srgbClr val="267F99"/>
                </a:solidFill>
                <a:latin typeface="Consolas" panose="020B0609020204030204" pitchFamily="49" charset="0"/>
              </a:rPr>
              <a:t>param</a:t>
            </a: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en-US" sz="2400" b="1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>
                <a:solidFill>
                  <a:srgbClr val="2B91AF"/>
                </a:solidFill>
                <a:latin typeface="Consolas" panose="020B0609020204030204" pitchFamily="49" charset="0"/>
              </a:rPr>
              <a:t>K</a:t>
            </a: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2400" b="1">
                <a:solidFill>
                  <a:srgbClr val="267F99"/>
                </a:solidFill>
                <a:latin typeface="Consolas" panose="020B0609020204030204" pitchFamily="49" charset="0"/>
              </a:rPr>
              <a:t>arg</a:t>
            </a: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r>
              <a:rPr lang="sr-Latn-BA" sz="2400"/>
              <a:t> – Parcijalna specijalizacija šablona</a:t>
            </a:r>
            <a:endParaRPr lang="en-US" sz="2400"/>
          </a:p>
          <a:p>
            <a:pPr marL="0" indent="0">
              <a:buNone/>
            </a:pPr>
            <a:endParaRPr lang="en-US" sz="2400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3486123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EEC87-9D9C-37DF-9D9E-D7C9FF4FC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Primjer – generi</a:t>
            </a:r>
            <a:r>
              <a:rPr lang="sr-Latn-BA"/>
              <a:t>čki niz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5FD3EB-8919-2BBF-FFF4-56D51ED505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51304"/>
            <a:ext cx="12192000" cy="5306695"/>
          </a:xfrm>
        </p:spPr>
        <p:txBody>
          <a:bodyPr numCol="2">
            <a:noAutofit/>
          </a:bodyPr>
          <a:lstStyle/>
          <a:p>
            <a:pPr marL="0" indent="0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#pragma</a:t>
            </a:r>
            <a:r>
              <a:rPr lang="en-US" sz="16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once</a:t>
            </a:r>
            <a:endParaRPr lang="en-US" sz="16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6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&lt;type_traits&gt;</a:t>
            </a:r>
            <a:endParaRPr lang="en-US" sz="16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sz="16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0" indent="0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static_assert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is_default_constructible_v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&gt;, </a:t>
            </a:r>
          </a:p>
          <a:p>
            <a:pPr marL="0" indent="0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Consolas" panose="020B0609020204030204" pitchFamily="49" charset="0"/>
              </a:rPr>
              <a:t>                  </a:t>
            </a:r>
            <a:r>
              <a:rPr lang="en-US" sz="16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 must default-constructible."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static_assert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is_copy_constructible_v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&gt;, </a:t>
            </a:r>
          </a:p>
          <a:p>
            <a:pPr marL="0" indent="0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Consolas" panose="020B0609020204030204" pitchFamily="49" charset="0"/>
              </a:rPr>
              <a:t>                  </a:t>
            </a:r>
            <a:r>
              <a:rPr lang="en-US" sz="16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 must be copy-constructible."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cap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6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6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6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~Array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 </a:t>
            </a:r>
            <a:r>
              <a:rPr lang="en-US" sz="1600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delete[]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}</a:t>
            </a:r>
          </a:p>
          <a:p>
            <a:pPr marL="0" indent="0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</a:p>
          <a:p>
            <a:pPr marL="0" indent="0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cap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 {}</a:t>
            </a:r>
          </a:p>
          <a:p>
            <a:pPr marL="0" indent="0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sz="16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</a:p>
          <a:p>
            <a:pPr marL="0" indent="0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cap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cap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                                          </a:t>
            </a:r>
          </a:p>
          <a:p>
            <a:pPr marL="0" indent="0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Consolas" panose="020B0609020204030204" pitchFamily="49" charset="0"/>
              </a:rPr>
              <a:t>          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 cap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 {</a:t>
            </a:r>
          </a:p>
          <a:p>
            <a:pPr marL="0" indent="0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</a:t>
            </a:r>
          </a:p>
          <a:p>
            <a:pPr marL="0" indent="0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 marL="0" indent="0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sz="16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: 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cap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cap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 </a:t>
            </a:r>
          </a:p>
          <a:p>
            <a:pPr marL="0" indent="0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</a:p>
          <a:p>
            <a:pPr marL="0" indent="0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{ 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}</a:t>
            </a:r>
          </a:p>
          <a:p>
            <a:pPr marL="0" indent="0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6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idx must be in range [0, size).</a:t>
            </a:r>
            <a:endParaRPr lang="en-US" sz="16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6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operator[]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idx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6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idx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 marL="0" indent="0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6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600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6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600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operator=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sz="16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indent="0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!= &amp;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indent="0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600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delete[]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cap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cap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  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cap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 marL="0" indent="0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600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</a:t>
            </a:r>
          </a:p>
          <a:p>
            <a:pPr marL="0" indent="0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 marL="0" indent="0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 </a:t>
            </a:r>
          </a:p>
          <a:p>
            <a:pPr marL="0" indent="0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600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en-US" sz="16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pPr marL="0" indent="0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600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operator=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sz="16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  <a:r>
              <a:rPr lang="en-US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/* ... */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</a:t>
            </a:r>
          </a:p>
          <a:p>
            <a:pPr marL="0" indent="0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6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element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indent="0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cap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indent="0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cap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*= </a:t>
            </a:r>
            <a:r>
              <a:rPr lang="en-US" sz="1600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6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newArray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cap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 marL="0" indent="0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600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</a:t>
            </a:r>
          </a:p>
          <a:p>
            <a:pPr marL="0" indent="0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newArray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 marL="0" indent="0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600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delete[]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newArray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 marL="0" indent="0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element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++;</a:t>
            </a:r>
          </a:p>
          <a:p>
            <a:pPr marL="0" indent="0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AE0E44-D8E2-BA91-5277-F8DC214B6FC1}"/>
              </a:ext>
            </a:extLst>
          </p:cNvPr>
          <p:cNvSpPr txBox="1"/>
          <p:nvPr/>
        </p:nvSpPr>
        <p:spPr>
          <a:xfrm>
            <a:off x="9426499" y="5321489"/>
            <a:ext cx="2765501" cy="153651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lnSpc>
                <a:spcPts val="1425"/>
              </a:lnSpc>
            </a:pPr>
            <a:r>
              <a:rPr lang="en-US" sz="16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TestArray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</a:pP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a1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</a:pP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a1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</a:pP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a1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</a:pP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a2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a1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</a:pP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a1</a:t>
            </a:r>
            <a:r>
              <a:rPr lang="en-US" sz="1600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600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</a:pPr>
            <a:r>
              <a:rPr lang="en-US" sz="1600" b="1">
                <a:solidFill>
                  <a:srgbClr val="000000"/>
                </a:solidFill>
                <a:latin typeface="Consolas" panose="020B0609020204030204" pitchFamily="49" charset="0"/>
              </a:rPr>
              <a:t>              </a:t>
            </a:r>
            <a:r>
              <a:rPr lang="en-US" sz="1600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a1</a:t>
            </a:r>
            <a:r>
              <a:rPr lang="en-US" sz="1600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600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</a:pP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0773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3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3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0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3">
                                            <p:txEl>
                                              <p:pRg st="30" end="3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1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3">
                                            <p:txEl>
                                              <p:pRg st="31" end="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2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3">
                                            <p:txEl>
                                              <p:pRg st="32" end="3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3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3">
                                            <p:txEl>
                                              <p:pRg st="33" end="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4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3">
                                            <p:txEl>
                                              <p:pRg st="34" end="3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5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3">
                                            <p:txEl>
                                              <p:pRg st="35" end="3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6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3">
                                            <p:txEl>
                                              <p:pRg st="36" end="3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7" end="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3">
                                            <p:txEl>
                                              <p:pRg st="37" end="3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8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3">
                                            <p:txEl>
                                              <p:pRg st="38" end="3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9" end="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3">
                                            <p:txEl>
                                              <p:pRg st="39" end="3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0" end="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3">
                                            <p:txEl>
                                              <p:pRg st="40" end="4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1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3">
                                            <p:txEl>
                                              <p:pRg st="41" end="4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2" end="4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3">
                                            <p:txEl>
                                              <p:pRg st="42" end="4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3" end="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3">
                                            <p:txEl>
                                              <p:pRg st="43" end="4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4" end="4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3">
                                            <p:txEl>
                                              <p:pRg st="44" end="4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5" end="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3">
                                            <p:txEl>
                                              <p:pRg st="45" end="4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6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3">
                                            <p:txEl>
                                              <p:pRg st="46" end="4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7" end="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3">
                                            <p:txEl>
                                              <p:pRg st="47" end="4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8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3">
                                            <p:txEl>
                                              <p:pRg st="48" end="4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9" end="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3">
                                            <p:txEl>
                                              <p:pRg st="49" end="4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0" end="5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3">
                                            <p:txEl>
                                              <p:pRg st="50" end="5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1" end="5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3">
                                            <p:txEl>
                                              <p:pRg st="51" end="5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2" end="5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3">
                                            <p:txEl>
                                              <p:pRg st="52" end="5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8F9E4-15C2-4525-B7A8-6298AFB7E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Generi</a:t>
            </a:r>
            <a:r>
              <a:rPr lang="sr-Latn-BA"/>
              <a:t>čke funkcije – pregled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8B676-BB0F-432E-8A2F-82176634B8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sr-Latn-BA"/>
              <a:t>Poziv šablonske funkcije</a:t>
            </a:r>
            <a:endParaRPr lang="en-US" b="1">
              <a:latin typeface="Consolas" panose="020B0609020204030204" pitchFamily="49" charset="0"/>
            </a:endParaRPr>
          </a:p>
          <a:p>
            <a:pPr marL="0" indent="0" algn="just">
              <a:buNone/>
            </a:pP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f</a:t>
            </a:r>
            <a:r>
              <a:rPr lang="sr-Latn-BA" b="1">
                <a:latin typeface="Consolas" panose="020B0609020204030204" pitchFamily="49" charset="0"/>
              </a:rPr>
              <a:t>(</a:t>
            </a:r>
            <a:r>
              <a:rPr lang="sr-Latn-BA" b="1" i="1">
                <a:latin typeface="Consolas" panose="020B0609020204030204" pitchFamily="49" charset="0"/>
              </a:rPr>
              <a:t>argumenti</a:t>
            </a:r>
            <a:r>
              <a:rPr lang="sr-Latn-BA" b="1">
                <a:latin typeface="Consolas" panose="020B0609020204030204" pitchFamily="49" charset="0"/>
              </a:rPr>
              <a:t>)</a:t>
            </a:r>
            <a:r>
              <a:rPr lang="en-US" b="1"/>
              <a:t> </a:t>
            </a:r>
            <a:r>
              <a:rPr lang="en-US"/>
              <a:t>ili 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f</a:t>
            </a:r>
            <a:r>
              <a:rPr lang="en-US" b="1">
                <a:latin typeface="Consolas" panose="020B0609020204030204" pitchFamily="49" charset="0"/>
              </a:rPr>
              <a:t>&lt;</a:t>
            </a:r>
            <a:r>
              <a:rPr lang="sr-Latn-BA" b="1" i="1">
                <a:latin typeface="Consolas" panose="020B0609020204030204" pitchFamily="49" charset="0"/>
              </a:rPr>
              <a:t>šablonski argumenti</a:t>
            </a:r>
            <a:r>
              <a:rPr lang="en-US" b="1">
                <a:latin typeface="Consolas" panose="020B0609020204030204" pitchFamily="49" charset="0"/>
              </a:rPr>
              <a:t>&gt;(</a:t>
            </a:r>
            <a:r>
              <a:rPr lang="sr-Latn-BA" b="1" i="1">
                <a:latin typeface="Consolas" panose="020B0609020204030204" pitchFamily="49" charset="0"/>
              </a:rPr>
              <a:t>argumenti</a:t>
            </a:r>
            <a:r>
              <a:rPr lang="en-US" b="1">
                <a:latin typeface="Consolas" panose="020B0609020204030204" pitchFamily="49" charset="0"/>
              </a:rPr>
              <a:t>)</a:t>
            </a:r>
          </a:p>
          <a:p>
            <a:pPr algn="just"/>
            <a:r>
              <a:rPr lang="sr-Latn-BA"/>
              <a:t>C++14: automatsko zaključivanje povratnog tipa pri instanciranju šablona funkcije čiji je povratni tip specificiran kao </a:t>
            </a:r>
            <a:r>
              <a:rPr lang="sr-Latn-BA" b="1">
                <a:latin typeface="Consolas" panose="020B0609020204030204" pitchFamily="49" charset="0"/>
              </a:rPr>
              <a:t>auto</a:t>
            </a:r>
            <a:endParaRPr lang="en-US" b="1"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3894BB-9FC5-4EBD-9C07-AC1D3B2F9A09}"/>
              </a:ext>
            </a:extLst>
          </p:cNvPr>
          <p:cNvSpPr txBox="1"/>
          <p:nvPr/>
        </p:nvSpPr>
        <p:spPr>
          <a:xfrm>
            <a:off x="1153886" y="3760070"/>
            <a:ext cx="9884228" cy="299545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numCol="2" rtlCol="0">
            <a:noAutofit/>
          </a:bodyPr>
          <a:lstStyle/>
          <a:p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A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{}; 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B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{}; 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C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{};</a:t>
            </a:r>
          </a:p>
          <a:p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C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operator+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A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B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{ </a:t>
            </a:r>
          </a:p>
          <a:p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C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(); </a:t>
            </a:r>
          </a:p>
          <a:p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template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&lt;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typename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T1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typename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T2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auto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add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T1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t1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T2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t2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t1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t2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auto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x1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add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sr-Latn-BA" b="1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 // int</a:t>
            </a:r>
            <a:endParaRPr lang="sr-Latn-BA" b="1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auto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x2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add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98658"/>
                </a:solidFill>
                <a:latin typeface="Consolas" panose="020B0609020204030204" pitchFamily="49" charset="0"/>
              </a:rPr>
              <a:t>1.0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sr-Latn-BA" b="1">
                <a:solidFill>
                  <a:srgbClr val="098658"/>
                </a:solidFill>
                <a:latin typeface="Consolas" panose="020B0609020204030204" pitchFamily="49" charset="0"/>
              </a:rPr>
              <a:t>2.0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 // double</a:t>
            </a:r>
            <a:endParaRPr lang="sr-Latn-BA" b="1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auto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x3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add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sr-Latn-BA" b="1">
                <a:solidFill>
                  <a:srgbClr val="098658"/>
                </a:solidFill>
                <a:latin typeface="Consolas" panose="020B0609020204030204" pitchFamily="49" charset="0"/>
              </a:rPr>
              <a:t>2.0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 // double</a:t>
            </a:r>
            <a:endParaRPr lang="sr-Latn-BA" b="1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auto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x4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add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A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(), 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B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());</a:t>
            </a:r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 // C</a:t>
            </a:r>
            <a:endParaRPr lang="sr-Latn-BA" b="1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</a:p>
          <a:p>
            <a:b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</a:br>
            <a:endParaRPr lang="sr-Latn-BA" b="1">
              <a:solidFill>
                <a:srgbClr val="3B3B3B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8136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8D070-64B4-4EB6-B509-99C505627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Konstantni izrazi i stati</a:t>
            </a:r>
            <a:r>
              <a:rPr lang="sr-Latn-BA"/>
              <a:t>čke pretpostavke</a:t>
            </a:r>
            <a:endParaRPr lang="sr-Latn-BA" b="1">
              <a:latin typeface="Consolas" panose="020B060902020403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4F05CA-6635-4A7F-84A2-CA8B84A9B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1099" y="1825625"/>
            <a:ext cx="11489802" cy="4351338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b="1">
                <a:latin typeface="Consolas" panose="020B0609020204030204" pitchFamily="49" charset="0"/>
              </a:rPr>
              <a:t>constexpr</a:t>
            </a:r>
            <a:r>
              <a:rPr lang="en-US"/>
              <a:t> izraz – konstantan izraz</a:t>
            </a:r>
            <a:r>
              <a:rPr lang="sr-Latn-BA"/>
              <a:t> koji se može evaluirati pri kompajliranju</a:t>
            </a:r>
            <a:endParaRPr lang="en-US"/>
          </a:p>
          <a:p>
            <a:pPr algn="just"/>
            <a:r>
              <a:rPr lang="en-US"/>
              <a:t>Uslovno kompajliranje: </a:t>
            </a:r>
            <a:r>
              <a:rPr lang="en-US" b="1">
                <a:solidFill>
                  <a:srgbClr val="AF00DB"/>
                </a:solidFill>
                <a:latin typeface="Consolas" panose="020B0609020204030204" pitchFamily="49" charset="0"/>
              </a:rPr>
              <a:t>i</a:t>
            </a:r>
            <a:r>
              <a:rPr lang="sr-Latn-BA" b="1">
                <a:solidFill>
                  <a:srgbClr val="AF00DB"/>
                </a:solidFill>
                <a:latin typeface="Consolas" panose="020B0609020204030204" pitchFamily="49" charset="0"/>
              </a:rPr>
              <a:t>f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constexpr</a:t>
            </a:r>
            <a:endParaRPr lang="en-US"/>
          </a:p>
          <a:p>
            <a:pPr algn="just"/>
            <a:r>
              <a:rPr lang="sr-Latn-BA"/>
              <a:t>Statička pretpostavka – p</a:t>
            </a:r>
            <a:r>
              <a:rPr lang="en-US"/>
              <a:t>rovjera </a:t>
            </a:r>
            <a:r>
              <a:rPr lang="sr-Latn-BA"/>
              <a:t>uslova (asercija) </a:t>
            </a:r>
            <a:r>
              <a:rPr lang="en-US"/>
              <a:t>u vrijeme kompajliranja</a:t>
            </a:r>
          </a:p>
          <a:p>
            <a:pPr algn="just"/>
            <a:r>
              <a:rPr lang="en-US"/>
              <a:t>U slu</a:t>
            </a:r>
            <a:r>
              <a:rPr lang="sr-Latn-BA"/>
              <a:t>čaju da uslov nije ispunjen, kompajler prijavljuje grešku</a:t>
            </a:r>
            <a:endParaRPr lang="en-US"/>
          </a:p>
          <a:p>
            <a:pPr algn="just"/>
            <a:endParaRPr lang="en-US"/>
          </a:p>
          <a:p>
            <a:pPr algn="just"/>
            <a:endParaRPr lang="en-US"/>
          </a:p>
          <a:p>
            <a:pPr algn="just"/>
            <a:r>
              <a:rPr lang="en-US"/>
              <a:t>Stati</a:t>
            </a:r>
            <a:r>
              <a:rPr lang="sr-Latn-BA"/>
              <a:t>čka pretpostavka se može ugraditi na nivou klase ili na nivou metode</a:t>
            </a:r>
          </a:p>
          <a:p>
            <a:pPr algn="just"/>
            <a:r>
              <a:rPr lang="sr-Latn-BA"/>
              <a:t>Mogu se jasno naznačiti potrebni </a:t>
            </a:r>
            <a:r>
              <a:rPr lang="en-US"/>
              <a:t>uslovi </a:t>
            </a:r>
            <a:r>
              <a:rPr lang="sr-Latn-BA"/>
              <a:t>za tipske parametre</a:t>
            </a:r>
          </a:p>
          <a:p>
            <a:pPr algn="just"/>
            <a:r>
              <a:rPr lang="sr-Latn-BA"/>
              <a:t>Dobijaju se smislene kompajlerske greške</a:t>
            </a:r>
            <a:endParaRPr lang="en-US"/>
          </a:p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B4CD70-8332-40FA-BDFC-83416D40DDBE}"/>
              </a:ext>
            </a:extLst>
          </p:cNvPr>
          <p:cNvSpPr txBox="1"/>
          <p:nvPr/>
        </p:nvSpPr>
        <p:spPr>
          <a:xfrm>
            <a:off x="2004876" y="3677719"/>
            <a:ext cx="8182248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static_assert (bool-constexpr, message)</a:t>
            </a:r>
            <a:endParaRPr lang="en-US" b="1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static_assert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is_copy_constructible_v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&lt;T&gt;,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osobina tipa</a:t>
            </a:r>
            <a:endParaRPr lang="en-US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</a:t>
            </a:r>
            <a:r>
              <a:rPr lang="en-US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 </a:t>
            </a:r>
            <a:r>
              <a:rPr lang="sr-Latn-BA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needs a copy constructor</a:t>
            </a:r>
            <a:r>
              <a:rPr lang="en-US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692652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7D6A3-17B7-4951-AE12-5FA510422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/>
              <a:t>Statičke pretposta</a:t>
            </a:r>
            <a:r>
              <a:rPr lang="en-US"/>
              <a:t>vke – primjer</a:t>
            </a:r>
            <a:endParaRPr lang="sr-Latn-B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E0FF08-5654-4F17-BAC5-54E97A18343C}"/>
              </a:ext>
            </a:extLst>
          </p:cNvPr>
          <p:cNvSpPr txBox="1"/>
          <p:nvPr/>
        </p:nvSpPr>
        <p:spPr>
          <a:xfrm>
            <a:off x="0" y="1661433"/>
            <a:ext cx="5693229" cy="501675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pPr>
              <a:lnSpc>
                <a:spcPts val="1425"/>
              </a:lnSpc>
            </a:pPr>
            <a:r>
              <a:rPr lang="sr-Latn-BA" sz="1600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sr-Latn-BA" sz="16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6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&lt;type_traits&gt;</a:t>
            </a:r>
            <a:endParaRPr lang="sr-Latn-BA" sz="1600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sr-Latn-BA" sz="16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sr-Latn-BA" sz="16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6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sr-Latn-BA" sz="16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6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</a:pPr>
            <a: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sr-Latn-BA" sz="16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static_assert</a:t>
            </a:r>
            <a: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sz="16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is_copy_constructible_v</a:t>
            </a:r>
            <a:r>
              <a:rPr lang="sr-Latn-BA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sr-Latn-BA" sz="16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sr-Latn-BA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pPr>
              <a:lnSpc>
                <a:spcPts val="1425"/>
              </a:lnSpc>
            </a:pPr>
            <a: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sr-Latn-BA" sz="16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 needs a copy constructor"</a:t>
            </a:r>
            <a: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</a:pPr>
            <a: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lnSpc>
                <a:spcPts val="1425"/>
              </a:lnSpc>
            </a:pPr>
            <a:b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sr-Latn-BA" sz="16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6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</a:pPr>
            <a:r>
              <a:rPr lang="sr-Latn-BA" sz="16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sr-Latn-BA" sz="1600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sr-Latn-BA" sz="1600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sz="16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6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sr-Latn-BA" sz="16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sr-Latn-BA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6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</a:pPr>
            <a: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lnSpc>
                <a:spcPts val="1425"/>
              </a:lnSpc>
            </a:pPr>
            <a:b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sr-Latn-BA" sz="16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600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</a:pPr>
            <a: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sr-Latn-BA" sz="16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sr-Latn-BA" sz="16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sr-Latn-BA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</a:pPr>
            <a:r>
              <a:rPr lang="sr-Latn-BA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sr-Latn-BA" sz="16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sr-Latn-BA" sz="16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sr-Latn-BA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sr-Latn-BA" sz="1600" b="1">
                <a:solidFill>
                  <a:srgbClr val="008000"/>
                </a:solidFill>
                <a:latin typeface="Consolas" panose="020B0609020204030204" pitchFamily="49" charset="0"/>
              </a:rPr>
              <a:t>// greška: T needs a copy constructor</a:t>
            </a:r>
            <a:endParaRPr lang="sr-Latn-BA" sz="1600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</a:pPr>
            <a:b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sr-Latn-BA" sz="1600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B1E395-9DC5-45FC-8B10-7E647BDCBC60}"/>
              </a:ext>
            </a:extLst>
          </p:cNvPr>
          <p:cNvSpPr txBox="1"/>
          <p:nvPr/>
        </p:nvSpPr>
        <p:spPr>
          <a:xfrm>
            <a:off x="5693229" y="1661433"/>
            <a:ext cx="6379028" cy="494770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ts val="1425"/>
              </a:lnSpc>
            </a:pPr>
            <a:r>
              <a:rPr lang="sr-Latn-BA" sz="1600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sr-Latn-BA" sz="16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6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&lt;type_traits&gt;</a:t>
            </a:r>
            <a:endParaRPr lang="sr-Latn-BA" sz="1600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sr-Latn-BA" sz="16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sr-Latn-BA" sz="16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6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sr-Latn-BA" sz="16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6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</a:pPr>
            <a:r>
              <a:rPr lang="sr-Latn-BA" sz="16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sr-Latn-BA" sz="1600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sr-Latn-BA" sz="16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600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</a:pPr>
            <a: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sz="16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static_assert</a:t>
            </a:r>
            <a: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sz="16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is_copy_constructible_v</a:t>
            </a:r>
            <a:r>
              <a:rPr lang="sr-Latn-BA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sr-Latn-BA" sz="16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sr-Latn-BA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</a:pPr>
            <a: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 </a:t>
            </a:r>
            <a:r>
              <a:rPr lang="sr-Latn-BA" sz="16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 needs a copy constructor"</a:t>
            </a:r>
            <a: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</a:pPr>
            <a: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ts val="1425"/>
              </a:lnSpc>
            </a:pPr>
            <a: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lnSpc>
                <a:spcPts val="1425"/>
              </a:lnSpc>
            </a:pPr>
            <a:b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sr-Latn-BA" sz="16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6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</a:pPr>
            <a:r>
              <a:rPr lang="sr-Latn-BA" sz="16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sr-Latn-BA" sz="1600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sr-Latn-BA" sz="1600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sz="16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6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sr-Latn-BA" sz="16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sr-Latn-BA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6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</a:pPr>
            <a: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lnSpc>
                <a:spcPts val="1425"/>
              </a:lnSpc>
            </a:pPr>
            <a:b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sr-Latn-BA" sz="16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600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</a:pPr>
            <a: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sr-Latn-BA" sz="16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sr-Latn-BA" sz="16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sr-Latn-BA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</a:pPr>
            <a: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sr-Latn-BA" sz="16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sr-Latn-BA" sz="16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sr-Latn-BA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sr-Latn-BA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u redu, static_assert je u f()</a:t>
            </a:r>
            <a:endParaRPr lang="sr-Latn-BA" sz="1600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sr-Latn-BA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sz="1600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sr-Latn-BA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greška: T needs a copy constructor</a:t>
            </a:r>
            <a:endParaRPr lang="sr-Latn-BA" sz="1600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sr-Latn-BA" sz="16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1600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endParaRPr lang="en-US" sz="1600" b="1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endParaRPr lang="en-US" sz="1600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endParaRPr lang="en-US" sz="1600" b="1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endParaRPr lang="en-US" sz="1600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endParaRPr lang="en-US" sz="1600" b="1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endParaRPr lang="en-US" sz="1600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endParaRPr lang="sr-Latn-BA" sz="1600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2183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E935E-204E-4627-AD9B-281B1BA42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Pregled nekih o</a:t>
            </a:r>
            <a:r>
              <a:rPr lang="sr-Latn-BA"/>
              <a:t>sobin</a:t>
            </a:r>
            <a:r>
              <a:rPr lang="en-US"/>
              <a:t>a </a:t>
            </a:r>
            <a:r>
              <a:rPr lang="sr-Latn-BA"/>
              <a:t>tipova</a:t>
            </a:r>
            <a:r>
              <a:rPr lang="en-US"/>
              <a:t> (</a:t>
            </a:r>
            <a:r>
              <a:rPr lang="en-US" i="1"/>
              <a:t>type traits</a:t>
            </a:r>
            <a:r>
              <a:rPr lang="en-US"/>
              <a:t>)</a:t>
            </a:r>
            <a:endParaRPr lang="sr-Latn-B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D28903-A5D9-4561-92E5-83503607EE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0566"/>
            <a:ext cx="10515600" cy="1505405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sr-Latn-BA"/>
              <a:t>Interfejs u vrijeme kompajliranja</a:t>
            </a:r>
            <a:r>
              <a:rPr lang="en-US"/>
              <a:t> – </a:t>
            </a:r>
            <a:r>
              <a:rPr lang="sr-Latn-BA"/>
              <a:t>ispitivanje i modifikacij</a:t>
            </a:r>
            <a:r>
              <a:rPr lang="en-US"/>
              <a:t>a</a:t>
            </a:r>
            <a:r>
              <a:rPr lang="sr-Latn-BA"/>
              <a:t> svojstava tipova </a:t>
            </a:r>
          </a:p>
          <a:p>
            <a:pPr algn="just"/>
            <a:r>
              <a:rPr lang="en-US"/>
              <a:t>Dodati sufiks </a:t>
            </a:r>
            <a:r>
              <a:rPr lang="en-US" b="1">
                <a:latin typeface="Consolas" panose="020B0609020204030204" pitchFamily="49" charset="0"/>
              </a:rPr>
              <a:t>_v</a:t>
            </a:r>
            <a:r>
              <a:rPr lang="en-US"/>
              <a:t> kada je potrebna vrijednost</a:t>
            </a:r>
            <a:endParaRPr lang="en-US" b="1">
              <a:latin typeface="Consolas" panose="020B0609020204030204" pitchFamily="49" charset="0"/>
            </a:endParaRPr>
          </a:p>
          <a:p>
            <a:pPr algn="just"/>
            <a:r>
              <a:rPr lang="en-US"/>
              <a:t>Postoji i sufiks </a:t>
            </a:r>
            <a:r>
              <a:rPr lang="en-US" b="1">
                <a:latin typeface="Consolas" panose="020B0609020204030204" pitchFamily="49" charset="0"/>
              </a:rPr>
              <a:t>_t</a:t>
            </a:r>
            <a:r>
              <a:rPr lang="en-US"/>
              <a:t> kada je potreban tip (</a:t>
            </a:r>
            <a:r>
              <a:rPr lang="en-US" sz="1900" b="1">
                <a:solidFill>
                  <a:srgbClr val="2B91AF"/>
                </a:solidFill>
                <a:latin typeface="Consolas" panose="020B0609020204030204" pitchFamily="49" charset="0"/>
              </a:rPr>
              <a:t>add_pointer</a:t>
            </a:r>
            <a:r>
              <a:rPr lang="en-US"/>
              <a:t>, </a:t>
            </a:r>
            <a:r>
              <a:rPr lang="en-US" sz="1900" b="1">
                <a:solidFill>
                  <a:srgbClr val="2B91AF"/>
                </a:solidFill>
                <a:latin typeface="Consolas" panose="020B0609020204030204" pitchFamily="49" charset="0"/>
              </a:rPr>
              <a:t>remove_pointer</a:t>
            </a:r>
            <a:r>
              <a:rPr lang="en-US" sz="1900"/>
              <a:t> </a:t>
            </a:r>
            <a:r>
              <a:rPr lang="en-US"/>
              <a:t>, …)</a:t>
            </a:r>
            <a:endParaRPr lang="en-US" b="1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b="1">
              <a:latin typeface="Consolas" panose="020B0609020204030204" pitchFamily="49" charset="0"/>
            </a:endParaRPr>
          </a:p>
          <a:p>
            <a:endParaRPr lang="en-US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sr-Latn-BA" b="1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sr-Latn-B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161368-3B84-4202-931F-8DAB311AAC2A}"/>
              </a:ext>
            </a:extLst>
          </p:cNvPr>
          <p:cNvSpPr txBox="1"/>
          <p:nvPr/>
        </p:nvSpPr>
        <p:spPr>
          <a:xfrm>
            <a:off x="0" y="3145971"/>
            <a:ext cx="12192000" cy="37120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numCol="3" rtlCol="0">
            <a:noAutofit/>
          </a:bodyPr>
          <a:lstStyle/>
          <a:p>
            <a:r>
              <a:rPr lang="en-US" sz="1600" b="1">
                <a:solidFill>
                  <a:srgbClr val="008000"/>
                </a:solidFill>
                <a:latin typeface="Consolas" panose="020B0609020204030204" pitchFamily="49" charset="0"/>
              </a:rPr>
              <a:t>// Kategorije tipova</a:t>
            </a:r>
            <a:endParaRPr lang="en-US" sz="1600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b="1">
                <a:solidFill>
                  <a:srgbClr val="2B91AF"/>
                </a:solidFill>
                <a:latin typeface="Consolas" panose="020B0609020204030204" pitchFamily="49" charset="0"/>
              </a:rPr>
              <a:t>is_integral</a:t>
            </a:r>
            <a:r>
              <a:rPr lang="en-US" sz="1600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b="1">
                <a:solidFill>
                  <a:srgbClr val="2B91AF"/>
                </a:solidFill>
                <a:latin typeface="Consolas" panose="020B0609020204030204" pitchFamily="49" charset="0"/>
              </a:rPr>
              <a:t>is_floating_point</a:t>
            </a:r>
            <a:r>
              <a:rPr lang="en-US" sz="1600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b="1">
                <a:solidFill>
                  <a:srgbClr val="2B91AF"/>
                </a:solidFill>
                <a:latin typeface="Consolas" panose="020B0609020204030204" pitchFamily="49" charset="0"/>
              </a:rPr>
              <a:t>is_class</a:t>
            </a:r>
            <a:r>
              <a:rPr lang="en-US" sz="1600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b="1">
                <a:solidFill>
                  <a:srgbClr val="2B91AF"/>
                </a:solidFill>
                <a:latin typeface="Consolas" panose="020B0609020204030204" pitchFamily="49" charset="0"/>
              </a:rPr>
              <a:t>is_function</a:t>
            </a:r>
            <a:r>
              <a:rPr lang="en-US" sz="1600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b="1">
                <a:solidFill>
                  <a:srgbClr val="2B91AF"/>
                </a:solidFill>
                <a:latin typeface="Consolas" panose="020B0609020204030204" pitchFamily="49" charset="0"/>
              </a:rPr>
              <a:t>is_pointer</a:t>
            </a:r>
            <a:r>
              <a:rPr lang="en-US" sz="1600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b="1">
                <a:solidFill>
                  <a:srgbClr val="2B91AF"/>
                </a:solidFill>
                <a:latin typeface="Consolas" panose="020B0609020204030204" pitchFamily="49" charset="0"/>
              </a:rPr>
              <a:t>is_lvalue_reference</a:t>
            </a:r>
            <a:r>
              <a:rPr lang="en-US" sz="1600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b="1">
                <a:solidFill>
                  <a:srgbClr val="2B91AF"/>
                </a:solidFill>
                <a:latin typeface="Consolas" panose="020B0609020204030204" pitchFamily="49" charset="0"/>
              </a:rPr>
              <a:t>is_rvalue_reference</a:t>
            </a:r>
            <a:r>
              <a:rPr lang="en-US" sz="1600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b="1">
                <a:solidFill>
                  <a:srgbClr val="2B91AF"/>
                </a:solidFill>
                <a:latin typeface="Consolas" panose="020B0609020204030204" pitchFamily="49" charset="0"/>
              </a:rPr>
              <a:t>is_arithmetic</a:t>
            </a:r>
            <a:r>
              <a:rPr lang="en-US" sz="1600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b="1">
                <a:solidFill>
                  <a:srgbClr val="2B91AF"/>
                </a:solidFill>
                <a:latin typeface="Consolas" panose="020B0609020204030204" pitchFamily="49" charset="0"/>
              </a:rPr>
              <a:t>is_scalar</a:t>
            </a:r>
            <a:r>
              <a:rPr lang="en-US" sz="1600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b="1">
                <a:solidFill>
                  <a:srgbClr val="2B91AF"/>
                </a:solidFill>
                <a:latin typeface="Consolas" panose="020B0609020204030204" pitchFamily="49" charset="0"/>
              </a:rPr>
              <a:t>is_object</a:t>
            </a:r>
            <a:r>
              <a:rPr lang="en-US" sz="1600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b="1">
                <a:solidFill>
                  <a:srgbClr val="008000"/>
                </a:solidFill>
                <a:latin typeface="Consolas" panose="020B0609020204030204" pitchFamily="49" charset="0"/>
              </a:rPr>
              <a:t>// Svojstva tipova</a:t>
            </a:r>
            <a:endParaRPr lang="en-US" sz="1600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b="1">
                <a:solidFill>
                  <a:srgbClr val="2B91AF"/>
                </a:solidFill>
                <a:latin typeface="Consolas" panose="020B0609020204030204" pitchFamily="49" charset="0"/>
              </a:rPr>
              <a:t>is_const</a:t>
            </a:r>
            <a:r>
              <a:rPr lang="en-US" sz="1600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b="1">
                <a:solidFill>
                  <a:srgbClr val="2B91AF"/>
                </a:solidFill>
                <a:latin typeface="Consolas" panose="020B0609020204030204" pitchFamily="49" charset="0"/>
              </a:rPr>
              <a:t>is_trivial</a:t>
            </a:r>
            <a:r>
              <a:rPr lang="en-US" sz="1600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b="1">
                <a:solidFill>
                  <a:srgbClr val="2B91AF"/>
                </a:solidFill>
                <a:latin typeface="Consolas" panose="020B0609020204030204" pitchFamily="49" charset="0"/>
              </a:rPr>
              <a:t>is_polymorphic</a:t>
            </a:r>
            <a:r>
              <a:rPr lang="en-US" sz="1600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b="1">
                <a:solidFill>
                  <a:srgbClr val="2B91AF"/>
                </a:solidFill>
                <a:latin typeface="Consolas" panose="020B0609020204030204" pitchFamily="49" charset="0"/>
              </a:rPr>
              <a:t>is_abstract</a:t>
            </a:r>
            <a:r>
              <a:rPr lang="en-US" sz="1600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b="1">
                <a:solidFill>
                  <a:srgbClr val="2B91AF"/>
                </a:solidFill>
                <a:latin typeface="Consolas" panose="020B0609020204030204" pitchFamily="49" charset="0"/>
              </a:rPr>
              <a:t>is_final</a:t>
            </a:r>
            <a:r>
              <a:rPr lang="en-US" sz="1600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b="1">
                <a:solidFill>
                  <a:srgbClr val="2B91AF"/>
                </a:solidFill>
                <a:latin typeface="Consolas" panose="020B0609020204030204" pitchFamily="49" charset="0"/>
              </a:rPr>
              <a:t>is_signed</a:t>
            </a:r>
            <a:r>
              <a:rPr lang="en-US" sz="1600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b="1">
                <a:solidFill>
                  <a:srgbClr val="2B91AF"/>
                </a:solidFill>
                <a:latin typeface="Consolas" panose="020B0609020204030204" pitchFamily="49" charset="0"/>
              </a:rPr>
              <a:t>is_unsigned</a:t>
            </a:r>
            <a:r>
              <a:rPr lang="en-US" sz="1600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b="1">
                <a:solidFill>
                  <a:srgbClr val="008000"/>
                </a:solidFill>
                <a:latin typeface="Consolas" panose="020B0609020204030204" pitchFamily="49" charset="0"/>
              </a:rPr>
              <a:t>// Podržane operacije</a:t>
            </a:r>
            <a:endParaRPr lang="en-US" sz="1600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b="1">
                <a:solidFill>
                  <a:srgbClr val="2B91AF"/>
                </a:solidFill>
                <a:latin typeface="Consolas" panose="020B0609020204030204" pitchFamily="49" charset="0"/>
              </a:rPr>
              <a:t>is_default_constructible</a:t>
            </a:r>
            <a:r>
              <a:rPr lang="en-US" sz="1600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b="1">
                <a:solidFill>
                  <a:srgbClr val="2B91AF"/>
                </a:solidFill>
                <a:latin typeface="Consolas" panose="020B0609020204030204" pitchFamily="49" charset="0"/>
              </a:rPr>
              <a:t>is_copy_constructible</a:t>
            </a:r>
            <a:r>
              <a:rPr lang="en-US" sz="1600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b="1">
                <a:solidFill>
                  <a:srgbClr val="2B91AF"/>
                </a:solidFill>
                <a:latin typeface="Consolas" panose="020B0609020204030204" pitchFamily="49" charset="0"/>
              </a:rPr>
              <a:t>is_move_constructible</a:t>
            </a:r>
            <a:r>
              <a:rPr lang="en-US" sz="1600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b="1">
                <a:solidFill>
                  <a:srgbClr val="2B91AF"/>
                </a:solidFill>
                <a:latin typeface="Consolas" panose="020B0609020204030204" pitchFamily="49" charset="0"/>
              </a:rPr>
              <a:t>is_assignable</a:t>
            </a:r>
            <a:r>
              <a:rPr lang="en-US" sz="1600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b="1">
                <a:solidFill>
                  <a:srgbClr val="2B91AF"/>
                </a:solidFill>
                <a:latin typeface="Consolas" panose="020B0609020204030204" pitchFamily="49" charset="0"/>
              </a:rPr>
              <a:t>is_copy_assignable</a:t>
            </a:r>
            <a:r>
              <a:rPr lang="en-US" sz="1600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b="1">
                <a:solidFill>
                  <a:srgbClr val="2B91AF"/>
                </a:solidFill>
                <a:latin typeface="Consolas" panose="020B0609020204030204" pitchFamily="49" charset="0"/>
              </a:rPr>
              <a:t>is_move_assignable</a:t>
            </a:r>
            <a:r>
              <a:rPr lang="en-US" sz="1600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b="1">
                <a:solidFill>
                  <a:srgbClr val="2B91AF"/>
                </a:solidFill>
                <a:latin typeface="Consolas" panose="020B0609020204030204" pitchFamily="49" charset="0"/>
              </a:rPr>
              <a:t>has_virtual_destructor</a:t>
            </a:r>
            <a:r>
              <a:rPr lang="en-US" sz="1600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b="1">
                <a:solidFill>
                  <a:srgbClr val="2B91AF"/>
                </a:solidFill>
                <a:latin typeface="Consolas" panose="020B0609020204030204" pitchFamily="49" charset="0"/>
              </a:rPr>
              <a:t>rank</a:t>
            </a:r>
            <a:r>
              <a:rPr lang="en-US" sz="1600" b="1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600" b="1">
                <a:solidFill>
                  <a:srgbClr val="008000"/>
                </a:solidFill>
                <a:latin typeface="Consolas" panose="020B0609020204030204" pitchFamily="49" charset="0"/>
              </a:rPr>
              <a:t>// višedimenzionalnost</a:t>
            </a:r>
            <a:endParaRPr lang="en-US" sz="1600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1600" b="1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endParaRPr lang="en-US" sz="1600" b="1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r>
              <a:rPr lang="en-US" sz="1600" b="1">
                <a:solidFill>
                  <a:srgbClr val="008000"/>
                </a:solidFill>
                <a:latin typeface="Consolas" panose="020B0609020204030204" pitchFamily="49" charset="0"/>
              </a:rPr>
              <a:t>// Tipske relacije</a:t>
            </a:r>
            <a:endParaRPr lang="en-US" sz="1600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b="1">
                <a:solidFill>
                  <a:srgbClr val="2B91AF"/>
                </a:solidFill>
                <a:latin typeface="Consolas" panose="020B0609020204030204" pitchFamily="49" charset="0"/>
              </a:rPr>
              <a:t>is_same</a:t>
            </a:r>
            <a:r>
              <a:rPr lang="en-US" sz="1600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b="1">
                <a:solidFill>
                  <a:srgbClr val="2B91AF"/>
                </a:solidFill>
                <a:latin typeface="Consolas" panose="020B0609020204030204" pitchFamily="49" charset="0"/>
              </a:rPr>
              <a:t>is_base_of</a:t>
            </a:r>
            <a:r>
              <a:rPr lang="en-US" sz="1600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b="1">
                <a:solidFill>
                  <a:srgbClr val="2B91AF"/>
                </a:solidFill>
                <a:latin typeface="Consolas" panose="020B0609020204030204" pitchFamily="49" charset="0"/>
              </a:rPr>
              <a:t>is_convertible</a:t>
            </a:r>
            <a:r>
              <a:rPr lang="en-US" sz="1600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b="1">
                <a:solidFill>
                  <a:srgbClr val="2B91AF"/>
                </a:solidFill>
                <a:latin typeface="Consolas" panose="020B0609020204030204" pitchFamily="49" charset="0"/>
              </a:rPr>
              <a:t>is_invocable</a:t>
            </a:r>
            <a:r>
              <a:rPr lang="en-US" sz="1600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b="1">
                <a:solidFill>
                  <a:srgbClr val="008000"/>
                </a:solidFill>
                <a:latin typeface="Consolas" panose="020B0609020204030204" pitchFamily="49" charset="0"/>
              </a:rPr>
              <a:t>// Tipske transformacije</a:t>
            </a:r>
            <a:endParaRPr lang="en-US" sz="1600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b="1">
                <a:solidFill>
                  <a:srgbClr val="2B91AF"/>
                </a:solidFill>
                <a:latin typeface="Consolas" panose="020B0609020204030204" pitchFamily="49" charset="0"/>
              </a:rPr>
              <a:t>decay</a:t>
            </a:r>
            <a:r>
              <a:rPr lang="en-US" sz="1600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b="1">
                <a:solidFill>
                  <a:srgbClr val="2B91AF"/>
                </a:solidFill>
                <a:latin typeface="Consolas" panose="020B0609020204030204" pitchFamily="49" charset="0"/>
              </a:rPr>
              <a:t>enable_if</a:t>
            </a:r>
            <a:r>
              <a:rPr lang="en-US" sz="1600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b="1">
                <a:solidFill>
                  <a:srgbClr val="2B91AF"/>
                </a:solidFill>
                <a:latin typeface="Consolas" panose="020B0609020204030204" pitchFamily="49" charset="0"/>
              </a:rPr>
              <a:t>conditional</a:t>
            </a:r>
            <a:r>
              <a:rPr lang="en-US" sz="1600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b="1">
                <a:solidFill>
                  <a:srgbClr val="2B91AF"/>
                </a:solidFill>
                <a:latin typeface="Consolas" panose="020B0609020204030204" pitchFamily="49" charset="0"/>
              </a:rPr>
              <a:t>common_type</a:t>
            </a:r>
            <a:r>
              <a:rPr lang="en-US" sz="1600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b="1">
                <a:solidFill>
                  <a:srgbClr val="2B91AF"/>
                </a:solidFill>
                <a:latin typeface="Consolas" panose="020B0609020204030204" pitchFamily="49" charset="0"/>
              </a:rPr>
              <a:t>invoke_result</a:t>
            </a:r>
            <a:r>
              <a:rPr lang="en-US" sz="1600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b="1">
                <a:solidFill>
                  <a:srgbClr val="008000"/>
                </a:solidFill>
                <a:latin typeface="Consolas" panose="020B0609020204030204" pitchFamily="49" charset="0"/>
              </a:rPr>
              <a:t>// Logičke operacije između osobina</a:t>
            </a:r>
            <a:endParaRPr lang="en-US" sz="1600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b="1">
                <a:solidFill>
                  <a:srgbClr val="2B91AF"/>
                </a:solidFill>
                <a:latin typeface="Consolas" panose="020B0609020204030204" pitchFamily="49" charset="0"/>
              </a:rPr>
              <a:t>conjunction</a:t>
            </a:r>
            <a:r>
              <a:rPr lang="en-US" sz="1600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b="1">
                <a:solidFill>
                  <a:srgbClr val="2B91AF"/>
                </a:solidFill>
                <a:latin typeface="Consolas" panose="020B0609020204030204" pitchFamily="49" charset="0"/>
              </a:rPr>
              <a:t>disjunction</a:t>
            </a:r>
            <a:r>
              <a:rPr lang="en-US" sz="1600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b="1">
                <a:solidFill>
                  <a:srgbClr val="2B91AF"/>
                </a:solidFill>
                <a:latin typeface="Consolas" panose="020B0609020204030204" pitchFamily="49" charset="0"/>
              </a:rPr>
              <a:t>negation</a:t>
            </a:r>
            <a:r>
              <a:rPr lang="en-US" sz="1600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600" b="1"/>
          </a:p>
        </p:txBody>
      </p:sp>
    </p:spTree>
    <p:extLst>
      <p:ext uri="{BB962C8B-B14F-4D97-AF65-F5344CB8AC3E}">
        <p14:creationId xmlns:p14="http://schemas.microsoft.com/office/powerpoint/2010/main" val="2295399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494F9-2918-431E-8B8C-9A662F1DE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/>
              <a:t>Paketi parametara</a:t>
            </a:r>
            <a:r>
              <a:rPr lang="en-US"/>
              <a:t> – funkcije</a:t>
            </a:r>
            <a:endParaRPr lang="sr-Latn-B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6652EE-BACF-4D8D-A0CE-94F5E0F944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4739"/>
            <a:ext cx="10515600" cy="4351338"/>
          </a:xfrm>
        </p:spPr>
        <p:txBody>
          <a:bodyPr>
            <a:normAutofit/>
          </a:bodyPr>
          <a:lstStyle/>
          <a:p>
            <a:pPr algn="just"/>
            <a:r>
              <a:rPr lang="sr-Latn-BA"/>
              <a:t>Funkcijski paket parametara – funkcijski parametar koji prihvata proizvoljan broj funkcijskih argumenata</a:t>
            </a:r>
          </a:p>
          <a:p>
            <a:pPr algn="just"/>
            <a:r>
              <a:rPr lang="sr-Latn-BA"/>
              <a:t>Varijadična funkcija – funkcija sa proizvoljnim brojem parametara</a:t>
            </a:r>
          </a:p>
          <a:p>
            <a:pPr algn="just"/>
            <a:r>
              <a:rPr lang="sr-Latn-BA"/>
              <a:t>Paket parametara se može iskoristiti za realizaciju varijadične funkcije</a:t>
            </a:r>
            <a:endParaRPr lang="en-US"/>
          </a:p>
          <a:p>
            <a:pPr algn="just"/>
            <a:r>
              <a:rPr lang="en-US" i="1"/>
              <a:t>Fold</a:t>
            </a:r>
            <a:r>
              <a:rPr lang="en-US"/>
              <a:t> izraz – redukcija parametara paketa nad binarnim operatorom</a:t>
            </a:r>
            <a:endParaRPr lang="sr-Latn-B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AB9BD0-ECFF-4AFE-96BA-9EFEAEB18115}"/>
              </a:ext>
            </a:extLst>
          </p:cNvPr>
          <p:cNvSpPr txBox="1"/>
          <p:nvPr/>
        </p:nvSpPr>
        <p:spPr>
          <a:xfrm>
            <a:off x="457200" y="4240019"/>
            <a:ext cx="5072743" cy="24920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ts val="1425"/>
              </a:lnSpc>
              <a:spcBef>
                <a:spcPts val="100"/>
              </a:spcBef>
              <a:spcAft>
                <a:spcPts val="100"/>
              </a:spcAft>
            </a:pPr>
            <a:r>
              <a:rPr lang="sr-Latn-BA" b="1">
                <a:solidFill>
                  <a:srgbClr val="AF00DB"/>
                </a:solidFill>
                <a:latin typeface="Consolas" panose="020B0609020204030204" pitchFamily="49" charset="0"/>
              </a:rPr>
              <a:t>#include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A31515"/>
                </a:solidFill>
                <a:latin typeface="Consolas" panose="020B0609020204030204" pitchFamily="49" charset="0"/>
              </a:rPr>
              <a:t>&lt;iostream&gt;</a:t>
            </a:r>
            <a:endParaRPr lang="sr-Latn-BA" b="1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spcBef>
                <a:spcPts val="100"/>
              </a:spcBef>
              <a:spcAft>
                <a:spcPts val="100"/>
              </a:spcAft>
            </a:pPr>
            <a:b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template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&lt;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typename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... 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Ts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ts val="1425"/>
              </a:lnSpc>
              <a:spcBef>
                <a:spcPts val="100"/>
              </a:spcBef>
              <a:spcAft>
                <a:spcPts val="100"/>
              </a:spcAft>
            </a:pP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auto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sum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Ts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...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args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spcBef>
                <a:spcPts val="100"/>
              </a:spcBef>
              <a:spcAft>
                <a:spcPts val="100"/>
              </a:spcAft>
            </a:pP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spcBef>
                <a:spcPts val="100"/>
              </a:spcBef>
              <a:spcAft>
                <a:spcPts val="100"/>
              </a:spcAft>
            </a:pP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(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args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...);</a:t>
            </a:r>
          </a:p>
          <a:p>
            <a:pPr>
              <a:lnSpc>
                <a:spcPts val="1425"/>
              </a:lnSpc>
              <a:spcBef>
                <a:spcPts val="100"/>
              </a:spcBef>
              <a:spcAft>
                <a:spcPts val="100"/>
              </a:spcAft>
            </a:pP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spcBef>
                <a:spcPts val="100"/>
              </a:spcBef>
              <a:spcAft>
                <a:spcPts val="100"/>
              </a:spcAft>
            </a:pP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spcBef>
                <a:spcPts val="100"/>
              </a:spcBef>
              <a:spcAft>
                <a:spcPts val="100"/>
              </a:spcAft>
            </a:pP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sum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sr-Latn-BA" b="1">
                <a:solidFill>
                  <a:srgbClr val="098658"/>
                </a:solidFill>
                <a:latin typeface="Consolas" panose="020B0609020204030204" pitchFamily="49" charset="0"/>
              </a:rPr>
              <a:t>2.5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sr-Latn-BA" b="1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sr-Latn-BA" b="1">
                <a:solidFill>
                  <a:srgbClr val="098658"/>
                </a:solidFill>
                <a:latin typeface="Consolas" panose="020B0609020204030204" pitchFamily="49" charset="0"/>
              </a:rPr>
              <a:t>8.33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spcBef>
                <a:spcPts val="100"/>
              </a:spcBef>
              <a:spcAft>
                <a:spcPts val="100"/>
              </a:spcAft>
            </a:pP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 // 16.83</a:t>
            </a:r>
            <a:endParaRPr lang="sr-Latn-BA" b="1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spcBef>
                <a:spcPts val="100"/>
              </a:spcBef>
              <a:spcAft>
                <a:spcPts val="100"/>
              </a:spcAft>
            </a:pPr>
            <a:b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</a:br>
            <a:endParaRPr lang="sr-Latn-BA" b="1">
              <a:solidFill>
                <a:srgbClr val="3B3B3B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6A7F78-4F64-485B-BC35-50DDDA48E14B}"/>
              </a:ext>
            </a:extLst>
          </p:cNvPr>
          <p:cNvSpPr txBox="1"/>
          <p:nvPr/>
        </p:nvSpPr>
        <p:spPr>
          <a:xfrm>
            <a:off x="5529943" y="4240526"/>
            <a:ext cx="6172201" cy="25848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r>
              <a:rPr lang="sr-Latn-BA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US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E je paket parametara </a:t>
            </a:r>
          </a:p>
          <a:p>
            <a:r>
              <a:rPr lang="sr-Latn-BA" b="1">
                <a:effectLst/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sr-Latn-BA" b="1"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effectLst/>
                <a:latin typeface="Consolas" panose="020B0609020204030204" pitchFamily="49" charset="0"/>
              </a:rPr>
              <a:t>+</a:t>
            </a:r>
            <a:r>
              <a:rPr lang="sr-Latn-BA" b="1">
                <a:effectLst/>
                <a:latin typeface="Consolas" panose="020B0609020204030204" pitchFamily="49" charset="0"/>
              </a:rPr>
              <a:t> ...)</a:t>
            </a:r>
            <a:r>
              <a:rPr lang="en-US" b="1"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unarni desni fold</a:t>
            </a:r>
            <a:endParaRPr lang="en-US" b="1">
              <a:effectLst/>
              <a:latin typeface="Consolas" panose="020B0609020204030204" pitchFamily="49" charset="0"/>
            </a:endParaRPr>
          </a:p>
          <a:p>
            <a:r>
              <a:rPr lang="en-US" b="1">
                <a:latin typeface="Consolas" panose="020B0609020204030204" pitchFamily="49" charset="0"/>
                <a:sym typeface="Wingdings" panose="05000000000000000000" pitchFamily="2" charset="2"/>
              </a:rPr>
              <a:t>    </a:t>
            </a:r>
            <a:r>
              <a:rPr lang="en-US" b="1"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 </a:t>
            </a:r>
            <a:r>
              <a:rPr lang="pt-BR" b="1">
                <a:effectLst/>
                <a:latin typeface="Consolas" panose="020B0609020204030204" pitchFamily="49" charset="0"/>
              </a:rPr>
              <a:t>(</a:t>
            </a:r>
            <a:r>
              <a:rPr lang="pt-BR" b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pt-BR" b="1" baseline="-2500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t-BR" b="1">
                <a:effectLst/>
                <a:latin typeface="Consolas" panose="020B0609020204030204" pitchFamily="49" charset="0"/>
              </a:rPr>
              <a:t> + (... + (</a:t>
            </a:r>
            <a:r>
              <a:rPr lang="pt-BR" b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pt-BR" b="1" baseline="-2500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N-1</a:t>
            </a:r>
            <a:r>
              <a:rPr lang="pt-BR" b="1">
                <a:effectLst/>
                <a:latin typeface="Consolas" panose="020B0609020204030204" pitchFamily="49" charset="0"/>
              </a:rPr>
              <a:t> + </a:t>
            </a:r>
            <a:r>
              <a:rPr lang="pt-BR" b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pt-BR" b="1" baseline="-2500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pt-BR" b="1">
                <a:effectLst/>
                <a:latin typeface="Consolas" panose="020B0609020204030204" pitchFamily="49" charset="0"/>
              </a:rPr>
              <a:t>)))</a:t>
            </a:r>
          </a:p>
          <a:p>
            <a:r>
              <a:rPr lang="sr-Latn-BA" b="1">
                <a:effectLst/>
                <a:latin typeface="Consolas" panose="020B0609020204030204" pitchFamily="49" charset="0"/>
              </a:rPr>
              <a:t>(... </a:t>
            </a:r>
            <a:r>
              <a:rPr lang="en-US" b="1">
                <a:effectLst/>
                <a:latin typeface="Consolas" panose="020B0609020204030204" pitchFamily="49" charset="0"/>
              </a:rPr>
              <a:t>+</a:t>
            </a:r>
            <a:r>
              <a:rPr lang="sr-Latn-BA" b="1"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sr-Latn-BA" b="1">
                <a:effectLst/>
                <a:latin typeface="Consolas" panose="020B0609020204030204" pitchFamily="49" charset="0"/>
              </a:rPr>
              <a:t>)</a:t>
            </a:r>
            <a:r>
              <a:rPr lang="en-US" b="1"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unarni lijevi fold</a:t>
            </a:r>
            <a:endParaRPr lang="en-US" b="1">
              <a:effectLst/>
              <a:latin typeface="Consolas" panose="020B0609020204030204" pitchFamily="49" charset="0"/>
            </a:endParaRPr>
          </a:p>
          <a:p>
            <a:r>
              <a:rPr lang="en-US" b="1">
                <a:latin typeface="Consolas" panose="020B0609020204030204" pitchFamily="49" charset="0"/>
                <a:sym typeface="Wingdings" panose="05000000000000000000" pitchFamily="2" charset="2"/>
              </a:rPr>
              <a:t>    </a:t>
            </a:r>
            <a:r>
              <a:rPr lang="en-US" b="1"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 </a:t>
            </a:r>
            <a:r>
              <a:rPr lang="sr-Latn-BA" b="1">
                <a:effectLst/>
                <a:latin typeface="Consolas" panose="020B0609020204030204" pitchFamily="49" charset="0"/>
              </a:rPr>
              <a:t>(((</a:t>
            </a:r>
            <a:r>
              <a:rPr lang="sr-Latn-BA" b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sr-Latn-BA" b="1" baseline="-2500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sr-Latn-BA" b="1"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effectLst/>
                <a:latin typeface="Consolas" panose="020B0609020204030204" pitchFamily="49" charset="0"/>
              </a:rPr>
              <a:t>+</a:t>
            </a:r>
            <a:r>
              <a:rPr lang="sr-Latn-BA" b="1"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sr-Latn-BA" b="1" baseline="-2500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sr-Latn-BA" b="1">
                <a:effectLst/>
                <a:latin typeface="Consolas" panose="020B0609020204030204" pitchFamily="49" charset="0"/>
              </a:rPr>
              <a:t>) </a:t>
            </a:r>
            <a:r>
              <a:rPr lang="en-US" b="1">
                <a:effectLst/>
                <a:latin typeface="Consolas" panose="020B0609020204030204" pitchFamily="49" charset="0"/>
              </a:rPr>
              <a:t>+</a:t>
            </a:r>
            <a:r>
              <a:rPr lang="sr-Latn-BA" b="1">
                <a:effectLst/>
                <a:latin typeface="Consolas" panose="020B0609020204030204" pitchFamily="49" charset="0"/>
              </a:rPr>
              <a:t> ...) </a:t>
            </a:r>
            <a:r>
              <a:rPr lang="en-US" b="1">
                <a:effectLst/>
                <a:latin typeface="Consolas" panose="020B0609020204030204" pitchFamily="49" charset="0"/>
              </a:rPr>
              <a:t>+</a:t>
            </a:r>
            <a:r>
              <a:rPr lang="sr-Latn-BA" b="1"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sr-Latn-BA" b="1" baseline="-2500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sr-Latn-BA" b="1">
                <a:effectLst/>
                <a:latin typeface="Consolas" panose="020B0609020204030204" pitchFamily="49" charset="0"/>
              </a:rPr>
              <a:t>)</a:t>
            </a:r>
            <a:endParaRPr lang="en-US" b="1">
              <a:effectLst/>
              <a:latin typeface="Consolas" panose="020B0609020204030204" pitchFamily="49" charset="0"/>
            </a:endParaRPr>
          </a:p>
          <a:p>
            <a:r>
              <a:rPr lang="sr-Latn-BA" b="1">
                <a:effectLst/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sr-Latn-BA" b="1"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effectLst/>
                <a:latin typeface="Consolas" panose="020B0609020204030204" pitchFamily="49" charset="0"/>
              </a:rPr>
              <a:t>+</a:t>
            </a:r>
            <a:r>
              <a:rPr lang="sr-Latn-BA" b="1">
                <a:effectLst/>
                <a:latin typeface="Consolas" panose="020B0609020204030204" pitchFamily="49" charset="0"/>
              </a:rPr>
              <a:t> ... </a:t>
            </a:r>
            <a:r>
              <a:rPr lang="en-US" b="1">
                <a:effectLst/>
                <a:latin typeface="Consolas" panose="020B0609020204030204" pitchFamily="49" charset="0"/>
              </a:rPr>
              <a:t>+</a:t>
            </a:r>
            <a:r>
              <a:rPr lang="sr-Latn-BA" b="1"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sr-Latn-BA" b="1">
                <a:effectLst/>
                <a:latin typeface="Consolas" panose="020B0609020204030204" pitchFamily="49" charset="0"/>
              </a:rPr>
              <a:t>)</a:t>
            </a:r>
            <a:r>
              <a:rPr lang="en-US" b="1"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binarni desni fold</a:t>
            </a:r>
            <a:endParaRPr lang="en-US" b="1">
              <a:effectLst/>
              <a:latin typeface="Consolas" panose="020B0609020204030204" pitchFamily="49" charset="0"/>
            </a:endParaRPr>
          </a:p>
          <a:p>
            <a:r>
              <a:rPr lang="en-US" b="1">
                <a:latin typeface="Consolas" panose="020B0609020204030204" pitchFamily="49" charset="0"/>
                <a:sym typeface="Wingdings" panose="05000000000000000000" pitchFamily="2" charset="2"/>
              </a:rPr>
              <a:t>    </a:t>
            </a:r>
            <a:r>
              <a:rPr lang="en-US" b="1"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 </a:t>
            </a:r>
            <a:r>
              <a:rPr lang="sr-Latn-BA" b="1">
                <a:effectLst/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sr-Latn-BA" b="1" baseline="-2500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sr-Latn-BA" b="1"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effectLst/>
                <a:latin typeface="Consolas" panose="020B0609020204030204" pitchFamily="49" charset="0"/>
              </a:rPr>
              <a:t>+</a:t>
            </a:r>
            <a:r>
              <a:rPr lang="sr-Latn-BA" b="1">
                <a:effectLst/>
                <a:latin typeface="Consolas" panose="020B0609020204030204" pitchFamily="49" charset="0"/>
              </a:rPr>
              <a:t> (... </a:t>
            </a:r>
            <a:r>
              <a:rPr lang="en-US" b="1">
                <a:effectLst/>
                <a:latin typeface="Consolas" panose="020B0609020204030204" pitchFamily="49" charset="0"/>
              </a:rPr>
              <a:t>+</a:t>
            </a:r>
            <a:r>
              <a:rPr lang="sr-Latn-BA" b="1">
                <a:effectLst/>
                <a:latin typeface="Consolas" panose="020B0609020204030204" pitchFamily="49" charset="0"/>
              </a:rPr>
              <a:t> (</a:t>
            </a:r>
            <a:r>
              <a:rPr lang="sr-Latn-BA" b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pt-BR" b="1" baseline="-2500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N-1</a:t>
            </a:r>
            <a:r>
              <a:rPr lang="sr-Latn-BA" b="1"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effectLst/>
                <a:latin typeface="Consolas" panose="020B0609020204030204" pitchFamily="49" charset="0"/>
              </a:rPr>
              <a:t>+</a:t>
            </a:r>
            <a:r>
              <a:rPr lang="sr-Latn-BA" b="1">
                <a:effectLst/>
                <a:latin typeface="Consolas" panose="020B0609020204030204" pitchFamily="49" charset="0"/>
              </a:rPr>
              <a:t> (</a:t>
            </a:r>
            <a:r>
              <a:rPr lang="sr-Latn-BA" b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pt-BR" b="1" baseline="-2500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sr-Latn-BA" b="1"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effectLst/>
                <a:latin typeface="Consolas" panose="020B0609020204030204" pitchFamily="49" charset="0"/>
              </a:rPr>
              <a:t>+</a:t>
            </a:r>
            <a:r>
              <a:rPr lang="sr-Latn-BA" b="1"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sr-Latn-BA" b="1">
                <a:effectLst/>
                <a:latin typeface="Consolas" panose="020B0609020204030204" pitchFamily="49" charset="0"/>
              </a:rPr>
              <a:t>))))</a:t>
            </a:r>
            <a:endParaRPr lang="en-US" b="1">
              <a:effectLst/>
              <a:latin typeface="Consolas" panose="020B0609020204030204" pitchFamily="49" charset="0"/>
            </a:endParaRPr>
          </a:p>
          <a:p>
            <a:r>
              <a:rPr lang="sr-Latn-BA" b="1">
                <a:effectLst/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sr-Latn-BA" b="1"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effectLst/>
                <a:latin typeface="Consolas" panose="020B0609020204030204" pitchFamily="49" charset="0"/>
              </a:rPr>
              <a:t>+</a:t>
            </a:r>
            <a:r>
              <a:rPr lang="sr-Latn-BA" b="1">
                <a:effectLst/>
                <a:latin typeface="Consolas" panose="020B0609020204030204" pitchFamily="49" charset="0"/>
              </a:rPr>
              <a:t> ... </a:t>
            </a:r>
            <a:r>
              <a:rPr lang="en-US" b="1">
                <a:effectLst/>
                <a:latin typeface="Consolas" panose="020B0609020204030204" pitchFamily="49" charset="0"/>
              </a:rPr>
              <a:t>+</a:t>
            </a:r>
            <a:r>
              <a:rPr lang="sr-Latn-BA" b="1"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sr-Latn-BA" b="1">
                <a:effectLst/>
                <a:latin typeface="Consolas" panose="020B0609020204030204" pitchFamily="49" charset="0"/>
              </a:rPr>
              <a:t>)</a:t>
            </a:r>
            <a:r>
              <a:rPr lang="en-US" b="1"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binarni lijevi fold</a:t>
            </a:r>
            <a:endParaRPr lang="en-US" b="1">
              <a:latin typeface="Consolas" panose="020B0609020204030204" pitchFamily="49" charset="0"/>
            </a:endParaRPr>
          </a:p>
          <a:p>
            <a:r>
              <a:rPr lang="en-US" b="1">
                <a:latin typeface="Consolas" panose="020B0609020204030204" pitchFamily="49" charset="0"/>
                <a:sym typeface="Wingdings" panose="05000000000000000000" pitchFamily="2" charset="2"/>
              </a:rPr>
              <a:t>     </a:t>
            </a:r>
            <a:r>
              <a:rPr lang="sr-Latn-BA" b="1">
                <a:effectLst/>
                <a:latin typeface="Consolas" panose="020B0609020204030204" pitchFamily="49" charset="0"/>
              </a:rPr>
              <a:t>((((</a:t>
            </a:r>
            <a:r>
              <a:rPr lang="sr-Latn-BA" b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sr-Latn-BA" b="1"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effectLst/>
                <a:latin typeface="Consolas" panose="020B0609020204030204" pitchFamily="49" charset="0"/>
              </a:rPr>
              <a:t>+</a:t>
            </a:r>
            <a:r>
              <a:rPr lang="sr-Latn-BA" b="1"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pt-BR" b="1" baseline="-2500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sr-Latn-BA" b="1">
                <a:effectLst/>
                <a:latin typeface="Consolas" panose="020B0609020204030204" pitchFamily="49" charset="0"/>
              </a:rPr>
              <a:t>) </a:t>
            </a:r>
            <a:r>
              <a:rPr lang="en-US" b="1">
                <a:effectLst/>
                <a:latin typeface="Consolas" panose="020B0609020204030204" pitchFamily="49" charset="0"/>
              </a:rPr>
              <a:t>+</a:t>
            </a:r>
            <a:r>
              <a:rPr lang="sr-Latn-BA" b="1"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sr-Latn-BA" b="1" baseline="-2500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sr-Latn-BA" b="1">
                <a:effectLst/>
                <a:latin typeface="Consolas" panose="020B0609020204030204" pitchFamily="49" charset="0"/>
              </a:rPr>
              <a:t>) </a:t>
            </a:r>
            <a:r>
              <a:rPr lang="en-US" b="1">
                <a:effectLst/>
                <a:latin typeface="Consolas" panose="020B0609020204030204" pitchFamily="49" charset="0"/>
              </a:rPr>
              <a:t>+</a:t>
            </a:r>
            <a:r>
              <a:rPr lang="sr-Latn-BA" b="1">
                <a:effectLst/>
                <a:latin typeface="Consolas" panose="020B0609020204030204" pitchFamily="49" charset="0"/>
              </a:rPr>
              <a:t> ...) </a:t>
            </a:r>
            <a:r>
              <a:rPr lang="en-US" b="1">
                <a:effectLst/>
                <a:latin typeface="Consolas" panose="020B0609020204030204" pitchFamily="49" charset="0"/>
              </a:rPr>
              <a:t>+</a:t>
            </a:r>
            <a:r>
              <a:rPr lang="sr-Latn-BA" b="1"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pt-BR" b="1" baseline="-2500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sr-Latn-BA" b="1">
                <a:effectLst/>
                <a:latin typeface="Consolas" panose="020B0609020204030204" pitchFamily="49" charset="0"/>
              </a:rPr>
              <a:t>)</a:t>
            </a:r>
            <a:endParaRPr lang="en-US" b="1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171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72F62-78AF-BF35-04F2-E4C7807FE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EEC031-4975-E156-0182-CFFB76774D1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0"/>
            <a:ext cx="12192000" cy="6858000"/>
          </a:xfrm>
        </p:spPr>
        <p:txBody>
          <a:bodyPr numCol="2">
            <a:noAutofit/>
          </a:bodyPr>
          <a:lstStyle/>
          <a:p>
            <a:pPr marL="0" indent="0">
              <a:lnSpc>
                <a:spcPts val="1425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sr-Latn-BA" sz="1800" b="1">
                <a:solidFill>
                  <a:srgbClr val="008000"/>
                </a:solidFill>
                <a:latin typeface="Consolas" panose="020B0609020204030204" pitchFamily="49" charset="0"/>
              </a:rPr>
              <a:t>/</a:t>
            </a:r>
            <a:r>
              <a:rPr lang="en-US" sz="1800" b="1">
                <a:solidFill>
                  <a:srgbClr val="008000"/>
                </a:solidFill>
                <a:latin typeface="Consolas" panose="020B0609020204030204" pitchFamily="49" charset="0"/>
              </a:rPr>
              <a:t>/ Primjer N-dimenzionalnog vektora</a:t>
            </a:r>
            <a:endParaRPr lang="en-US" sz="1800" b="1">
              <a:solidFill>
                <a:srgbClr val="AF00D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1425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sr-Latn-BA" sz="1800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#pragma</a:t>
            </a:r>
            <a:r>
              <a:rPr lang="sr-Latn-BA" sz="18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800" b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once</a:t>
            </a:r>
            <a:endParaRPr lang="sr-Latn-BA" sz="1800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1425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sr-Latn-BA" sz="1800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sr-Latn-BA" sz="18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8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&lt;type_traits&gt;</a:t>
            </a:r>
            <a:endParaRPr lang="sr-Latn-BA" sz="1800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1425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sr-Latn-BA" sz="1800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sr-Latn-BA" sz="18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8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800" b="1">
                <a:solidFill>
                  <a:srgbClr val="A31515"/>
                </a:solidFill>
                <a:latin typeface="Consolas" panose="020B0609020204030204" pitchFamily="49" charset="0"/>
              </a:rPr>
              <a:t>i</a:t>
            </a:r>
            <a:r>
              <a:rPr lang="sr-Latn-BA" sz="18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ostream&gt;</a:t>
            </a:r>
            <a:endParaRPr lang="sr-Latn-BA" sz="1800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1425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sr-Latn-BA" sz="18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sr-Latn-BA" sz="18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8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sr-Latn-BA" sz="18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8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VectorND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8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ts val="1425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sz="18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static_assert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sz="18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8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800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endParaRPr lang="en-US" sz="1800" b="1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ts val="1425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                 </a:t>
            </a:r>
            <a:r>
              <a:rPr lang="sr-Latn-BA" sz="18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 must be greater than 0."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ts val="1425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sr-Latn-BA" sz="18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8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8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sr-Latn-BA" sz="18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 marL="0" indent="0">
              <a:lnSpc>
                <a:spcPts val="1425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sr-Latn-BA" sz="18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sr-Latn-BA" sz="1800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1425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sz="18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constexpr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800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VectorND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: </a:t>
            </a:r>
            <a:r>
              <a:rPr lang="sr-Latn-BA" sz="18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{} {}</a:t>
            </a:r>
          </a:p>
          <a:p>
            <a:pPr marL="0" indent="0">
              <a:lnSpc>
                <a:spcPts val="1425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sz="18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sr-Latn-BA" sz="18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... </a:t>
            </a:r>
            <a:r>
              <a:rPr lang="sr-Latn-BA" sz="18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0" indent="0">
              <a:lnSpc>
                <a:spcPts val="1425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sz="18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constexpr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800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VectorND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sz="18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... </a:t>
            </a:r>
            <a:r>
              <a:rPr lang="sr-Latn-BA" sz="18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endParaRPr lang="en-US" sz="1800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1425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800" b="1">
                <a:solidFill>
                  <a:srgbClr val="3B3B3B"/>
                </a:solidFill>
                <a:latin typeface="Consolas" panose="020B0609020204030204" pitchFamily="49" charset="0"/>
              </a:rPr>
              <a:t>        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sr-Latn-BA" sz="18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 (</a:t>
            </a:r>
            <a:r>
              <a:rPr lang="sr-Latn-BA" sz="18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sr-Latn-BA" sz="18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... } {}</a:t>
            </a:r>
          </a:p>
          <a:p>
            <a:pPr marL="0" indent="0">
              <a:lnSpc>
                <a:spcPts val="1425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sr-Latn-BA" sz="18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i must be in range [0, N).</a:t>
            </a:r>
            <a:endParaRPr lang="sr-Latn-BA" sz="1800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1425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sz="18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constexpr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endParaRPr lang="en-US" sz="1800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1425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800" b="1">
                <a:solidFill>
                  <a:srgbClr val="3B3B3B"/>
                </a:solidFill>
                <a:latin typeface="Consolas" panose="020B0609020204030204" pitchFamily="49" charset="0"/>
              </a:rPr>
              <a:t>    </a:t>
            </a:r>
            <a:r>
              <a:rPr lang="en-US" sz="1800" b="1">
                <a:solidFill>
                  <a:srgbClr val="0000FF"/>
                </a:solidFill>
                <a:latin typeface="Consolas" panose="020B0609020204030204" pitchFamily="49" charset="0"/>
              </a:rPr>
              <a:t>const a</a:t>
            </a:r>
            <a:r>
              <a:rPr lang="sr-Latn-BA" sz="18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uto&amp;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800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operator[]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sz="18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8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8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   </a:t>
            </a:r>
          </a:p>
          <a:p>
            <a:pPr marL="0" indent="0">
              <a:lnSpc>
                <a:spcPts val="1425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800" b="1">
                <a:solidFill>
                  <a:srgbClr val="3B3B3B"/>
                </a:solidFill>
                <a:latin typeface="Consolas" panose="020B0609020204030204" pitchFamily="49" charset="0"/>
              </a:rPr>
              <a:t>    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  </a:t>
            </a:r>
            <a:endParaRPr lang="en-US" sz="1800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1425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800" b="1">
                <a:solidFill>
                  <a:srgbClr val="3B3B3B"/>
                </a:solidFill>
                <a:latin typeface="Consolas" panose="020B0609020204030204" pitchFamily="49" charset="0"/>
              </a:rPr>
              <a:t>        </a:t>
            </a:r>
            <a:r>
              <a:rPr lang="sr-Latn-BA" sz="1800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8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sr-Latn-BA" sz="18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];  </a:t>
            </a:r>
            <a:endParaRPr lang="en-US" sz="1800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1425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800" b="1">
                <a:solidFill>
                  <a:srgbClr val="3B3B3B"/>
                </a:solidFill>
                <a:latin typeface="Consolas" panose="020B0609020204030204" pitchFamily="49" charset="0"/>
              </a:rPr>
              <a:t>    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ts val="1425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sz="18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constexpr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endParaRPr lang="en-US" sz="1800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1425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8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sr-Latn-BA" sz="18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800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operator+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sz="18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8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VectorND</a:t>
            </a:r>
            <a:r>
              <a:rPr lang="sr-Latn-BA" sz="18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8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sr-Latn-BA" sz="18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endParaRPr lang="sr-Latn-BA" sz="1800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1425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pPr marL="0" indent="0">
              <a:lnSpc>
                <a:spcPts val="1425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sr-Latn-BA" sz="18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VectorND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sr-Latn-BA" sz="18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sr-Latn-BA" sz="18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ts val="1425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sr-Latn-BA" sz="1800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sr-Latn-BA" sz="18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8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8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800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sr-Latn-BA" sz="18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8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8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sr-Latn-BA" sz="18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sr-Latn-BA" sz="18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ts val="1425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sr-Latn-BA" sz="18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sz="18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sr-Latn-BA" sz="18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sr-Latn-BA" sz="18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endParaRPr lang="en-US" sz="1800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1425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800" b="1">
                <a:solidFill>
                  <a:srgbClr val="3B3B3B"/>
                </a:solidFill>
                <a:latin typeface="Consolas" panose="020B0609020204030204" pitchFamily="49" charset="0"/>
              </a:rPr>
              <a:t>                </a:t>
            </a:r>
            <a:r>
              <a:rPr lang="sr-Latn-BA" sz="18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sr-Latn-BA" sz="18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sr-Latn-BA" sz="18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8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sz="18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sr-Latn-BA" sz="18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 marL="0" indent="0">
              <a:lnSpc>
                <a:spcPts val="1425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sr-Latn-BA" sz="1800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8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ts val="1425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ts val="1425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sz="18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8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constexpr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8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800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</a:t>
            </a:r>
            <a:endParaRPr lang="en-US" sz="1800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1425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800" b="1">
                <a:solidFill>
                  <a:srgbClr val="3B3B3B"/>
                </a:solidFill>
                <a:latin typeface="Consolas" panose="020B0609020204030204" pitchFamily="49" charset="0"/>
              </a:rPr>
              <a:t>    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 </a:t>
            </a:r>
          </a:p>
          <a:p>
            <a:pPr marL="0" indent="0">
              <a:lnSpc>
                <a:spcPts val="1425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800" b="1">
                <a:solidFill>
                  <a:srgbClr val="3B3B3B"/>
                </a:solidFill>
                <a:latin typeface="Consolas" panose="020B0609020204030204" pitchFamily="49" charset="0"/>
              </a:rPr>
              <a:t>        </a:t>
            </a:r>
            <a:r>
              <a:rPr lang="sr-Latn-BA" sz="1800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8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 </a:t>
            </a:r>
          </a:p>
          <a:p>
            <a:pPr marL="0" indent="0">
              <a:lnSpc>
                <a:spcPts val="1425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800" b="1">
                <a:solidFill>
                  <a:srgbClr val="3B3B3B"/>
                </a:solidFill>
                <a:latin typeface="Consolas" panose="020B0609020204030204" pitchFamily="49" charset="0"/>
              </a:rPr>
              <a:t>    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ts val="1425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ts val="1425"/>
              </a:lnSpc>
              <a:spcBef>
                <a:spcPts val="100"/>
              </a:spcBef>
              <a:spcAft>
                <a:spcPts val="100"/>
              </a:spcAft>
              <a:buNone/>
            </a:pPr>
            <a:endParaRPr lang="en-US" sz="1800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1425"/>
              </a:lnSpc>
              <a:spcBef>
                <a:spcPts val="100"/>
              </a:spcBef>
              <a:spcAft>
                <a:spcPts val="100"/>
              </a:spcAft>
              <a:buNone/>
            </a:pPr>
            <a:endParaRPr lang="en-US" sz="1800" b="1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ts val="1425"/>
              </a:lnSpc>
              <a:spcBef>
                <a:spcPts val="100"/>
              </a:spcBef>
              <a:spcAft>
                <a:spcPts val="100"/>
              </a:spcAft>
              <a:buNone/>
            </a:pPr>
            <a:b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sz="1800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1425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sr-Latn-BA" sz="18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sr-Latn-BA" sz="18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... </a:t>
            </a:r>
            <a:r>
              <a:rPr lang="sr-Latn-BA" sz="18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0" indent="0">
              <a:lnSpc>
                <a:spcPts val="1425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8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constexpr </a:t>
            </a:r>
            <a:r>
              <a:rPr lang="sr-Latn-BA" sz="18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800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CreateVector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sz="18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... </a:t>
            </a:r>
            <a:r>
              <a:rPr lang="sr-Latn-BA" sz="18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ts val="1425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ts val="1425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sz="1800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8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VectorND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sr-Latn-BA" sz="18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sizeof...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sz="18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)&gt;(</a:t>
            </a:r>
            <a:r>
              <a:rPr lang="sr-Latn-BA" sz="18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...);</a:t>
            </a:r>
          </a:p>
          <a:p>
            <a:pPr marL="0" indent="0">
              <a:lnSpc>
                <a:spcPts val="1425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ts val="1425"/>
              </a:lnSpc>
              <a:spcBef>
                <a:spcPts val="100"/>
              </a:spcBef>
              <a:spcAft>
                <a:spcPts val="100"/>
              </a:spcAft>
              <a:buNone/>
            </a:pPr>
            <a:b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sr-Latn-BA" sz="18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sr-Latn-BA" sz="18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8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0" indent="0">
              <a:lnSpc>
                <a:spcPts val="1425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sr-Latn-BA" sz="18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sz="18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ostream</a:t>
            </a:r>
            <a:r>
              <a:rPr lang="sr-Latn-BA" sz="18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800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operator&lt;&lt;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sz="18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sz="18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ostream</a:t>
            </a:r>
            <a:r>
              <a:rPr lang="sr-Latn-BA" sz="18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8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os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sz="18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8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VectorND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sr-Latn-BA" sz="18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sr-Latn-BA" sz="18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8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rhs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ts val="1425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ts val="1425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sz="18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os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800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8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"("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ts val="1425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sz="1800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sr-Latn-BA" sz="18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8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8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800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sr-Latn-BA" sz="18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8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8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rhs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sz="1800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sr-Latn-BA" sz="18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800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sr-Latn-BA" sz="18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sr-Latn-BA" sz="18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ts val="1425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sr-Latn-BA" sz="18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os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8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8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rhs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sr-Latn-BA" sz="18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sr-Latn-BA" sz="18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8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", "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ts val="1425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sz="18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os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8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8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rhs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sr-Latn-BA" sz="18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rhs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sz="1800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sr-Latn-BA" sz="18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800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 marL="0" indent="0">
              <a:lnSpc>
                <a:spcPts val="1425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sz="1800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8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os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800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8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")"</a:t>
            </a: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ts val="1425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70AF50-3FC3-9925-84C1-3D7754887F6A}"/>
              </a:ext>
            </a:extLst>
          </p:cNvPr>
          <p:cNvSpPr txBox="1"/>
          <p:nvPr/>
        </p:nvSpPr>
        <p:spPr>
          <a:xfrm>
            <a:off x="6182021" y="4596740"/>
            <a:ext cx="6009979" cy="22612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lnSpc>
                <a:spcPts val="1425"/>
              </a:lnSpc>
            </a:pP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TestVector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</a:pP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</a:pP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constexpr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VectorND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sr-Latn-BA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v1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</a:pP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constexpr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v2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CreateVector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</a:pP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constexpr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VectorND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sr-Latn-BA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v3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v1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v2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</a:pP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</a:pPr>
            <a:r>
              <a:rPr lang="sr-Latn-BA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  // v3 izračunat u vrijeme kompajliranja</a:t>
            </a:r>
            <a:endParaRPr lang="sr-Latn-BA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   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static_assert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v3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sr-Latn-BA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</a:pPr>
            <a:r>
              <a:rPr lang="sr-Latn-BA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endParaRPr lang="sr-Latn-BA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v3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3B3B3B"/>
                </a:solidFill>
                <a:latin typeface="Consolas" panose="020B0609020204030204" pitchFamily="49" charset="0"/>
              </a:rPr>
              <a:t>    </a:t>
            </a:r>
            <a:r>
              <a:rPr lang="sr-Latn-BA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ispis: (5, 7, 9)</a:t>
            </a:r>
            <a:endParaRPr lang="sr-Latn-BA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63358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0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">
                                            <p:txEl>
                                              <p:pRg st="30" end="3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1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">
                                            <p:txEl>
                                              <p:pRg st="31" end="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2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">
                                            <p:txEl>
                                              <p:pRg st="32" end="3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6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">
                                            <p:txEl>
                                              <p:pRg st="36" end="3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7" end="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">
                                            <p:txEl>
                                              <p:pRg st="37" end="3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8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">
                                            <p:txEl>
                                              <p:pRg st="38" end="3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9" end="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3">
                                            <p:txEl>
                                              <p:pRg st="39" end="3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0" end="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3">
                                            <p:txEl>
                                              <p:pRg st="40" end="4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1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3">
                                            <p:txEl>
                                              <p:pRg st="41" end="4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2" end="4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">
                                            <p:txEl>
                                              <p:pRg st="42" end="4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3" end="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3">
                                            <p:txEl>
                                              <p:pRg st="43" end="4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4" end="4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3">
                                            <p:txEl>
                                              <p:pRg st="44" end="4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5" end="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3">
                                            <p:txEl>
                                              <p:pRg st="45" end="4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6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3">
                                            <p:txEl>
                                              <p:pRg st="46" end="4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7" end="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">
                                            <p:txEl>
                                              <p:pRg st="47" end="4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8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3">
                                            <p:txEl>
                                              <p:pRg st="48" end="4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9" end="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3">
                                            <p:txEl>
                                              <p:pRg st="49" end="4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494F9-2918-431E-8B8C-9A662F1DE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/>
              <a:t>Paketi parametara</a:t>
            </a:r>
            <a:r>
              <a:rPr lang="en-US"/>
              <a:t> – </a:t>
            </a:r>
            <a:r>
              <a:rPr lang="sr-Latn-BA"/>
              <a:t>šabloni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6652EE-BACF-4D8D-A0CE-94F5E0F944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500" y="1814738"/>
            <a:ext cx="11303000" cy="4840062"/>
          </a:xfrm>
        </p:spPr>
        <p:txBody>
          <a:bodyPr>
            <a:normAutofit/>
          </a:bodyPr>
          <a:lstStyle/>
          <a:p>
            <a:pPr algn="just"/>
            <a:r>
              <a:rPr lang="sr-Latn-BA"/>
              <a:t>Šablonski paket parametara – šablonski parametar </a:t>
            </a:r>
            <a:r>
              <a:rPr lang="en-US"/>
              <a:t>koji enkapsulira </a:t>
            </a:r>
            <a:r>
              <a:rPr lang="sr-Latn-BA"/>
              <a:t>proizvolj</a:t>
            </a:r>
            <a:r>
              <a:rPr lang="en-US"/>
              <a:t>an</a:t>
            </a:r>
            <a:r>
              <a:rPr lang="sr-Latn-BA"/>
              <a:t> broj</a:t>
            </a:r>
            <a:r>
              <a:rPr lang="en-US"/>
              <a:t> </a:t>
            </a:r>
            <a:r>
              <a:rPr lang="sr-Latn-BA"/>
              <a:t>šablonskih parametara</a:t>
            </a:r>
          </a:p>
          <a:p>
            <a:pPr algn="just"/>
            <a:r>
              <a:rPr lang="sr-Latn-BA"/>
              <a:t>Varijadični šablon – šablon sa bar jednim paketom parametara</a:t>
            </a:r>
          </a:p>
          <a:p>
            <a:pPr algn="just"/>
            <a:r>
              <a:rPr lang="sr-Latn-BA"/>
              <a:t>Ekspanzija paketa parametara – </a:t>
            </a:r>
            <a:r>
              <a:rPr lang="en-US"/>
              <a:t>operacija kojom se </a:t>
            </a:r>
            <a:r>
              <a:rPr lang="sr-Latn-BA"/>
              <a:t>paket parametara mijenja listom stvarnih argumenata razdvojenih zapetama</a:t>
            </a:r>
            <a:endParaRPr lang="en-US"/>
          </a:p>
          <a:p>
            <a:pPr marL="0" indent="0" algn="ctr">
              <a:buNone/>
            </a:pP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template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 &lt;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typename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 ... </a:t>
            </a:r>
            <a:r>
              <a:rPr lang="sr-Latn-BA" b="1">
                <a:solidFill>
                  <a:srgbClr val="2B91AF"/>
                </a:solidFill>
                <a:latin typeface="Consolas" panose="020B0609020204030204" pitchFamily="49" charset="0"/>
              </a:rPr>
              <a:t>Ts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endParaRPr lang="en-US" b="1">
              <a:solidFill>
                <a:srgbClr val="795E26"/>
              </a:solidFill>
              <a:latin typeface="Consolas" panose="020B0609020204030204" pitchFamily="49" charset="0"/>
            </a:endParaRPr>
          </a:p>
          <a:p>
            <a:pPr marL="0" indent="0" algn="ctr">
              <a:buNone/>
            </a:pP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auto</a:t>
            </a:r>
            <a:r>
              <a:rPr lang="en-US"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f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Ts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...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rest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 g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rest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...); }</a:t>
            </a:r>
          </a:p>
        </p:txBody>
      </p:sp>
    </p:spTree>
    <p:extLst>
      <p:ext uri="{BB962C8B-B14F-4D97-AF65-F5344CB8AC3E}">
        <p14:creationId xmlns:p14="http://schemas.microsoft.com/office/powerpoint/2010/main" val="1762922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E5F7E-5A8F-9FF0-B08C-2A23C0443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5162A13-B4E1-878C-A20C-660C3339CB63}"/>
              </a:ext>
            </a:extLst>
          </p:cNvPr>
          <p:cNvSpPr txBox="1"/>
          <p:nvPr/>
        </p:nvSpPr>
        <p:spPr>
          <a:xfrm>
            <a:off x="0" y="1"/>
            <a:ext cx="6629400" cy="6858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numCol="1" rtlCol="0">
            <a:noAutofit/>
          </a:bodyPr>
          <a:lstStyle/>
          <a:p>
            <a:pPr>
              <a:lnSpc>
                <a:spcPts val="1425"/>
              </a:lnSpc>
              <a:spcBef>
                <a:spcPts val="100"/>
              </a:spcBef>
              <a:spcAft>
                <a:spcPts val="100"/>
              </a:spcAft>
            </a:pPr>
            <a:r>
              <a:rPr lang="sr-Latn-BA" b="1">
                <a:solidFill>
                  <a:srgbClr val="AF00DB"/>
                </a:solidFill>
                <a:latin typeface="Consolas" panose="020B0609020204030204" pitchFamily="49" charset="0"/>
              </a:rPr>
              <a:t>#pragma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E50000"/>
                </a:solidFill>
                <a:latin typeface="Consolas" panose="020B0609020204030204" pitchFamily="49" charset="0"/>
              </a:rPr>
              <a:t>once</a:t>
            </a:r>
            <a:endParaRPr lang="sr-Latn-BA" b="1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spcBef>
                <a:spcPts val="100"/>
              </a:spcBef>
              <a:spcAft>
                <a:spcPts val="100"/>
              </a:spcAft>
            </a:pPr>
            <a:r>
              <a:rPr lang="sr-Latn-BA" b="1">
                <a:solidFill>
                  <a:srgbClr val="AF00DB"/>
                </a:solidFill>
                <a:latin typeface="Consolas" panose="020B0609020204030204" pitchFamily="49" charset="0"/>
              </a:rPr>
              <a:t>#include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A31515"/>
                </a:solidFill>
                <a:latin typeface="Consolas" panose="020B0609020204030204" pitchFamily="49" charset="0"/>
              </a:rPr>
              <a:t>&lt;iostream&gt;</a:t>
            </a:r>
            <a:endParaRPr lang="sr-Latn-BA" b="1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spcBef>
                <a:spcPts val="100"/>
              </a:spcBef>
              <a:spcAft>
                <a:spcPts val="100"/>
              </a:spcAft>
            </a:pPr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/</a:t>
            </a:r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/ Primjer n-torke (tuple) razli</a:t>
            </a:r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čitih tipova</a:t>
            </a:r>
            <a:endParaRPr lang="en-US" b="1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spcBef>
                <a:spcPts val="100"/>
              </a:spcBef>
              <a:spcAft>
                <a:spcPts val="100"/>
              </a:spcAft>
            </a:pPr>
            <a:b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template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&lt;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typename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... 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Ts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ts val="1425"/>
              </a:lnSpc>
              <a:spcBef>
                <a:spcPts val="100"/>
              </a:spcBef>
              <a:spcAft>
                <a:spcPts val="100"/>
              </a:spcAft>
            </a:pP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Tuple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{};</a:t>
            </a:r>
            <a:r>
              <a:rPr lang="en-US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/</a:t>
            </a:r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/ Bazni slu</a:t>
            </a:r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čaj</a:t>
            </a:r>
            <a:endParaRPr lang="sr-Latn-BA" b="1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spcBef>
                <a:spcPts val="100"/>
              </a:spcBef>
              <a:spcAft>
                <a:spcPts val="100"/>
              </a:spcAft>
            </a:pPr>
            <a:b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template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&lt;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typename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T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typename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... 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Ts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ts val="1425"/>
              </a:lnSpc>
              <a:spcBef>
                <a:spcPts val="100"/>
              </a:spcBef>
              <a:spcAft>
                <a:spcPts val="100"/>
              </a:spcAft>
            </a:pP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Tuple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&lt;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T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Ts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...&gt; { </a:t>
            </a:r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/</a:t>
            </a:r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/ </a:t>
            </a:r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Rekurzivni slučaj</a:t>
            </a:r>
            <a:endParaRPr lang="sr-Latn-BA" b="1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spcBef>
                <a:spcPts val="100"/>
              </a:spcBef>
              <a:spcAft>
                <a:spcPts val="100"/>
              </a:spcAft>
            </a:pP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private:</a:t>
            </a:r>
            <a:endParaRPr lang="sr-Latn-BA" b="1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spcBef>
                <a:spcPts val="100"/>
              </a:spcBef>
              <a:spcAft>
                <a:spcPts val="100"/>
              </a:spcAft>
            </a:pP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T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first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spcBef>
                <a:spcPts val="100"/>
              </a:spcBef>
              <a:spcAft>
                <a:spcPts val="100"/>
              </a:spcAft>
            </a:pP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Tuple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&lt;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Ts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...&gt;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rest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spcBef>
                <a:spcPts val="100"/>
              </a:spcBef>
              <a:spcAft>
                <a:spcPts val="100"/>
              </a:spcAft>
            </a:pP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public:</a:t>
            </a:r>
            <a:endParaRPr lang="sr-Latn-BA" b="1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spcBef>
                <a:spcPts val="100"/>
              </a:spcBef>
              <a:spcAft>
                <a:spcPts val="100"/>
              </a:spcAft>
            </a:pP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Tuple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T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first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Ts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...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rest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spcBef>
                <a:spcPts val="100"/>
              </a:spcBef>
              <a:spcAft>
                <a:spcPts val="100"/>
              </a:spcAft>
            </a:pP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        :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first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first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),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rest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rest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...) {}</a:t>
            </a:r>
            <a:endParaRPr lang="en-US" b="1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spcBef>
                <a:spcPts val="100"/>
              </a:spcBef>
              <a:spcAft>
                <a:spcPts val="100"/>
              </a:spcAft>
            </a:pP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  </a:t>
            </a:r>
            <a:r>
              <a:rPr lang="en-US" b="1">
                <a:solidFill>
                  <a:srgbClr val="3B3B3B"/>
                </a:solidFill>
                <a:latin typeface="Consolas" panose="020B0609020204030204" pitchFamily="49" charset="0"/>
              </a:rPr>
              <a:t>  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constexpr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size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sizeof...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Ts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b="1">
                <a:solidFill>
                  <a:srgbClr val="3B3B3B"/>
                </a:solidFill>
                <a:latin typeface="Consolas" panose="020B0609020204030204" pitchFamily="49" charset="0"/>
              </a:rPr>
              <a:t>    </a:t>
            </a:r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/</a:t>
            </a:r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/ …</a:t>
            </a:r>
            <a:endParaRPr lang="en-US" b="1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spcBef>
                <a:spcPts val="100"/>
              </a:spcBef>
              <a:spcAft>
                <a:spcPts val="100"/>
              </a:spcAft>
            </a:pP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template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&lt;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size_t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i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ts val="1425"/>
              </a:lnSpc>
              <a:spcBef>
                <a:spcPts val="100"/>
              </a:spcBef>
              <a:spcAft>
                <a:spcPts val="100"/>
              </a:spcAft>
            </a:pP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constexpr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const a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uto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get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() 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spcBef>
                <a:spcPts val="100"/>
              </a:spcBef>
              <a:spcAft>
                <a:spcPts val="100"/>
              </a:spcAft>
            </a:pP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sr-Latn-BA" b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constexpr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(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i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==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spcBef>
                <a:spcPts val="100"/>
              </a:spcBef>
              <a:spcAft>
                <a:spcPts val="100"/>
              </a:spcAft>
            </a:pP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            </a:t>
            </a:r>
            <a:r>
              <a:rPr lang="sr-Latn-BA" b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first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spcBef>
                <a:spcPts val="100"/>
              </a:spcBef>
              <a:spcAft>
                <a:spcPts val="100"/>
              </a:spcAft>
            </a:pP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sr-Latn-BA" b="1">
                <a:solidFill>
                  <a:srgbClr val="AF00DB"/>
                </a:solidFill>
                <a:latin typeface="Consolas" panose="020B0609020204030204" pitchFamily="49" charset="0"/>
              </a:rPr>
              <a:t>else</a:t>
            </a:r>
            <a:endParaRPr lang="sr-Latn-BA" b="1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spcBef>
                <a:spcPts val="100"/>
              </a:spcBef>
              <a:spcAft>
                <a:spcPts val="100"/>
              </a:spcAft>
            </a:pP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            </a:t>
            </a:r>
            <a:r>
              <a:rPr lang="sr-Latn-BA" b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rest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template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get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&lt;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i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-</a:t>
            </a:r>
            <a:r>
              <a:rPr lang="sr-Latn-BA" b="1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&gt;();</a:t>
            </a:r>
          </a:p>
          <a:p>
            <a:pPr>
              <a:lnSpc>
                <a:spcPts val="1425"/>
              </a:lnSpc>
              <a:spcBef>
                <a:spcPts val="100"/>
              </a:spcBef>
              <a:spcAft>
                <a:spcPts val="100"/>
              </a:spcAft>
            </a:pP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spcBef>
                <a:spcPts val="100"/>
              </a:spcBef>
              <a:spcAft>
                <a:spcPts val="100"/>
              </a:spcAft>
            </a:pPr>
            <a:b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/</a:t>
            </a:r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*</a:t>
            </a:r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sr-Latn-BA" sz="1600" b="1">
                <a:solidFill>
                  <a:srgbClr val="008000"/>
                </a:solidFill>
                <a:latin typeface="Consolas" panose="020B0609020204030204" pitchFamily="49" charset="0"/>
              </a:rPr>
              <a:t>Umjesto if constexpr iznad, može i</a:t>
            </a:r>
            <a:r>
              <a:rPr lang="en-US" sz="1600" b="1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sr-Latn-BA" sz="1600" b="1">
                <a:solidFill>
                  <a:srgbClr val="008000"/>
                </a:solidFill>
                <a:latin typeface="Consolas" panose="020B0609020204030204" pitchFamily="49" charset="0"/>
              </a:rPr>
              <a:t>specijalizacija:</a:t>
            </a:r>
            <a:endParaRPr lang="sr-Latn-BA" sz="1600" b="1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spcBef>
                <a:spcPts val="100"/>
              </a:spcBef>
              <a:spcAft>
                <a:spcPts val="100"/>
              </a:spcAft>
            </a:pPr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    template&lt;&gt;</a:t>
            </a:r>
            <a:endParaRPr lang="sr-Latn-BA" b="1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spcBef>
                <a:spcPts val="100"/>
              </a:spcBef>
              <a:spcAft>
                <a:spcPts val="100"/>
              </a:spcAft>
            </a:pPr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constexpr const a</a:t>
            </a:r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uto</a:t>
            </a:r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&amp; </a:t>
            </a:r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get&lt;0&gt;() const {</a:t>
            </a:r>
          </a:p>
          <a:p>
            <a:pPr>
              <a:lnSpc>
                <a:spcPts val="1425"/>
              </a:lnSpc>
              <a:spcBef>
                <a:spcPts val="100"/>
              </a:spcBef>
              <a:spcAft>
                <a:spcPts val="100"/>
              </a:spcAft>
            </a:pPr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  </a:t>
            </a:r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  return first;</a:t>
            </a:r>
            <a:endParaRPr lang="sr-Latn-BA" b="1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spcBef>
                <a:spcPts val="100"/>
              </a:spcBef>
              <a:spcAft>
                <a:spcPts val="100"/>
              </a:spcAft>
            </a:pPr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    }</a:t>
            </a:r>
            <a:endParaRPr lang="en-US" b="1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*/</a:t>
            </a:r>
            <a:endParaRPr lang="sr-Latn-BA" b="1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    </a:t>
            </a:r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/</a:t>
            </a:r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/ …</a:t>
            </a:r>
            <a:b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 };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3DE984-9650-B93F-76C8-978E2ACD194D}"/>
              </a:ext>
            </a:extLst>
          </p:cNvPr>
          <p:cNvSpPr txBox="1"/>
          <p:nvPr/>
        </p:nvSpPr>
        <p:spPr>
          <a:xfrm>
            <a:off x="6629400" y="0"/>
            <a:ext cx="5562600" cy="25853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Tuple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endParaRPr lang="en-US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33.33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 world!"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"Size: "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sr-Latn-BA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&gt;() 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sr-Latn-BA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&gt;() 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sr-Latn-BA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&gt;() 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F5C1A2-F66D-A8CF-13EB-30449C427BAB}"/>
              </a:ext>
            </a:extLst>
          </p:cNvPr>
          <p:cNvSpPr txBox="1"/>
          <p:nvPr/>
        </p:nvSpPr>
        <p:spPr>
          <a:xfrm>
            <a:off x="6629400" y="2862322"/>
            <a:ext cx="5562600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r-Latn-BA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Size: 3</a:t>
            </a:r>
            <a:endParaRPr lang="sr-Latn-BA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50</a:t>
            </a:r>
            <a:endParaRPr lang="sr-Latn-BA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33.33</a:t>
            </a:r>
            <a:endParaRPr lang="sr-Latn-BA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Hello world!</a:t>
            </a:r>
            <a:endParaRPr lang="sr-Latn-BA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9085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4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4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4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4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4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4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4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DB938-0194-464F-352B-2ADDF85B0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/>
              <a:t>Standardna biblioteka </a:t>
            </a:r>
            <a:r>
              <a:rPr lang="sr-Latn-BA" sz="3600"/>
              <a:t>šablona – uređeni kontejneri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7E93ECB-B52E-598A-8AF0-51E15DB01D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sr-Latn-BA"/>
                  <a:t>Kontejnerske klase i algoritmi u standardnoj biblioteci </a:t>
                </a:r>
                <a:r>
                  <a:rPr lang="sr-Latn-BA" b="1">
                    <a:latin typeface="Consolas" panose="020B0609020204030204" pitchFamily="49" charset="0"/>
                  </a:rPr>
                  <a:t>std</a:t>
                </a:r>
              </a:p>
              <a:p>
                <a:pPr algn="just"/>
                <a:r>
                  <a:rPr lang="sr-Latn-BA"/>
                  <a:t>Uređeni kontejneri</a:t>
                </a:r>
                <a:r>
                  <a:rPr lang="en-US"/>
                  <a:t>: </a:t>
                </a:r>
                <a:r>
                  <a:rPr lang="sr-Latn-BA" b="1">
                    <a:latin typeface="Consolas" panose="020B0609020204030204" pitchFamily="49" charset="0"/>
                  </a:rPr>
                  <a:t>vector</a:t>
                </a:r>
                <a:r>
                  <a:rPr lang="sr-Latn-BA"/>
                  <a:t>, </a:t>
                </a:r>
                <a:r>
                  <a:rPr lang="sr-Latn-BA">
                    <a:latin typeface="Consolas" panose="020B0609020204030204" pitchFamily="49" charset="0"/>
                  </a:rPr>
                  <a:t>list</a:t>
                </a:r>
                <a:r>
                  <a:rPr lang="sr-Latn-BA"/>
                  <a:t>, </a:t>
                </a:r>
                <a:r>
                  <a:rPr lang="en-US">
                    <a:latin typeface="Consolas" panose="020B0609020204030204" pitchFamily="49" charset="0"/>
                  </a:rPr>
                  <a:t>forward_list</a:t>
                </a:r>
                <a:r>
                  <a:rPr lang="en-US"/>
                  <a:t>, </a:t>
                </a:r>
                <a:r>
                  <a:rPr lang="en-US">
                    <a:latin typeface="Consolas" panose="020B0609020204030204" pitchFamily="49" charset="0"/>
                  </a:rPr>
                  <a:t>deque</a:t>
                </a:r>
                <a:r>
                  <a:rPr lang="en-US"/>
                  <a:t>, </a:t>
                </a:r>
                <a:r>
                  <a:rPr lang="en-US">
                    <a:latin typeface="Consolas" panose="020B0609020204030204" pitchFamily="49" charset="0"/>
                  </a:rPr>
                  <a:t>array</a:t>
                </a:r>
              </a:p>
              <a:p>
                <a:pPr algn="just"/>
                <a:r>
                  <a:rPr lang="en-US"/>
                  <a:t>Adapteri za sekvencijalne kontejnere: </a:t>
                </a:r>
                <a:r>
                  <a:rPr lang="en-US">
                    <a:latin typeface="Consolas" panose="020B0609020204030204" pitchFamily="49" charset="0"/>
                  </a:rPr>
                  <a:t>queue</a:t>
                </a:r>
                <a:r>
                  <a:rPr lang="en-US"/>
                  <a:t>, </a:t>
                </a:r>
                <a:r>
                  <a:rPr lang="en-US">
                    <a:latin typeface="Consolas" panose="020B0609020204030204" pitchFamily="49" charset="0"/>
                  </a:rPr>
                  <a:t>stack</a:t>
                </a:r>
              </a:p>
              <a:p>
                <a:pPr algn="just"/>
                <a:r>
                  <a:rPr lang="sr-Latn-BA">
                    <a:hlinkClick r:id="rId2"/>
                  </a:rPr>
                  <a:t>https://en.cppreference.com/w/cpp/container</a:t>
                </a:r>
                <a:endParaRPr lang="sr-Latn-BA"/>
              </a:p>
              <a:p>
                <a:pPr algn="just"/>
                <a:r>
                  <a:rPr lang="sr-Latn-BA">
                    <a:hlinkClick r:id="rId3"/>
                  </a:rPr>
                  <a:t>https://www.cplusplus.com/reference/stl/</a:t>
                </a:r>
                <a:endParaRPr lang="sr-Latn-BA"/>
              </a:p>
              <a:p>
                <a:pPr algn="just"/>
                <a:r>
                  <a:rPr lang="sr-Latn-BA"/>
                  <a:t>Ne zbunjivati </a:t>
                </a:r>
                <a:r>
                  <a:rPr lang="sr-Latn-BA" b="1">
                    <a:latin typeface="Consolas" panose="020B0609020204030204" pitchFamily="49" charset="0"/>
                  </a:rPr>
                  <a:t>std::vector</a:t>
                </a:r>
                <a:r>
                  <a:rPr lang="sr-Latn-BA" b="1"/>
                  <a:t> </a:t>
                </a:r>
                <a:r>
                  <a:rPr lang="sr-Latn-BA"/>
                  <a:t>kojim se predstavljaju dinamički proširivi nizovi sa </a:t>
                </a:r>
                <a14:m>
                  <m:oMath xmlns:m="http://schemas.openxmlformats.org/officeDocument/2006/math">
                    <m:r>
                      <a:rPr lang="sr-Latn-BA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sr-Latn-BA"/>
                  <a:t>-dimenzionalnim matematičkim vektorom!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7E93ECB-B52E-598A-8AF0-51E15DB01D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1043" t="-2381" r="-1159"/>
                </a:stretch>
              </a:blipFill>
            </p:spPr>
            <p:txBody>
              <a:bodyPr/>
              <a:lstStyle/>
              <a:p>
                <a:r>
                  <a:rPr lang="sr-Latn-B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42626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A2DD1-A9F6-6567-FFE3-5DD01D742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Consolas" panose="020B0609020204030204" pitchFamily="49" charset="0"/>
              </a:rPr>
              <a:t>std::vector</a:t>
            </a:r>
            <a:r>
              <a:rPr lang="en-US"/>
              <a:t> – dinami</a:t>
            </a:r>
            <a:r>
              <a:rPr lang="sr-Latn-BA"/>
              <a:t>čki proširiv niz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6FE29B-F25D-004E-15BC-3F0C26A581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Autofit/>
          </a:bodyPr>
          <a:lstStyle/>
          <a:p>
            <a:pPr marL="0" indent="0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8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800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8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&lt;vector&gt;</a:t>
            </a:r>
            <a:endParaRPr lang="en-US" sz="1800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8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 marL="0" indent="0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8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8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8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800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push_back</a:t>
            </a:r>
            <a:r>
              <a:rPr lang="en-US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sz="1800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800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push_back</a:t>
            </a:r>
            <a:r>
              <a:rPr lang="en-US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sz="1800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800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push_back</a:t>
            </a:r>
            <a:r>
              <a:rPr lang="en-US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sz="1800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sz="1800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800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800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800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8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</a:t>
            </a:r>
            <a:br>
              <a:rPr lang="en-US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sr-Latn-BA" sz="1800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8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"Numbers: "</a:t>
            </a:r>
            <a:r>
              <a:rPr lang="en-US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  <a:endParaRPr lang="sr-Latn-BA" sz="1800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8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</a:t>
            </a:r>
            <a:endParaRPr lang="sr-Latn-BA" sz="1800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r-Latn-BA" sz="1800" b="1">
                <a:solidFill>
                  <a:srgbClr val="3B3B3B"/>
                </a:solidFill>
                <a:latin typeface="Consolas" panose="020B0609020204030204" pitchFamily="49" charset="0"/>
              </a:rPr>
              <a:t>         </a:t>
            </a:r>
            <a:r>
              <a:rPr lang="en-US" sz="18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800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 </a:t>
            </a:r>
            <a:r>
              <a:rPr lang="en-US" sz="18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sz="18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endParaRPr lang="sr-Latn-BA" sz="1800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r-Latn-BA" sz="1800" b="1">
                <a:solidFill>
                  <a:srgbClr val="3B3B3B"/>
                </a:solidFill>
                <a:latin typeface="Consolas" panose="020B0609020204030204" pitchFamily="49" charset="0"/>
              </a:rPr>
              <a:t>    </a:t>
            </a:r>
            <a:r>
              <a:rPr lang="en-US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8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8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sz="1800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8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800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US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endParaRPr lang="sr-Latn-BA" sz="1800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r-Latn-BA" sz="1800" b="1">
                <a:solidFill>
                  <a:srgbClr val="3B3B3B"/>
                </a:solidFill>
                <a:latin typeface="Consolas" panose="020B0609020204030204" pitchFamily="49" charset="0"/>
              </a:rPr>
              <a:t>    </a:t>
            </a:r>
            <a:r>
              <a:rPr lang="en-US" sz="18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8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800" b="1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8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  <a:endParaRPr lang="sr-Latn-BA" sz="1800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r-Latn-BA" sz="1800" b="1">
                <a:solidFill>
                  <a:srgbClr val="3B3B3B"/>
                </a:solidFill>
                <a:latin typeface="Consolas" panose="020B0609020204030204" pitchFamily="49" charset="0"/>
              </a:rPr>
              <a:t>    </a:t>
            </a:r>
            <a:r>
              <a:rPr lang="sr-Latn-BA" sz="18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Numbers: 1 4 3 </a:t>
            </a:r>
            <a:br>
              <a:rPr lang="en-US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8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800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pop_back</a:t>
            </a:r>
            <a:r>
              <a:rPr lang="en-US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indent="0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8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sr-Latn-BA" sz="18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sz="18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umbers: "</a:t>
            </a:r>
            <a:r>
              <a:rPr lang="en-US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  <a:endParaRPr lang="sr-Latn-BA" sz="1800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8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</a:t>
            </a:r>
            <a:endParaRPr lang="sr-Latn-BA" sz="1800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r-Latn-BA" sz="1800" b="1">
                <a:solidFill>
                  <a:srgbClr val="3B3B3B"/>
                </a:solidFill>
                <a:latin typeface="Consolas" panose="020B0609020204030204" pitchFamily="49" charset="0"/>
              </a:rPr>
              <a:t>         </a:t>
            </a:r>
            <a:r>
              <a:rPr lang="en-US" sz="18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800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 </a:t>
            </a:r>
            <a:r>
              <a:rPr lang="en-US" sz="18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sz="18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endParaRPr lang="sr-Latn-BA" sz="1800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r-Latn-BA" sz="1800" b="1">
                <a:solidFill>
                  <a:srgbClr val="3B3B3B"/>
                </a:solidFill>
                <a:latin typeface="Consolas" panose="020B0609020204030204" pitchFamily="49" charset="0"/>
              </a:rPr>
              <a:t>    </a:t>
            </a:r>
            <a:r>
              <a:rPr lang="en-US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8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8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sz="1800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8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800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US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  <a:endParaRPr lang="sr-Latn-BA" sz="1800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8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800" b="1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8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r-Latn-BA" sz="1800" b="1">
                <a:solidFill>
                  <a:srgbClr val="3B3B3B"/>
                </a:solidFill>
                <a:latin typeface="Consolas" panose="020B0609020204030204" pitchFamily="49" charset="0"/>
              </a:rPr>
              <a:t>    </a:t>
            </a:r>
          </a:p>
          <a:p>
            <a:pPr marL="0" indent="0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r-Latn-BA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sr-Latn-BA" sz="18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Numbers: 1 4 </a:t>
            </a:r>
            <a:endParaRPr lang="sr-Latn-BA" sz="1800" b="1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132D32-331A-6C2E-3BB9-2D9784513A1B}"/>
              </a:ext>
            </a:extLst>
          </p:cNvPr>
          <p:cNvSpPr txBox="1"/>
          <p:nvPr/>
        </p:nvSpPr>
        <p:spPr>
          <a:xfrm>
            <a:off x="6559154" y="6123543"/>
            <a:ext cx="47946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sr-Latn-BA" b="1">
                <a:hlinkClick r:id="rId3"/>
              </a:rPr>
              <a:t>https://cplusplus.com/reference/vector/vector/</a:t>
            </a:r>
            <a:endParaRPr lang="sr-Latn-BA" b="1"/>
          </a:p>
        </p:txBody>
      </p:sp>
    </p:spTree>
    <p:extLst>
      <p:ext uri="{BB962C8B-B14F-4D97-AF65-F5344CB8AC3E}">
        <p14:creationId xmlns:p14="http://schemas.microsoft.com/office/powerpoint/2010/main" val="27992199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4803</TotalTime>
  <Words>2735</Words>
  <Application>Microsoft Office PowerPoint</Application>
  <PresentationFormat>Widescreen</PresentationFormat>
  <Paragraphs>403</Paragraphs>
  <Slides>15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 Math</vt:lpstr>
      <vt:lpstr>Consolas</vt:lpstr>
      <vt:lpstr>Office Theme</vt:lpstr>
      <vt:lpstr>Programski jezici 1</vt:lpstr>
      <vt:lpstr>Tipovi polimorfizma – pregled</vt:lpstr>
      <vt:lpstr>Generički mehanizam – pregled</vt:lpstr>
      <vt:lpstr>Parametri i argumenti šablona – pregled</vt:lpstr>
      <vt:lpstr>Primjer – generički niz</vt:lpstr>
      <vt:lpstr>Generičke funkcije – pregled</vt:lpstr>
      <vt:lpstr>Konstantni izrazi i statičke pretpostavke</vt:lpstr>
      <vt:lpstr>Statičke pretpostavke – primjer</vt:lpstr>
      <vt:lpstr>Pregled nekih osobina tipova (type traits)</vt:lpstr>
      <vt:lpstr>Paketi parametara – funkcije</vt:lpstr>
      <vt:lpstr>PowerPoint Presentation</vt:lpstr>
      <vt:lpstr>Paketi parametara – šabloni</vt:lpstr>
      <vt:lpstr>PowerPoint Presentation</vt:lpstr>
      <vt:lpstr>Standardna biblioteka šablona – uređeni kontejneri</vt:lpstr>
      <vt:lpstr>std::vector – dinamički proširiv niz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Programski jezici 1</dc:title>
  <dc:creator>Stefan Novaković</dc:creator>
  <cp:lastModifiedBy>Stefan Novaković</cp:lastModifiedBy>
  <cp:revision>19</cp:revision>
  <dcterms:created xsi:type="dcterms:W3CDTF">2021-09-29T13:55:43Z</dcterms:created>
  <dcterms:modified xsi:type="dcterms:W3CDTF">2024-12-19T12:09:18Z</dcterms:modified>
</cp:coreProperties>
</file>