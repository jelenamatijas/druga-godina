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334" r:id="rId2"/>
    <p:sldId id="353" r:id="rId3"/>
    <p:sldId id="356" r:id="rId4"/>
    <p:sldId id="340" r:id="rId5"/>
    <p:sldId id="337" r:id="rId6"/>
    <p:sldId id="351" r:id="rId7"/>
    <p:sldId id="352" r:id="rId8"/>
    <p:sldId id="349" r:id="rId9"/>
    <p:sldId id="350" r:id="rId10"/>
    <p:sldId id="344" r:id="rId11"/>
    <p:sldId id="34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asljeđivanje i polimorfizam" id="{D57E6939-19FC-4C9D-9D79-1DF6DFA69FA8}">
          <p14:sldIdLst>
            <p14:sldId id="334"/>
            <p14:sldId id="353"/>
            <p14:sldId id="356"/>
            <p14:sldId id="340"/>
            <p14:sldId id="337"/>
            <p14:sldId id="351"/>
            <p14:sldId id="352"/>
            <p14:sldId id="349"/>
            <p14:sldId id="350"/>
            <p14:sldId id="344"/>
            <p14:sldId id="34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7F99"/>
    <a:srgbClr val="008000"/>
    <a:srgbClr val="001080"/>
    <a:srgbClr val="0000FF"/>
    <a:srgbClr val="795E26"/>
    <a:srgbClr val="6C8C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CCDF5E-8CBB-4A07-801C-BC3764212142}" v="2361" dt="2024-12-06T07:07:10.0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81" autoAdjust="0"/>
    <p:restoredTop sz="94242" autoAdjust="0"/>
  </p:normalViewPr>
  <p:slideViewPr>
    <p:cSldViewPr snapToGrid="0">
      <p:cViewPr varScale="1">
        <p:scale>
          <a:sx n="104" d="100"/>
          <a:sy n="104" d="100"/>
        </p:scale>
        <p:origin x="88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fan Novaković" userId="48d5634ac72bd80c" providerId="LiveId" clId="{70CCDF5E-8CBB-4A07-801C-BC3764212142}"/>
    <pc:docChg chg="undo redo custSel addSld delSld modSld sldOrd modSection">
      <pc:chgData name="Stefan Novaković" userId="48d5634ac72bd80c" providerId="LiveId" clId="{70CCDF5E-8CBB-4A07-801C-BC3764212142}" dt="2024-12-06T07:07:10.047" v="3398"/>
      <pc:docMkLst>
        <pc:docMk/>
      </pc:docMkLst>
      <pc:sldChg chg="modAnim">
        <pc:chgData name="Stefan Novaković" userId="48d5634ac72bd80c" providerId="LiveId" clId="{70CCDF5E-8CBB-4A07-801C-BC3764212142}" dt="2024-12-05T10:44:55.105" v="1019"/>
        <pc:sldMkLst>
          <pc:docMk/>
          <pc:sldMk cId="1910483375" sldId="334"/>
        </pc:sldMkLst>
      </pc:sldChg>
      <pc:sldChg chg="modSp del mod addAnim delAnim modAnim">
        <pc:chgData name="Stefan Novaković" userId="48d5634ac72bd80c" providerId="LiveId" clId="{70CCDF5E-8CBB-4A07-801C-BC3764212142}" dt="2024-12-05T10:39:54.852" v="779" actId="47"/>
        <pc:sldMkLst>
          <pc:docMk/>
          <pc:sldMk cId="1315144696" sldId="336"/>
        </pc:sldMkLst>
        <pc:spChg chg="mod">
          <ac:chgData name="Stefan Novaković" userId="48d5634ac72bd80c" providerId="LiveId" clId="{70CCDF5E-8CBB-4A07-801C-BC3764212142}" dt="2024-12-05T10:34:39.142" v="751" actId="20577"/>
          <ac:spMkLst>
            <pc:docMk/>
            <pc:sldMk cId="1315144696" sldId="336"/>
            <ac:spMk id="3" creationId="{113B9DBC-C99A-4662-921E-3032D66C76C6}"/>
          </ac:spMkLst>
        </pc:spChg>
      </pc:sldChg>
      <pc:sldChg chg="modSp mod modAnim">
        <pc:chgData name="Stefan Novaković" userId="48d5634ac72bd80c" providerId="LiveId" clId="{70CCDF5E-8CBB-4A07-801C-BC3764212142}" dt="2024-12-06T07:06:38.717" v="3392"/>
        <pc:sldMkLst>
          <pc:docMk/>
          <pc:sldMk cId="1292883951" sldId="337"/>
        </pc:sldMkLst>
        <pc:spChg chg="mod">
          <ac:chgData name="Stefan Novaković" userId="48d5634ac72bd80c" providerId="LiveId" clId="{70CCDF5E-8CBB-4A07-801C-BC3764212142}" dt="2024-12-05T10:59:50.985" v="1269" actId="20577"/>
          <ac:spMkLst>
            <pc:docMk/>
            <pc:sldMk cId="1292883951" sldId="337"/>
            <ac:spMk id="2" creationId="{3709408C-C399-426D-8155-06C7F8D2BC6F}"/>
          </ac:spMkLst>
        </pc:spChg>
        <pc:spChg chg="mod">
          <ac:chgData name="Stefan Novaković" userId="48d5634ac72bd80c" providerId="LiveId" clId="{70CCDF5E-8CBB-4A07-801C-BC3764212142}" dt="2024-12-05T11:21:45.421" v="2195" actId="20577"/>
          <ac:spMkLst>
            <pc:docMk/>
            <pc:sldMk cId="1292883951" sldId="337"/>
            <ac:spMk id="3" creationId="{113B9DBC-C99A-4662-921E-3032D66C76C6}"/>
          </ac:spMkLst>
        </pc:spChg>
      </pc:sldChg>
      <pc:sldChg chg="modSp del mod modAnim">
        <pc:chgData name="Stefan Novaković" userId="48d5634ac72bd80c" providerId="LiveId" clId="{70CCDF5E-8CBB-4A07-801C-BC3764212142}" dt="2024-12-05T10:46:28.130" v="1046" actId="47"/>
        <pc:sldMkLst>
          <pc:docMk/>
          <pc:sldMk cId="1579286941" sldId="339"/>
        </pc:sldMkLst>
        <pc:spChg chg="mod">
          <ac:chgData name="Stefan Novaković" userId="48d5634ac72bd80c" providerId="LiveId" clId="{70CCDF5E-8CBB-4A07-801C-BC3764212142}" dt="2024-12-05T10:35:27.350" v="772"/>
          <ac:spMkLst>
            <pc:docMk/>
            <pc:sldMk cId="1579286941" sldId="339"/>
            <ac:spMk id="2" creationId="{3709408C-C399-426D-8155-06C7F8D2BC6F}"/>
          </ac:spMkLst>
        </pc:spChg>
        <pc:spChg chg="mod">
          <ac:chgData name="Stefan Novaković" userId="48d5634ac72bd80c" providerId="LiveId" clId="{70CCDF5E-8CBB-4A07-801C-BC3764212142}" dt="2024-12-05T10:35:25.304" v="771" actId="27636"/>
          <ac:spMkLst>
            <pc:docMk/>
            <pc:sldMk cId="1579286941" sldId="339"/>
            <ac:spMk id="3" creationId="{113B9DBC-C99A-4662-921E-3032D66C76C6}"/>
          </ac:spMkLst>
        </pc:spChg>
        <pc:spChg chg="mod">
          <ac:chgData name="Stefan Novaković" userId="48d5634ac72bd80c" providerId="LiveId" clId="{70CCDF5E-8CBB-4A07-801C-BC3764212142}" dt="2024-12-05T10:35:48.796" v="773" actId="1076"/>
          <ac:spMkLst>
            <pc:docMk/>
            <pc:sldMk cId="1579286941" sldId="339"/>
            <ac:spMk id="4" creationId="{74C05FB4-B28D-4421-8374-8FFC3A7F0D40}"/>
          </ac:spMkLst>
        </pc:spChg>
      </pc:sldChg>
      <pc:sldChg chg="modSp mod ord modAnim">
        <pc:chgData name="Stefan Novaković" userId="48d5634ac72bd80c" providerId="LiveId" clId="{70CCDF5E-8CBB-4A07-801C-BC3764212142}" dt="2024-12-06T07:06:26.095" v="3391"/>
        <pc:sldMkLst>
          <pc:docMk/>
          <pc:sldMk cId="2899810238" sldId="340"/>
        </pc:sldMkLst>
        <pc:spChg chg="mod">
          <ac:chgData name="Stefan Novaković" userId="48d5634ac72bd80c" providerId="LiveId" clId="{70CCDF5E-8CBB-4A07-801C-BC3764212142}" dt="2024-12-05T10:19:14.098" v="220" actId="20577"/>
          <ac:spMkLst>
            <pc:docMk/>
            <pc:sldMk cId="2899810238" sldId="340"/>
            <ac:spMk id="2" creationId="{EEBEFDE9-3C64-4539-BCBD-BE05D7446884}"/>
          </ac:spMkLst>
        </pc:spChg>
        <pc:spChg chg="mod">
          <ac:chgData name="Stefan Novaković" userId="48d5634ac72bd80c" providerId="LiveId" clId="{70CCDF5E-8CBB-4A07-801C-BC3764212142}" dt="2024-12-05T10:23:56.055" v="386" actId="27636"/>
          <ac:spMkLst>
            <pc:docMk/>
            <pc:sldMk cId="2899810238" sldId="340"/>
            <ac:spMk id="3" creationId="{139E29B1-F13E-49B0-916D-BC7EECEFD115}"/>
          </ac:spMkLst>
        </pc:spChg>
      </pc:sldChg>
      <pc:sldChg chg="modSp add ord modAnim">
        <pc:chgData name="Stefan Novaković" userId="48d5634ac72bd80c" providerId="LiveId" clId="{70CCDF5E-8CBB-4A07-801C-BC3764212142}" dt="2024-12-06T07:07:08.122" v="3397"/>
        <pc:sldMkLst>
          <pc:docMk/>
          <pc:sldMk cId="1600338977" sldId="344"/>
        </pc:sldMkLst>
        <pc:spChg chg="mod">
          <ac:chgData name="Stefan Novaković" userId="48d5634ac72bd80c" providerId="LiveId" clId="{70CCDF5E-8CBB-4A07-801C-BC3764212142}" dt="2024-12-05T11:44:14.835" v="3262" actId="20577"/>
          <ac:spMkLst>
            <pc:docMk/>
            <pc:sldMk cId="1600338977" sldId="344"/>
            <ac:spMk id="3" creationId="{DCE41DC1-03DD-4DAD-B373-06FFE9A36375}"/>
          </ac:spMkLst>
        </pc:spChg>
      </pc:sldChg>
      <pc:sldChg chg="modSp del mod modAnim">
        <pc:chgData name="Stefan Novaković" userId="48d5634ac72bd80c" providerId="LiveId" clId="{70CCDF5E-8CBB-4A07-801C-BC3764212142}" dt="2024-12-05T11:28:13.634" v="2476" actId="2696"/>
        <pc:sldMkLst>
          <pc:docMk/>
          <pc:sldMk cId="3850669294" sldId="344"/>
        </pc:sldMkLst>
        <pc:spChg chg="mod">
          <ac:chgData name="Stefan Novaković" userId="48d5634ac72bd80c" providerId="LiveId" clId="{70CCDF5E-8CBB-4A07-801C-BC3764212142}" dt="2024-12-05T11:25:24.961" v="2268" actId="20577"/>
          <ac:spMkLst>
            <pc:docMk/>
            <pc:sldMk cId="3850669294" sldId="344"/>
            <ac:spMk id="2" creationId="{28486A13-DB5F-47CA-9989-D98AFC7A9D00}"/>
          </ac:spMkLst>
        </pc:spChg>
        <pc:spChg chg="mod">
          <ac:chgData name="Stefan Novaković" userId="48d5634ac72bd80c" providerId="LiveId" clId="{70CCDF5E-8CBB-4A07-801C-BC3764212142}" dt="2024-12-05T11:27:33.818" v="2475" actId="20577"/>
          <ac:spMkLst>
            <pc:docMk/>
            <pc:sldMk cId="3850669294" sldId="344"/>
            <ac:spMk id="3" creationId="{DCE41DC1-03DD-4DAD-B373-06FFE9A36375}"/>
          </ac:spMkLst>
        </pc:spChg>
      </pc:sldChg>
      <pc:sldChg chg="modSp mod modAnim">
        <pc:chgData name="Stefan Novaković" userId="48d5634ac72bd80c" providerId="LiveId" clId="{70CCDF5E-8CBB-4A07-801C-BC3764212142}" dt="2024-12-06T07:07:10.047" v="3398"/>
        <pc:sldMkLst>
          <pc:docMk/>
          <pc:sldMk cId="410091438" sldId="346"/>
        </pc:sldMkLst>
        <pc:spChg chg="mod">
          <ac:chgData name="Stefan Novaković" userId="48d5634ac72bd80c" providerId="LiveId" clId="{70CCDF5E-8CBB-4A07-801C-BC3764212142}" dt="2024-12-05T11:46:53.619" v="3375" actId="20577"/>
          <ac:spMkLst>
            <pc:docMk/>
            <pc:sldMk cId="410091438" sldId="346"/>
            <ac:spMk id="3" creationId="{DCE41DC1-03DD-4DAD-B373-06FFE9A36375}"/>
          </ac:spMkLst>
        </pc:spChg>
      </pc:sldChg>
      <pc:sldChg chg="modSp mod addAnim delAnim modAnim">
        <pc:chgData name="Stefan Novaković" userId="48d5634ac72bd80c" providerId="LiveId" clId="{70CCDF5E-8CBB-4A07-801C-BC3764212142}" dt="2024-12-06T07:07:02.681" v="3395"/>
        <pc:sldMkLst>
          <pc:docMk/>
          <pc:sldMk cId="880715108" sldId="349"/>
        </pc:sldMkLst>
        <pc:spChg chg="mod">
          <ac:chgData name="Stefan Novaković" userId="48d5634ac72bd80c" providerId="LiveId" clId="{70CCDF5E-8CBB-4A07-801C-BC3764212142}" dt="2024-12-05T11:43:25.116" v="3230" actId="20577"/>
          <ac:spMkLst>
            <pc:docMk/>
            <pc:sldMk cId="880715108" sldId="349"/>
            <ac:spMk id="3" creationId="{DCE41DC1-03DD-4DAD-B373-06FFE9A36375}"/>
          </ac:spMkLst>
        </pc:spChg>
      </pc:sldChg>
      <pc:sldChg chg="modSp modAnim">
        <pc:chgData name="Stefan Novaković" userId="48d5634ac72bd80c" providerId="LiveId" clId="{70CCDF5E-8CBB-4A07-801C-BC3764212142}" dt="2024-12-06T07:07:05.036" v="3396"/>
        <pc:sldMkLst>
          <pc:docMk/>
          <pc:sldMk cId="2364138012" sldId="350"/>
        </pc:sldMkLst>
        <pc:spChg chg="mod">
          <ac:chgData name="Stefan Novaković" userId="48d5634ac72bd80c" providerId="LiveId" clId="{70CCDF5E-8CBB-4A07-801C-BC3764212142}" dt="2024-12-05T11:43:56.779" v="3246" actId="20577"/>
          <ac:spMkLst>
            <pc:docMk/>
            <pc:sldMk cId="2364138012" sldId="350"/>
            <ac:spMk id="3" creationId="{347C4119-013A-4A4B-BE97-29C736A66F67}"/>
          </ac:spMkLst>
        </pc:spChg>
      </pc:sldChg>
      <pc:sldChg chg="modSp mod modAnim">
        <pc:chgData name="Stefan Novaković" userId="48d5634ac72bd80c" providerId="LiveId" clId="{70CCDF5E-8CBB-4A07-801C-BC3764212142}" dt="2024-12-06T07:06:45.409" v="3393"/>
        <pc:sldMkLst>
          <pc:docMk/>
          <pc:sldMk cId="1120354734" sldId="351"/>
        </pc:sldMkLst>
        <pc:spChg chg="mod">
          <ac:chgData name="Stefan Novaković" userId="48d5634ac72bd80c" providerId="LiveId" clId="{70CCDF5E-8CBB-4A07-801C-BC3764212142}" dt="2024-12-05T10:08:32.891" v="149" actId="20577"/>
          <ac:spMkLst>
            <pc:docMk/>
            <pc:sldMk cId="1120354734" sldId="351"/>
            <ac:spMk id="2" creationId="{28486A13-DB5F-47CA-9989-D98AFC7A9D00}"/>
          </ac:spMkLst>
        </pc:spChg>
        <pc:spChg chg="mod">
          <ac:chgData name="Stefan Novaković" userId="48d5634ac72bd80c" providerId="LiveId" clId="{70CCDF5E-8CBB-4A07-801C-BC3764212142}" dt="2024-12-05T11:47:34.784" v="3390" actId="20577"/>
          <ac:spMkLst>
            <pc:docMk/>
            <pc:sldMk cId="1120354734" sldId="351"/>
            <ac:spMk id="3" creationId="{DCE41DC1-03DD-4DAD-B373-06FFE9A36375}"/>
          </ac:spMkLst>
        </pc:spChg>
      </pc:sldChg>
      <pc:sldChg chg="modSp modAnim">
        <pc:chgData name="Stefan Novaković" userId="48d5634ac72bd80c" providerId="LiveId" clId="{70CCDF5E-8CBB-4A07-801C-BC3764212142}" dt="2024-12-06T07:06:53.117" v="3394"/>
        <pc:sldMkLst>
          <pc:docMk/>
          <pc:sldMk cId="2960669286" sldId="352"/>
        </pc:sldMkLst>
        <pc:spChg chg="mod">
          <ac:chgData name="Stefan Novaković" userId="48d5634ac72bd80c" providerId="LiveId" clId="{70CCDF5E-8CBB-4A07-801C-BC3764212142}" dt="2024-12-05T11:22:26.102" v="2196" actId="20577"/>
          <ac:spMkLst>
            <pc:docMk/>
            <pc:sldMk cId="2960669286" sldId="352"/>
            <ac:spMk id="3" creationId="{DCE41DC1-03DD-4DAD-B373-06FFE9A36375}"/>
          </ac:spMkLst>
        </pc:spChg>
      </pc:sldChg>
      <pc:sldChg chg="modSp new mod">
        <pc:chgData name="Stefan Novaković" userId="48d5634ac72bd80c" providerId="LiveId" clId="{70CCDF5E-8CBB-4A07-801C-BC3764212142}" dt="2024-12-05T11:41:14.643" v="3209" actId="20577"/>
        <pc:sldMkLst>
          <pc:docMk/>
          <pc:sldMk cId="2447624989" sldId="353"/>
        </pc:sldMkLst>
        <pc:spChg chg="mod">
          <ac:chgData name="Stefan Novaković" userId="48d5634ac72bd80c" providerId="LiveId" clId="{70CCDF5E-8CBB-4A07-801C-BC3764212142}" dt="2024-12-05T10:39:45.542" v="775"/>
          <ac:spMkLst>
            <pc:docMk/>
            <pc:sldMk cId="2447624989" sldId="353"/>
            <ac:spMk id="2" creationId="{24D4BDF3-B17A-9D3A-1509-90AD58493BC1}"/>
          </ac:spMkLst>
        </pc:spChg>
        <pc:spChg chg="mod">
          <ac:chgData name="Stefan Novaković" userId="48d5634ac72bd80c" providerId="LiveId" clId="{70CCDF5E-8CBB-4A07-801C-BC3764212142}" dt="2024-12-05T11:41:14.643" v="3209" actId="20577"/>
          <ac:spMkLst>
            <pc:docMk/>
            <pc:sldMk cId="2447624989" sldId="353"/>
            <ac:spMk id="3" creationId="{9A3220BC-43D1-444A-5E2C-35D4DA19075E}"/>
          </ac:spMkLst>
        </pc:spChg>
      </pc:sldChg>
      <pc:sldChg chg="add del">
        <pc:chgData name="Stefan Novaković" userId="48d5634ac72bd80c" providerId="LiveId" clId="{70CCDF5E-8CBB-4A07-801C-BC3764212142}" dt="2024-12-05T10:40:11.322" v="790" actId="47"/>
        <pc:sldMkLst>
          <pc:docMk/>
          <pc:sldMk cId="727679525" sldId="354"/>
        </pc:sldMkLst>
      </pc:sldChg>
      <pc:sldChg chg="addSp modSp add del mod modAnim">
        <pc:chgData name="Stefan Novaković" userId="48d5634ac72bd80c" providerId="LiveId" clId="{70CCDF5E-8CBB-4A07-801C-BC3764212142}" dt="2024-12-05T10:41:34.695" v="830" actId="47"/>
        <pc:sldMkLst>
          <pc:docMk/>
          <pc:sldMk cId="2634116341" sldId="354"/>
        </pc:sldMkLst>
        <pc:spChg chg="mod">
          <ac:chgData name="Stefan Novaković" userId="48d5634ac72bd80c" providerId="LiveId" clId="{70CCDF5E-8CBB-4A07-801C-BC3764212142}" dt="2024-12-05T10:40:40.452" v="809" actId="20577"/>
          <ac:spMkLst>
            <pc:docMk/>
            <pc:sldMk cId="2634116341" sldId="354"/>
            <ac:spMk id="3" creationId="{89C3BCC6-3846-F390-32B7-7A747A2809B2}"/>
          </ac:spMkLst>
        </pc:spChg>
        <pc:spChg chg="add mod">
          <ac:chgData name="Stefan Novaković" userId="48d5634ac72bd80c" providerId="LiveId" clId="{70CCDF5E-8CBB-4A07-801C-BC3764212142}" dt="2024-12-05T10:40:53.750" v="812" actId="1076"/>
          <ac:spMkLst>
            <pc:docMk/>
            <pc:sldMk cId="2634116341" sldId="354"/>
            <ac:spMk id="4" creationId="{B4416A2C-A708-8E93-DF01-FDFFD94933F2}"/>
          </ac:spMkLst>
        </pc:spChg>
      </pc:sldChg>
      <pc:sldChg chg="modSp add del mod">
        <pc:chgData name="Stefan Novaković" userId="48d5634ac72bd80c" providerId="LiveId" clId="{70CCDF5E-8CBB-4A07-801C-BC3764212142}" dt="2024-12-05T10:41:26.233" v="829" actId="47"/>
        <pc:sldMkLst>
          <pc:docMk/>
          <pc:sldMk cId="3098229435" sldId="355"/>
        </pc:sldMkLst>
        <pc:spChg chg="mod">
          <ac:chgData name="Stefan Novaković" userId="48d5634ac72bd80c" providerId="LiveId" clId="{70CCDF5E-8CBB-4A07-801C-BC3764212142}" dt="2024-12-05T10:41:16.845" v="826" actId="6549"/>
          <ac:spMkLst>
            <pc:docMk/>
            <pc:sldMk cId="3098229435" sldId="355"/>
            <ac:spMk id="3" creationId="{365E73C4-A804-611C-6333-98910A967390}"/>
          </ac:spMkLst>
        </pc:spChg>
      </pc:sldChg>
      <pc:sldChg chg="addSp modSp add mod modAnim">
        <pc:chgData name="Stefan Novaković" userId="48d5634ac72bd80c" providerId="LiveId" clId="{70CCDF5E-8CBB-4A07-801C-BC3764212142}" dt="2024-12-05T10:58:38.994" v="1239"/>
        <pc:sldMkLst>
          <pc:docMk/>
          <pc:sldMk cId="464759512" sldId="356"/>
        </pc:sldMkLst>
        <pc:spChg chg="mod">
          <ac:chgData name="Stefan Novaković" userId="48d5634ac72bd80c" providerId="LiveId" clId="{70CCDF5E-8CBB-4A07-801C-BC3764212142}" dt="2024-12-05T10:55:36.987" v="1193" actId="20577"/>
          <ac:spMkLst>
            <pc:docMk/>
            <pc:sldMk cId="464759512" sldId="356"/>
            <ac:spMk id="2" creationId="{20BC11C7-1505-0F99-BEDE-476738FAD407}"/>
          </ac:spMkLst>
        </pc:spChg>
        <pc:spChg chg="mod">
          <ac:chgData name="Stefan Novaković" userId="48d5634ac72bd80c" providerId="LiveId" clId="{70CCDF5E-8CBB-4A07-801C-BC3764212142}" dt="2024-12-05T10:58:38.994" v="1239"/>
          <ac:spMkLst>
            <pc:docMk/>
            <pc:sldMk cId="464759512" sldId="356"/>
            <ac:spMk id="3" creationId="{31029592-081F-1228-40FE-EE749948E168}"/>
          </ac:spMkLst>
        </pc:spChg>
        <pc:spChg chg="add mod">
          <ac:chgData name="Stefan Novaković" userId="48d5634ac72bd80c" providerId="LiveId" clId="{70CCDF5E-8CBB-4A07-801C-BC3764212142}" dt="2024-12-05T10:58:24.908" v="1238" actId="1076"/>
          <ac:spMkLst>
            <pc:docMk/>
            <pc:sldMk cId="464759512" sldId="356"/>
            <ac:spMk id="4" creationId="{308F0DED-2F78-9B75-3D14-69F11D56ECD2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753FD0D-53EA-4156-87B3-00DE8A27B9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77B1C3-D0FD-418E-8F92-166EA49A40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CC2C5-AC71-4AC6-9D56-24920C502298}" type="datetimeFigureOut">
              <a:rPr lang="sr-Latn-BA" smtClean="0"/>
              <a:t>6.12.2024.</a:t>
            </a:fld>
            <a:endParaRPr lang="sr-Latn-B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D16ABB-E343-4BB2-BC10-2EC9D6418A5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6FBE67-D0B6-45EF-B3C7-FA4ED7B724F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05D60E-2914-4885-B08E-45DED078B390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148881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49CC56-C9D4-41BA-8806-E3F46E7A213B}" type="datetimeFigureOut">
              <a:rPr lang="sr-Latn-BA" smtClean="0"/>
              <a:t>6.12.2024.</a:t>
            </a:fld>
            <a:endParaRPr lang="sr-Latn-B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r-Latn-B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r-Latn-B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6C36ED-5897-49D7-8DBE-3249514D1EC4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075453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6C36ED-5897-49D7-8DBE-3249514D1EC4}" type="slidenum">
              <a:rPr lang="sr-Latn-BA" smtClean="0"/>
              <a:t>1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238983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2EC4A-530C-463F-95C3-E2EB00435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 anchor="b">
            <a:normAutofit/>
          </a:bodyPr>
          <a:lstStyle>
            <a:lvl1pPr algn="ctr">
              <a:defRPr sz="20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50F2FB-FB41-4CB7-B03A-5A03DF9AD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12192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7C9BC-C56D-477A-97FE-CFFCD3C7E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6.12.2024.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297633-7597-4227-917A-60CE0BBD6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53615-2017-4B2A-B6AA-D94E90ADA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582484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0AE6B-C71A-4C1B-A58B-DF561C681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sr-Latn-BA" noProof="1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BBBB3-4680-44DA-ACD5-5037B1BA1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defRPr/>
            </a:lvl1pPr>
            <a:lvl2pPr>
              <a:spcBef>
                <a:spcPts val="600"/>
              </a:spcBef>
              <a:spcAft>
                <a:spcPts val="600"/>
              </a:spcAft>
              <a:defRPr/>
            </a:lvl2pPr>
            <a:lvl3pPr>
              <a:spcBef>
                <a:spcPts val="600"/>
              </a:spcBef>
              <a:spcAft>
                <a:spcPts val="600"/>
              </a:spcAft>
              <a:defRPr/>
            </a:lvl3pPr>
            <a:lvl4pPr>
              <a:spcBef>
                <a:spcPts val="600"/>
              </a:spcBef>
              <a:spcAft>
                <a:spcPts val="600"/>
              </a:spcAft>
              <a:defRPr/>
            </a:lvl4pPr>
            <a:lvl5pPr>
              <a:spcBef>
                <a:spcPts val="60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sr-Latn-BA" noProof="1"/>
              <a:t>Click to edit Master text styles</a:t>
            </a:r>
          </a:p>
          <a:p>
            <a:pPr lvl="1"/>
            <a:r>
              <a:rPr lang="sr-Latn-BA" noProof="1"/>
              <a:t>Second level</a:t>
            </a:r>
          </a:p>
          <a:p>
            <a:pPr lvl="2"/>
            <a:r>
              <a:rPr lang="sr-Latn-BA" noProof="1"/>
              <a:t>Third level</a:t>
            </a:r>
          </a:p>
          <a:p>
            <a:pPr lvl="3"/>
            <a:r>
              <a:rPr lang="sr-Latn-BA" noProof="1"/>
              <a:t>Fourth level</a:t>
            </a:r>
          </a:p>
          <a:p>
            <a:pPr lvl="4"/>
            <a:r>
              <a:rPr lang="sr-Latn-BA" noProof="1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6E18A-1FDA-44D6-B937-3EF8E8864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6.12.2024.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01DBF-6FC7-4132-B53C-5F39D5095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E1731-349D-4130-98EA-4572AFC97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AC23EB-4212-40AB-A49C-86B49E94DDA9}"/>
              </a:ext>
            </a:extLst>
          </p:cNvPr>
          <p:cNvSpPr/>
          <p:nvPr userDrawn="1"/>
        </p:nvSpPr>
        <p:spPr>
          <a:xfrm>
            <a:off x="933450" y="1463994"/>
            <a:ext cx="10515600" cy="45719"/>
          </a:xfrm>
          <a:prstGeom prst="rect">
            <a:avLst/>
          </a:prstGeom>
          <a:gradFill flip="none" rotWithShape="1">
            <a:gsLst>
              <a:gs pos="38000">
                <a:schemeClr val="accent6">
                  <a:alpha val="90000"/>
                  <a:lumMod val="85000"/>
                  <a:lumOff val="15000"/>
                </a:schemeClr>
              </a:gs>
              <a:gs pos="100000">
                <a:schemeClr val="bg1">
                  <a:lumMod val="10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420773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02C5C-802F-45C9-B5A7-A66CC88D7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D4D21-891B-4BC8-83BE-8D9ABAF2C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8D756-69C0-4FE1-8D7F-B6230B1EF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6.12.2024.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5F3F9-7259-40E9-96FE-F4E653925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84AA99-9D3F-422E-A0DE-99DB6D297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85920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9217A-5537-4C89-AE43-B1A51A93D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97AA8-87DF-437B-80B8-5DD7603DD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4D37DC-49FE-4401-9DF6-2AADCB7FD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FC9D9-C154-43E0-A9D8-8B627632D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6.12.2024.</a:t>
            </a:fld>
            <a:endParaRPr lang="sr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967D34-A195-4FF5-AB5A-F1876AFCD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DF3D23-EC8C-495A-880C-29723E0B3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638039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6ED45-B90A-476B-9501-685308437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0B1D3-CF4B-48B6-B952-4B98A965A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77671-83D4-4347-BCDC-9109ACDB5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B3D430-A307-4FC4-AF36-E73C3294A6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314753-39D8-4E10-8387-6D73E8E9AF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9E62E2-35A8-41BA-9063-163C68B7B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6.12.2024.</a:t>
            </a:fld>
            <a:endParaRPr lang="sr-Latn-B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0AAF9C-9B04-40AE-AE6B-BACB4231C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E9DC54-993B-4AB1-BA6A-0D3382207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971836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522C3-DC86-4EBD-874B-B826EAA0E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15E63F-D50E-431E-A45B-D5330EABC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6.12.2024.</a:t>
            </a:fld>
            <a:endParaRPr lang="sr-Latn-B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391840-A27B-4A34-9C77-6E1C1EE89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97B2B0-78A3-4BD8-A3B7-8FB4C0FC3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4113186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D03290-8FD0-4E42-938A-6FB02797C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6.12.2024.</a:t>
            </a:fld>
            <a:endParaRPr lang="sr-Latn-B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D01556-0B01-464D-9EBB-8CD71E05E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3B4E8-9982-4B39-BDE3-D07863F72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482704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FFCB2-3647-434C-8BB7-A00DA40A0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3C51B-018A-4F2A-A6E2-8DA84A299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DE0313-A0E0-4F8C-B24A-C5C00AB21A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E64951-3CC5-403E-A700-6C271D590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6.12.2024.</a:t>
            </a:fld>
            <a:endParaRPr lang="sr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2A1CB-6BB8-44FC-ACE6-A6CEBD1CA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C08A5-ED43-4EDF-926D-490BF1822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3853509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2E8B8-D8DA-4F20-877A-41C277D40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6A4D4B-63A4-4C27-81E9-36D821E746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r-Latn-B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5ED0FE-09BE-4D94-9AB8-57D43FC34A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FC025-7C63-42D3-91DD-E6C585C0C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6.12.2024.</a:t>
            </a:fld>
            <a:endParaRPr lang="sr-Latn-B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448971-22F4-47DF-AB2D-F5AC4043A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6BC86-F3B4-4339-B9A3-22AE1353F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619652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A0868-CD47-4812-86AD-CA040F940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F1463F-30CC-45E2-A399-A3766663F1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2760F-BEDA-4D12-BA74-AD403B2BF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6.12.2024.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A38AC-C8FC-466C-B3F2-9E14F5F43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45C5E-0437-404A-840F-85FC067A8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80124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B052A9-9741-4C79-93A6-E0571DAFCF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B455A5-BA97-48B5-AF75-45E4653B97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10C1F-031A-46D2-8B94-22F0BAEC4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DB40B-0DB3-4FC3-BBF9-685DF91EB901}" type="datetimeFigureOut">
              <a:rPr lang="sr-Latn-BA" smtClean="0"/>
              <a:t>6.12.2024.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996DB-0E9D-4F0B-881F-07854D84D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B370F0-CFEF-4B8D-B5F2-C5A7E30C8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784871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416CCB-F5F3-44D3-B67D-79D4DFD72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sr-Latn-B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84F06D-072A-459E-9020-B40920A97C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sr-Latn-B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B6AF4-DB71-41A3-9FE7-E3FA462CB3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0DB40B-0DB3-4FC3-BBF9-685DF91EB901}" type="datetimeFigureOut">
              <a:rPr lang="sr-Latn-BA" smtClean="0"/>
              <a:t>6.12.2024.</a:t>
            </a:fld>
            <a:endParaRPr lang="sr-Latn-B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5A537-F9E8-4434-8B77-90DE4D90CB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r-Latn-B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32ECE-36A6-4823-A12A-0712EB7F34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DFDAE-3FB6-4066-9980-1E056AEB400A}" type="slidenum">
              <a:rPr lang="sr-Latn-BA" smtClean="0"/>
              <a:t>‹#›</a:t>
            </a:fld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048952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5D54A-1EF9-4411-9599-80FE8C1B1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7805" y="801541"/>
            <a:ext cx="7304196" cy="2451347"/>
          </a:xfrm>
        </p:spPr>
        <p:txBody>
          <a:bodyPr/>
          <a:lstStyle/>
          <a:p>
            <a:pPr algn="l"/>
            <a:r>
              <a:rPr lang="sr-Latn-BA" b="1" noProof="1"/>
              <a:t>Programski jez</a:t>
            </a:r>
            <a:r>
              <a:rPr lang="en-US" b="1" noProof="1"/>
              <a:t>ici 1</a:t>
            </a:r>
            <a:endParaRPr lang="sr-Latn-BA" b="1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35EEB5-5D68-4E7E-B791-D67A4F98FC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79415" y="3431098"/>
            <a:ext cx="7304196" cy="1616978"/>
          </a:xfrm>
        </p:spPr>
        <p:txBody>
          <a:bodyPr/>
          <a:lstStyle/>
          <a:p>
            <a:pPr algn="l"/>
            <a:r>
              <a:rPr lang="sr-Latn-BA" b="1"/>
              <a:t>Nasljeđivanje i polimorfizam</a:t>
            </a:r>
            <a:endParaRPr lang="sr-Latn-BA" b="1" dirty="0"/>
          </a:p>
          <a:p>
            <a:pPr algn="l"/>
            <a:endParaRPr lang="sr-Latn-BA" b="1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45DFD70-ED3B-4A81-A702-DEB883B212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70974" y="2301624"/>
            <a:ext cx="2009412" cy="225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483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4BDF3-B17A-9D3A-1509-90AD58493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Izvođenje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220BC-43D1-444A-5E2C-35D4DA1907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sr-Latn-BA"/>
              <a:t>Zasnivanje nove klase na osnovu postojeće klase</a:t>
            </a:r>
            <a:endParaRPr lang="en-US"/>
          </a:p>
          <a:p>
            <a:pPr algn="just"/>
            <a:r>
              <a:rPr lang="en-US"/>
              <a:t>Nova klasa </a:t>
            </a:r>
            <a:r>
              <a:rPr lang="sr-Latn-BA"/>
              <a:t>se zasniva na programskom kodu postojeće klase, te posjeduje proširen skup funckionalnosti u odnosu na postojeću klasu</a:t>
            </a:r>
          </a:p>
          <a:p>
            <a:pPr algn="just"/>
            <a:r>
              <a:rPr lang="sr-Latn-BA"/>
              <a:t>Bazna (osnovna) klasa – roditelj, superklasa</a:t>
            </a:r>
            <a:r>
              <a:rPr lang="en-US"/>
              <a:t>, supertip</a:t>
            </a:r>
            <a:r>
              <a:rPr lang="sr-Latn-BA"/>
              <a:t>, generalizacija</a:t>
            </a:r>
          </a:p>
          <a:p>
            <a:pPr algn="just"/>
            <a:r>
              <a:rPr lang="sr-Latn-BA"/>
              <a:t>Izvedena (derivirana</a:t>
            </a:r>
            <a:r>
              <a:rPr lang="en-US"/>
              <a:t>) </a:t>
            </a:r>
            <a:r>
              <a:rPr lang="sr-Latn-BA"/>
              <a:t>klasa – dijete, potklasa</a:t>
            </a:r>
            <a:r>
              <a:rPr lang="en-US"/>
              <a:t>, podtip</a:t>
            </a:r>
            <a:r>
              <a:rPr lang="sr-Latn-BA"/>
              <a:t>, specijalizacija</a:t>
            </a:r>
            <a:endParaRPr lang="en-US"/>
          </a:p>
          <a:p>
            <a:pPr algn="just"/>
            <a:r>
              <a:rPr lang="sr-Latn-BA"/>
              <a:t>Objekat izvedene klase sadrži podobjekat bazne klase</a:t>
            </a:r>
            <a:endParaRPr lang="en-US"/>
          </a:p>
          <a:p>
            <a:pPr algn="just"/>
            <a:r>
              <a:rPr lang="sr-Latn-BA"/>
              <a:t>Ako je klasa </a:t>
            </a:r>
            <a:r>
              <a:rPr lang="sr-Latn-BA" sz="2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sr-Latn-BA"/>
              <a:t> izvedena iz klase </a:t>
            </a:r>
            <a:r>
              <a:rPr lang="en-US" sz="2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/>
              <a:t> i ako je klasa </a:t>
            </a:r>
            <a:r>
              <a:rPr lang="en-US" sz="2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sr-Latn-BA"/>
              <a:t> izvedena iz klase </a:t>
            </a:r>
            <a:r>
              <a:rPr lang="sr-Latn-BA" sz="2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/>
              <a:t>, onda važi da je klasa </a:t>
            </a:r>
            <a:r>
              <a:rPr lang="sr-Latn-BA" sz="2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sr-Latn-BA"/>
              <a:t> izvedena i iz klase </a:t>
            </a:r>
            <a:r>
              <a:rPr lang="sr-Latn-BA" sz="2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/>
              <a:t>. Tada kažemo da je klasa </a:t>
            </a:r>
            <a:r>
              <a:rPr lang="sr-Latn-BA" sz="2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sr-Latn-BA"/>
              <a:t> indirektno izvedena iz klase </a:t>
            </a:r>
            <a:r>
              <a:rPr lang="sr-Latn-BA" sz="2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sr-Latn-BA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47624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B069A-4546-290D-11D0-8C9AD087A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C11C7-1505-0F99-BEDE-476738FAD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Javno izvođenje (nasljeđivanje)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29592-081F-1228-40FE-EE749948E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sr-Latn-BA">
              <a:solidFill>
                <a:prstClr val="black"/>
              </a:solidFill>
              <a:latin typeface="Calibri" panose="020F0502020204030204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sr-Latn-BA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sr-Latn-BA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sr-Latn-BA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Izvedena klasa </a:t>
            </a:r>
            <a:r>
              <a:rPr lang="en-US" sz="2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kumimoji="0" lang="sr-Latn-B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“je vrsta” bazne klase </a:t>
            </a:r>
            <a:r>
              <a:rPr lang="en-US" sz="2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algn="just">
              <a:defRPr/>
            </a:pPr>
            <a:r>
              <a:rPr lang="sr-Latn-BA">
                <a:solidFill>
                  <a:prstClr val="black"/>
                </a:solidFill>
              </a:rPr>
              <a:t>Gdje se očekuje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A</a:t>
            </a:r>
            <a:r>
              <a:rPr lang="sr-Latn-BA" b="1">
                <a:solidFill>
                  <a:prstClr val="black"/>
                </a:solidFill>
                <a:latin typeface="Consolas" panose="020B0609020204030204" pitchFamily="49" charset="0"/>
              </a:rPr>
              <a:t>*</a:t>
            </a:r>
            <a:r>
              <a:rPr lang="sr-Latn-BA">
                <a:solidFill>
                  <a:prstClr val="black"/>
                </a:solidFill>
              </a:rPr>
              <a:t> ili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A</a:t>
            </a:r>
            <a:r>
              <a:rPr lang="en-US" b="1">
                <a:solidFill>
                  <a:prstClr val="black"/>
                </a:solidFill>
                <a:latin typeface="Consolas" panose="020B0609020204030204" pitchFamily="49" charset="0"/>
              </a:rPr>
              <a:t>&amp;</a:t>
            </a:r>
            <a:r>
              <a:rPr lang="en-US">
                <a:solidFill>
                  <a:prstClr val="black"/>
                </a:solidFill>
              </a:rPr>
              <a:t>, mo</a:t>
            </a:r>
            <a:r>
              <a:rPr lang="sr-Latn-BA">
                <a:solidFill>
                  <a:prstClr val="black"/>
                </a:solidFill>
              </a:rPr>
              <a:t>že se proslijediti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B</a:t>
            </a:r>
            <a:r>
              <a:rPr lang="sr-Latn-BA" b="1">
                <a:solidFill>
                  <a:prstClr val="black"/>
                </a:solidFill>
                <a:latin typeface="Consolas" panose="020B0609020204030204" pitchFamily="49" charset="0"/>
              </a:rPr>
              <a:t>*</a:t>
            </a:r>
            <a:r>
              <a:rPr lang="sr-Latn-BA">
                <a:solidFill>
                  <a:prstClr val="black"/>
                </a:solidFill>
              </a:rPr>
              <a:t> ili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B</a:t>
            </a:r>
            <a:r>
              <a:rPr lang="en-US" b="1">
                <a:solidFill>
                  <a:prstClr val="black"/>
                </a:solidFill>
                <a:latin typeface="Consolas" panose="020B0609020204030204" pitchFamily="49" charset="0"/>
              </a:rPr>
              <a:t>&amp;</a:t>
            </a:r>
            <a:r>
              <a:rPr lang="en-US">
                <a:solidFill>
                  <a:prstClr val="black"/>
                </a:solidFill>
              </a:rPr>
              <a:t>, respektivno</a:t>
            </a:r>
            <a:endParaRPr kumimoji="0" lang="sr-Latn-BA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algn="just">
              <a:defRPr/>
            </a:pPr>
            <a:r>
              <a:rPr lang="en-US">
                <a:solidFill>
                  <a:prstClr val="black"/>
                </a:solidFill>
              </a:rPr>
              <a:t>J</a:t>
            </a:r>
            <a:r>
              <a:rPr lang="sr-Latn-BA">
                <a:solidFill>
                  <a:prstClr val="black"/>
                </a:solidFill>
              </a:rPr>
              <a:t>avni interfejs</a:t>
            </a:r>
            <a:r>
              <a:rPr lang="en-US">
                <a:solidFill>
                  <a:prstClr val="black"/>
                </a:solidFill>
              </a:rPr>
              <a:t> od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A</a:t>
            </a:r>
            <a:r>
              <a:rPr lang="sr-Latn-BA">
                <a:solidFill>
                  <a:prstClr val="black"/>
                </a:solidFill>
              </a:rPr>
              <a:t> je podskup javnog interfejsa</a:t>
            </a:r>
            <a:r>
              <a:rPr lang="en-US">
                <a:solidFill>
                  <a:prstClr val="black"/>
                </a:solidFill>
              </a:rPr>
              <a:t> od</a:t>
            </a:r>
            <a:r>
              <a:rPr lang="sr-Latn-BA">
                <a:solidFill>
                  <a:prstClr val="black"/>
                </a:solidFill>
              </a:rPr>
              <a:t>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B</a:t>
            </a:r>
            <a:endParaRPr lang="sr-Latn-BA" b="1">
              <a:solidFill>
                <a:prstClr val="black"/>
              </a:solidFill>
              <a:latin typeface="Consolas" panose="020B0609020204030204" pitchFamily="49" charset="0"/>
            </a:endParaRPr>
          </a:p>
          <a:p>
            <a:pPr lvl="0" algn="just"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Objekat klase </a:t>
            </a:r>
            <a:r>
              <a:rPr lang="en-US" sz="2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je istovremeno i objekat klase </a:t>
            </a:r>
            <a:r>
              <a:rPr lang="en-US" b="1">
                <a:solidFill>
                  <a:srgbClr val="267F99"/>
                </a:solidFill>
                <a:latin typeface="Consolas" panose="020B0609020204030204" pitchFamily="49" charset="0"/>
              </a:rPr>
              <a:t>A</a:t>
            </a:r>
            <a:endParaRPr lang="en-US" sz="2800" b="1">
              <a:solidFill>
                <a:srgbClr val="267F99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8F0DED-2F78-9B75-3D14-69F11D56ECD2}"/>
              </a:ext>
            </a:extLst>
          </p:cNvPr>
          <p:cNvSpPr txBox="1"/>
          <p:nvPr/>
        </p:nvSpPr>
        <p:spPr>
          <a:xfrm>
            <a:off x="4202273" y="1825625"/>
            <a:ext cx="3787453" cy="18158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8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... */</a:t>
            </a:r>
            <a:r>
              <a:rPr lang="en-US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r>
              <a:rPr lang="en-US" sz="2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2800" b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800" b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/* ... */</a:t>
            </a:r>
            <a:r>
              <a:rPr lang="en-US" sz="2800" b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464759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EFDE9-3C64-4539-BCBD-BE05D7446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Modifikatori pristupa pri izvođenju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E29B1-F13E-49B0-916D-BC7EECEFD1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788" y="1906307"/>
            <a:ext cx="10515600" cy="4951694"/>
          </a:xfrm>
        </p:spPr>
        <p:txBody>
          <a:bodyPr>
            <a:normAutofit/>
          </a:bodyPr>
          <a:lstStyle/>
          <a:p>
            <a:pPr algn="just"/>
            <a:r>
              <a:rPr lang="sr-Latn-BA"/>
              <a:t>Izvedene klase ne mogu da pristupe privatnim članovima bazne klase</a:t>
            </a:r>
            <a:endParaRPr lang="en-US"/>
          </a:p>
          <a:p>
            <a:pPr algn="just"/>
            <a:r>
              <a:rPr lang="sr-Latn-BA"/>
              <a:t>Modifikator pristupa </a:t>
            </a:r>
            <a:r>
              <a:rPr lang="sr-Latn-BA" b="1">
                <a:latin typeface="Consolas" panose="020B0609020204030204" pitchFamily="49" charset="0"/>
              </a:rPr>
              <a:t>protected</a:t>
            </a:r>
            <a:r>
              <a:rPr lang="sr-Latn-BA"/>
              <a:t> – član dostupan u izvedenim klasama</a:t>
            </a:r>
            <a:r>
              <a:rPr lang="en-US"/>
              <a:t>, a</a:t>
            </a:r>
            <a:r>
              <a:rPr lang="sr-Latn-BA"/>
              <a:t> koji nije dio javnog interfejsa bazne klase</a:t>
            </a:r>
          </a:p>
          <a:p>
            <a:pPr algn="just"/>
            <a:r>
              <a:rPr lang="sr-Latn-BA"/>
              <a:t>Privatno (</a:t>
            </a:r>
            <a:r>
              <a:rPr lang="sr-Latn-BA" i="1"/>
              <a:t>private</a:t>
            </a:r>
            <a:r>
              <a:rPr lang="sr-Latn-BA"/>
              <a:t>) izvođenje – alternativan način formiranja kompozicije</a:t>
            </a:r>
            <a:r>
              <a:rPr lang="en-US"/>
              <a:t>; </a:t>
            </a:r>
            <a:r>
              <a:rPr lang="sr-Latn-BA"/>
              <a:t>preferirati kompoziciju</a:t>
            </a:r>
          </a:p>
          <a:p>
            <a:pPr algn="just"/>
            <a:r>
              <a:rPr lang="en-US"/>
              <a:t>Javni i</a:t>
            </a:r>
            <a:r>
              <a:rPr lang="sr-Latn-BA"/>
              <a:t>nterfejs privatno izvedene klase ne obuhvata </a:t>
            </a:r>
            <a:r>
              <a:rPr lang="en-US"/>
              <a:t>javni </a:t>
            </a:r>
            <a:r>
              <a:rPr lang="sr-Latn-BA"/>
              <a:t>interfejs bazne klase</a:t>
            </a:r>
          </a:p>
          <a:p>
            <a:pPr algn="just"/>
            <a:r>
              <a:rPr lang="sr-Latn-BA"/>
              <a:t>Zaštićeno izvođenje – kao privatno izvođenje, ali potklase klase izvedene iz klase </a:t>
            </a:r>
            <a:r>
              <a:rPr lang="sr-Latn-BA" b="1">
                <a:latin typeface="Consolas" panose="020B0609020204030204" pitchFamily="49" charset="0"/>
              </a:rPr>
              <a:t>A</a:t>
            </a:r>
            <a:r>
              <a:rPr lang="sr-Latn-BA"/>
              <a:t> mogu da vide javne i zaštićene članove klase </a:t>
            </a:r>
            <a:r>
              <a:rPr lang="sr-Latn-BA" b="1">
                <a:latin typeface="Consolas" panose="020B0609020204030204" pitchFamily="49" charset="0"/>
              </a:rPr>
              <a:t>A</a:t>
            </a:r>
          </a:p>
          <a:p>
            <a:pPr algn="just"/>
            <a:r>
              <a:rPr lang="sr-Latn-BA"/>
              <a:t>Privatno i zaštićeno izvođenje ne realizuju koncept nasljeđivanja!</a:t>
            </a:r>
          </a:p>
        </p:txBody>
      </p:sp>
    </p:spTree>
    <p:extLst>
      <p:ext uri="{BB962C8B-B14F-4D97-AF65-F5344CB8AC3E}">
        <p14:creationId xmlns:p14="http://schemas.microsoft.com/office/powerpoint/2010/main" val="2899810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9408C-C399-426D-8155-06C7F8D2B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Pristupi pri izvođenju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3B9DBC-C99A-4662-921E-3032D66C76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951694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sr-Latn-BA"/>
                  <a:t>Generalizacija – izdvajanje zajedničkih </a:t>
                </a:r>
                <a:r>
                  <a:rPr lang="en-US"/>
                  <a:t>polja</a:t>
                </a:r>
                <a:r>
                  <a:rPr lang="sr-Latn-BA"/>
                  <a:t> i ponašanja više klasa u jednu baznu klasu</a:t>
                </a:r>
              </a:p>
              <a:p>
                <a:pPr lvl="1" algn="just"/>
                <a:r>
                  <a:rPr lang="sr-Latn-BA"/>
                  <a:t>Primjer. Auta imaju brend, model i broj vrata. Motocikli imaju brend, model i mogu imati bočnu prikolicu. Svojstva brend i model se mogu izdvojiti u baznu klasu za Vozila.</a:t>
                </a:r>
              </a:p>
              <a:p>
                <a:pPr algn="just"/>
                <a:r>
                  <a:rPr lang="sr-Latn-BA"/>
                  <a:t>Specijalizacija – kreiranje izvedenih klasa na osnovu postojeće klase</a:t>
                </a:r>
              </a:p>
              <a:p>
                <a:pPr lvl="1" algn="just"/>
                <a:r>
                  <a:rPr lang="sr-Latn-BA"/>
                  <a:t>Ako nek</a:t>
                </a:r>
                <a:r>
                  <a:rPr lang="en-US"/>
                  <a:t>a</a:t>
                </a:r>
                <a:r>
                  <a:rPr lang="sr-Latn-BA"/>
                  <a:t> svojstva ili ponašanj</a:t>
                </a:r>
                <a:r>
                  <a:rPr lang="en-US"/>
                  <a:t>a </a:t>
                </a:r>
                <a:r>
                  <a:rPr lang="sr-Latn-BA"/>
                  <a:t>treba da postoje samo za podskup objekata </a:t>
                </a:r>
                <a14:m>
                  <m:oMath xmlns:m="http://schemas.openxmlformats.org/officeDocument/2006/math">
                    <m:r>
                      <a:rPr lang="sr-Latn-BA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sr-Latn-BA"/>
                  <a:t> neke klase </a:t>
                </a:r>
                <a:r>
                  <a:rPr lang="sr-Latn-BA" b="1">
                    <a:latin typeface="Consolas" panose="020B0609020204030204" pitchFamily="49" charset="0"/>
                  </a:rPr>
                  <a:t>A</a:t>
                </a:r>
                <a:r>
                  <a:rPr lang="sr-Latn-BA"/>
                  <a:t>, kao prvi korak može </a:t>
                </a:r>
                <a:r>
                  <a:rPr lang="en-US"/>
                  <a:t>se </a:t>
                </a:r>
                <a:r>
                  <a:rPr lang="sr-Latn-BA"/>
                  <a:t>napraviti klasa </a:t>
                </a:r>
                <a:r>
                  <a:rPr lang="sr-Latn-BA" b="1">
                    <a:latin typeface="Consolas" panose="020B0609020204030204" pitchFamily="49" charset="0"/>
                  </a:rPr>
                  <a:t>B</a:t>
                </a:r>
                <a:r>
                  <a:rPr lang="sr-Latn-BA"/>
                  <a:t> izvedena iz </a:t>
                </a:r>
                <a:r>
                  <a:rPr lang="sr-Latn-BA" b="1">
                    <a:latin typeface="Consolas" panose="020B0609020204030204" pitchFamily="49" charset="0"/>
                  </a:rPr>
                  <a:t>A</a:t>
                </a:r>
                <a:endParaRPr lang="en-US"/>
              </a:p>
              <a:p>
                <a:pPr lvl="1" algn="just"/>
                <a:r>
                  <a:rPr lang="en-US"/>
                  <a:t>Zatim, u </a:t>
                </a:r>
                <a:r>
                  <a:rPr lang="sr-Latn-BA"/>
                  <a:t>klasu </a:t>
                </a:r>
                <a:r>
                  <a:rPr lang="sr-Latn-BA" b="1">
                    <a:latin typeface="Consolas" panose="020B0609020204030204" pitchFamily="49" charset="0"/>
                  </a:rPr>
                  <a:t>B</a:t>
                </a:r>
                <a:r>
                  <a:rPr lang="sr-Latn-BA"/>
                  <a:t> se onda mogu izdvojiti ta svojstva i ponašanja koja su jedinstvena za podskup objekata </a:t>
                </a:r>
                <a14:m>
                  <m:oMath xmlns:m="http://schemas.openxmlformats.org/officeDocument/2006/math">
                    <m:r>
                      <a:rPr lang="sr-Latn-BA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lang="sr-Latn-BA"/>
              </a:p>
              <a:p>
                <a:pPr lvl="1" algn="just"/>
                <a:r>
                  <a:rPr lang="sr-Latn-BA"/>
                  <a:t>Primjer. Životinje imaju naziv vrste. Neke životinje (ptice) imaju krila...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3B9DBC-C99A-4662-921E-3032D66C76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951694"/>
              </a:xfrm>
              <a:blipFill>
                <a:blip r:embed="rId2"/>
                <a:stretch>
                  <a:fillRect l="-1043" t="-1968" r="-1159"/>
                </a:stretch>
              </a:blipFill>
            </p:spPr>
            <p:txBody>
              <a:bodyPr/>
              <a:lstStyle/>
              <a:p>
                <a:r>
                  <a:rPr lang="sr-Latn-B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2883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86A13-DB5F-47CA-9989-D98AFC7A9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Izvođenje –</a:t>
            </a:r>
            <a:r>
              <a:rPr lang="en-US"/>
              <a:t> konstruktori</a:t>
            </a:r>
            <a:r>
              <a:rPr lang="sr-Latn-BA"/>
              <a:t>, destruktor </a:t>
            </a:r>
            <a:r>
              <a:rPr lang="en-US"/>
              <a:t>i operator=</a:t>
            </a:r>
            <a:endParaRPr lang="sr-Latn-B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41DC1-03DD-4DAD-B373-06FFE9A36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algn="just"/>
            <a:r>
              <a:rPr lang="sr-Latn-BA"/>
              <a:t>Izvedena klasa </a:t>
            </a:r>
            <a:r>
              <a:rPr lang="en-US"/>
              <a:t>ne </a:t>
            </a:r>
            <a:r>
              <a:rPr lang="sr-Latn-BA"/>
              <a:t>nasljeđuje konstruktor</a:t>
            </a:r>
            <a:r>
              <a:rPr lang="en-US"/>
              <a:t>e</a:t>
            </a:r>
            <a:r>
              <a:rPr lang="sr-Latn-BA"/>
              <a:t>, destruktor i </a:t>
            </a:r>
            <a:r>
              <a:rPr lang="sr-Latn-BA">
                <a:latin typeface="Consolas" panose="020B0609020204030204" pitchFamily="49" charset="0"/>
              </a:rPr>
              <a:t>operator</a:t>
            </a:r>
            <a:r>
              <a:rPr lang="en-US">
                <a:latin typeface="Consolas" panose="020B0609020204030204" pitchFamily="49" charset="0"/>
              </a:rPr>
              <a:t>=</a:t>
            </a:r>
            <a:r>
              <a:rPr lang="sr-Latn-BA"/>
              <a:t>.</a:t>
            </a:r>
          </a:p>
          <a:p>
            <a:pPr algn="just"/>
            <a:r>
              <a:rPr lang="en-US"/>
              <a:t>Implicitno deklarisani podrazumijevani konstruktor </a:t>
            </a:r>
            <a:r>
              <a:rPr lang="sr-Latn-BA"/>
              <a:t>izvedene klase će pozvati podrazumijevani konstruktor bazne klase.</a:t>
            </a:r>
          </a:p>
          <a:p>
            <a:pPr algn="just"/>
            <a:r>
              <a:rPr lang="sr-Latn-BA"/>
              <a:t>Implicitno deklarisani </a:t>
            </a:r>
            <a:r>
              <a:rPr lang="en-US" i="1"/>
              <a:t>copy</a:t>
            </a:r>
            <a:r>
              <a:rPr lang="en-US"/>
              <a:t>/</a:t>
            </a:r>
            <a:r>
              <a:rPr lang="en-US" i="1"/>
              <a:t>move</a:t>
            </a:r>
            <a:r>
              <a:rPr lang="en-US"/>
              <a:t> </a:t>
            </a:r>
            <a:r>
              <a:rPr lang="sr-Latn-BA"/>
              <a:t>konstruktor</a:t>
            </a:r>
            <a:r>
              <a:rPr lang="en-US"/>
              <a:t>/</a:t>
            </a:r>
            <a:r>
              <a:rPr lang="sr-Latn-BA"/>
              <a:t>operator</a:t>
            </a:r>
            <a:r>
              <a:rPr lang="en-US"/>
              <a:t>= </a:t>
            </a:r>
            <a:r>
              <a:rPr lang="sr-Latn-BA"/>
              <a:t>izvedene klase će pozvati </a:t>
            </a:r>
            <a:r>
              <a:rPr lang="en-US" i="1"/>
              <a:t>copy</a:t>
            </a:r>
            <a:r>
              <a:rPr lang="en-US"/>
              <a:t>/</a:t>
            </a:r>
            <a:r>
              <a:rPr lang="en-US" i="1"/>
              <a:t>move</a:t>
            </a:r>
            <a:r>
              <a:rPr lang="en-US"/>
              <a:t> </a:t>
            </a:r>
            <a:r>
              <a:rPr lang="sr-Latn-BA"/>
              <a:t>konstruktor</a:t>
            </a:r>
            <a:r>
              <a:rPr lang="en-US"/>
              <a:t>/</a:t>
            </a:r>
            <a:r>
              <a:rPr lang="sr-Latn-BA">
                <a:latin typeface="Consolas" panose="020B0609020204030204" pitchFamily="49" charset="0"/>
              </a:rPr>
              <a:t>operator</a:t>
            </a:r>
            <a:r>
              <a:rPr lang="en-US">
                <a:latin typeface="Consolas" panose="020B0609020204030204" pitchFamily="49" charset="0"/>
              </a:rPr>
              <a:t>=</a:t>
            </a:r>
            <a:r>
              <a:rPr lang="en-US"/>
              <a:t> </a:t>
            </a:r>
            <a:r>
              <a:rPr lang="sr-Latn-BA"/>
              <a:t>bazne klase .</a:t>
            </a:r>
            <a:endParaRPr lang="en-US"/>
          </a:p>
          <a:p>
            <a:pPr algn="just"/>
            <a:r>
              <a:rPr lang="sr-Latn-BA"/>
              <a:t>Korisnički </a:t>
            </a:r>
            <a:r>
              <a:rPr lang="en-US"/>
              <a:t>deklarisani konstruktor</a:t>
            </a:r>
            <a:r>
              <a:rPr lang="sr-Latn-BA"/>
              <a:t>i</a:t>
            </a:r>
            <a:r>
              <a:rPr lang="en-US"/>
              <a:t> </a:t>
            </a:r>
            <a:r>
              <a:rPr lang="sr-Latn-BA"/>
              <a:t>izvedene klase će podrazumijevano pozvati podrazumijevani konstruktor bazne klase.</a:t>
            </a:r>
          </a:p>
          <a:p>
            <a:pPr algn="just"/>
            <a:r>
              <a:rPr lang="sr-Latn-BA"/>
              <a:t>Nakon izvršavanja destruktora izvedene klase, pozivaju se destruktori članova, a zatim destruktori direktnih baznih klasa.</a:t>
            </a:r>
          </a:p>
          <a:p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1120354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86A13-DB5F-47CA-9989-D98AFC7A9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Izvođenje – napomene u vezi </a:t>
            </a:r>
            <a:r>
              <a:rPr lang="en-US"/>
              <a:t>operator</a:t>
            </a:r>
            <a:r>
              <a:rPr lang="sr-Latn-BA"/>
              <a:t>a dodjele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41DC1-03DD-4DAD-B373-06FFE9A36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algn="just"/>
            <a:r>
              <a:rPr lang="en-US" i="1"/>
              <a:t>Copy</a:t>
            </a:r>
            <a:r>
              <a:rPr lang="en-US"/>
              <a:t>/</a:t>
            </a:r>
            <a:r>
              <a:rPr lang="en-US" i="1"/>
              <a:t>move</a:t>
            </a:r>
            <a:r>
              <a:rPr lang="sr-Latn-BA"/>
              <a:t> operator dodjele izvedene klase nema isti prototip kao i </a:t>
            </a:r>
            <a:r>
              <a:rPr lang="en-US" i="1"/>
              <a:t>copy</a:t>
            </a:r>
            <a:r>
              <a:rPr lang="en-US"/>
              <a:t>/</a:t>
            </a:r>
            <a:r>
              <a:rPr lang="en-US" i="1"/>
              <a:t>move</a:t>
            </a:r>
            <a:r>
              <a:rPr lang="sr-Latn-BA"/>
              <a:t> operator dodjele bazne klase!</a:t>
            </a:r>
          </a:p>
          <a:p>
            <a:pPr algn="just"/>
            <a:r>
              <a:rPr lang="en-US" i="1"/>
              <a:t>Copy</a:t>
            </a:r>
            <a:r>
              <a:rPr lang="sr-Latn-BA"/>
              <a:t> i </a:t>
            </a:r>
            <a:r>
              <a:rPr lang="en-US" i="1"/>
              <a:t>move</a:t>
            </a:r>
            <a:r>
              <a:rPr lang="en-US"/>
              <a:t> </a:t>
            </a:r>
            <a:r>
              <a:rPr lang="sr-Latn-BA"/>
              <a:t>operatori dodjele izvedene klas</a:t>
            </a:r>
            <a:r>
              <a:rPr lang="en-US"/>
              <a:t>e</a:t>
            </a:r>
            <a:r>
              <a:rPr lang="sr-Latn-BA"/>
              <a:t> ne nadjačavaju respektivne operatore dodjele iz bazne klase!</a:t>
            </a:r>
          </a:p>
          <a:p>
            <a:pPr algn="just"/>
            <a:r>
              <a:rPr lang="sr-Latn-BA"/>
              <a:t>Dakle, operatori dodjele izvedene klase i nadjačani operatori dodjele bazne klase nisu isti operatori – razlikuje im se tip argumenata!</a:t>
            </a:r>
          </a:p>
        </p:txBody>
      </p:sp>
    </p:spTree>
    <p:extLst>
      <p:ext uri="{BB962C8B-B14F-4D97-AF65-F5344CB8AC3E}">
        <p14:creationId xmlns:p14="http://schemas.microsoft.com/office/powerpoint/2010/main" val="2960669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86A13-DB5F-47CA-9989-D98AFC7A9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Polimorfizam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41DC1-03DD-4DAD-B373-06FFE9A36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129" y="1613188"/>
            <a:ext cx="10569526" cy="5244812"/>
          </a:xfrm>
        </p:spPr>
        <p:txBody>
          <a:bodyPr>
            <a:normAutofit fontScale="92500"/>
          </a:bodyPr>
          <a:lstStyle/>
          <a:p>
            <a:pPr algn="just"/>
            <a:r>
              <a:rPr lang="sr-Latn-BA"/>
              <a:t>Nestatička metoda označena sa specifikatorom </a:t>
            </a:r>
            <a:r>
              <a:rPr lang="sr-Latn-BA" b="1">
                <a:latin typeface="Consolas" panose="020B0609020204030204" pitchFamily="49" charset="0"/>
              </a:rPr>
              <a:t>virtual</a:t>
            </a:r>
            <a:r>
              <a:rPr lang="sr-Latn-BA"/>
              <a:t> je virtuelna metoda – metoda čije se ponašanje može izmijeniti </a:t>
            </a:r>
            <a:r>
              <a:rPr lang="en-US"/>
              <a:t>za objekte</a:t>
            </a:r>
            <a:r>
              <a:rPr lang="sr-Latn-BA"/>
              <a:t> izvedeni</a:t>
            </a:r>
            <a:r>
              <a:rPr lang="en-US"/>
              <a:t>h </a:t>
            </a:r>
            <a:r>
              <a:rPr lang="sr-Latn-BA"/>
              <a:t>klasa,</a:t>
            </a:r>
            <a:r>
              <a:rPr lang="en-US"/>
              <a:t> </a:t>
            </a:r>
            <a:r>
              <a:rPr lang="sr-Latn-BA"/>
              <a:t>tako da je novo ponašanje očuvano čak i kada pristupamo objektu izvedene klase preko pokazivača ili reference na </a:t>
            </a:r>
            <a:r>
              <a:rPr lang="en-US"/>
              <a:t>neku baznu klasu.</a:t>
            </a:r>
            <a:endParaRPr lang="sr-Latn-BA"/>
          </a:p>
          <a:p>
            <a:pPr algn="just"/>
            <a:r>
              <a:rPr lang="sr-Latn-BA"/>
              <a:t>Specifikator </a:t>
            </a:r>
            <a:r>
              <a:rPr lang="sr-Latn-BA" b="1">
                <a:latin typeface="Consolas" panose="020B0609020204030204" pitchFamily="49" charset="0"/>
              </a:rPr>
              <a:t>override</a:t>
            </a:r>
            <a:r>
              <a:rPr lang="sr-Latn-BA"/>
              <a:t> navodi se nad nestatičkom metodom </a:t>
            </a:r>
            <a:r>
              <a:rPr lang="sr-Latn-BA" b="1">
                <a:latin typeface="Consolas" panose="020B0609020204030204" pitchFamily="49" charset="0"/>
              </a:rPr>
              <a:t>f</a:t>
            </a:r>
            <a:r>
              <a:rPr lang="sr-Latn-BA"/>
              <a:t> klase </a:t>
            </a:r>
            <a:r>
              <a:rPr lang="sr-Latn-BA" b="1">
                <a:latin typeface="Consolas" panose="020B0609020204030204" pitchFamily="49" charset="0"/>
              </a:rPr>
              <a:t>B</a:t>
            </a:r>
            <a:r>
              <a:rPr lang="sr-Latn-BA"/>
              <a:t>, </a:t>
            </a:r>
            <a:r>
              <a:rPr lang="en-US"/>
              <a:t>a time</a:t>
            </a:r>
            <a:r>
              <a:rPr lang="sr-Latn-BA"/>
              <a:t> </a:t>
            </a:r>
            <a:r>
              <a:rPr lang="en-US"/>
              <a:t>kompajler </a:t>
            </a:r>
            <a:r>
              <a:rPr lang="sr-Latn-BA"/>
              <a:t>zahtijeva da u </a:t>
            </a:r>
            <a:r>
              <a:rPr lang="en-US"/>
              <a:t>nekoj baznoj klasi</a:t>
            </a:r>
            <a:r>
              <a:rPr lang="sr-Latn-BA"/>
              <a:t> </a:t>
            </a:r>
            <a:r>
              <a:rPr lang="en-US" b="1">
                <a:latin typeface="Consolas" panose="020B0609020204030204" pitchFamily="49" charset="0"/>
              </a:rPr>
              <a:t>A</a:t>
            </a:r>
            <a:r>
              <a:rPr lang="sr-Latn-BA"/>
              <a:t> klase </a:t>
            </a:r>
            <a:r>
              <a:rPr lang="sr-Latn-BA" b="1">
                <a:latin typeface="Consolas" panose="020B0609020204030204" pitchFamily="49" charset="0"/>
              </a:rPr>
              <a:t>B</a:t>
            </a:r>
            <a:r>
              <a:rPr lang="sr-Latn-BA"/>
              <a:t> postoji virtuelna metoda </a:t>
            </a:r>
            <a:r>
              <a:rPr lang="sr-Latn-BA" b="1">
                <a:latin typeface="Consolas" panose="020B0609020204030204" pitchFamily="49" charset="0"/>
              </a:rPr>
              <a:t>f</a:t>
            </a:r>
            <a:r>
              <a:rPr lang="sr-Latn-BA"/>
              <a:t> </a:t>
            </a:r>
            <a:r>
              <a:rPr lang="en-US"/>
              <a:t>sa istim prototipom.</a:t>
            </a:r>
          </a:p>
          <a:p>
            <a:pPr algn="just"/>
            <a:r>
              <a:rPr lang="sr-Latn-BA"/>
              <a:t>Tada se kaže da metoda </a:t>
            </a:r>
            <a:r>
              <a:rPr lang="sr-Latn-BA" b="1">
                <a:latin typeface="Consolas" panose="020B0609020204030204" pitchFamily="49" charset="0"/>
              </a:rPr>
              <a:t>f</a:t>
            </a:r>
            <a:r>
              <a:rPr lang="sr-Latn-BA"/>
              <a:t> iz klase </a:t>
            </a:r>
            <a:r>
              <a:rPr lang="sr-Latn-BA" b="1">
                <a:latin typeface="Consolas" panose="020B0609020204030204" pitchFamily="49" charset="0"/>
              </a:rPr>
              <a:t>B</a:t>
            </a:r>
            <a:r>
              <a:rPr lang="sr-Latn-BA"/>
              <a:t> nadjačava metodu </a:t>
            </a:r>
            <a:r>
              <a:rPr lang="sr-Latn-BA" b="1">
                <a:latin typeface="Consolas" panose="020B0609020204030204" pitchFamily="49" charset="0"/>
              </a:rPr>
              <a:t>f</a:t>
            </a:r>
            <a:r>
              <a:rPr lang="sr-Latn-BA"/>
              <a:t> iz klase </a:t>
            </a:r>
            <a:r>
              <a:rPr lang="sr-Latn-BA" b="1">
                <a:latin typeface="Consolas" panose="020B0609020204030204" pitchFamily="49" charset="0"/>
              </a:rPr>
              <a:t>A</a:t>
            </a:r>
            <a:r>
              <a:rPr lang="en-US"/>
              <a:t>.</a:t>
            </a:r>
            <a:endParaRPr lang="sr-Latn-BA"/>
          </a:p>
          <a:p>
            <a:pPr algn="just"/>
            <a:r>
              <a:rPr lang="sr-Latn-BA"/>
              <a:t>Polimorfizam: ako se poziva virtuelna metoda preko pokazivača (reference) na objekat </a:t>
            </a:r>
            <a:r>
              <a:rPr lang="en-US"/>
              <a:t>bazne klase</a:t>
            </a:r>
            <a:r>
              <a:rPr lang="sr-Latn-BA"/>
              <a:t>, biće pozvana odgovarajuća nadjačavajuća metoda </a:t>
            </a:r>
            <a:r>
              <a:rPr lang="en-US"/>
              <a:t>iz najizvedenije mogu</a:t>
            </a:r>
            <a:r>
              <a:rPr lang="sr-Latn-BA"/>
              <a:t>će </a:t>
            </a:r>
            <a:r>
              <a:rPr lang="en-US"/>
              <a:t>klase</a:t>
            </a:r>
            <a:r>
              <a:rPr lang="sr-Latn-BA"/>
              <a:t> u lancu izvođenja najizvedenije klase objekta na koji taj pokazivač pokazuje (ili objekta koji je referenciran).</a:t>
            </a:r>
          </a:p>
        </p:txBody>
      </p:sp>
    </p:spTree>
    <p:extLst>
      <p:ext uri="{BB962C8B-B14F-4D97-AF65-F5344CB8AC3E}">
        <p14:creationId xmlns:p14="http://schemas.microsoft.com/office/powerpoint/2010/main" val="880715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29D8D-D799-41D3-910D-76F871D99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Polimorfizam – virtuelna tabela metoda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C4119-013A-4A4B-BE97-29C736A66F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43031"/>
          </a:xfrm>
        </p:spPr>
        <p:txBody>
          <a:bodyPr>
            <a:normAutofit lnSpcReduction="10000"/>
          </a:bodyPr>
          <a:lstStyle/>
          <a:p>
            <a:pPr algn="just"/>
            <a:r>
              <a:rPr lang="sr-Latn-BA"/>
              <a:t>Kako su virtuelne metode implementirane u pozadini?</a:t>
            </a:r>
          </a:p>
          <a:p>
            <a:pPr algn="just"/>
            <a:r>
              <a:rPr lang="sr-Latn-BA"/>
              <a:t>Svaka klasa dobije tabelu virtuelnih metoda (</a:t>
            </a:r>
            <a:r>
              <a:rPr lang="sr-Latn-BA" i="1"/>
              <a:t>v-table</a:t>
            </a:r>
            <a:r>
              <a:rPr lang="sr-Latn-BA"/>
              <a:t>)</a:t>
            </a:r>
            <a:r>
              <a:rPr lang="en-US"/>
              <a:t>.</a:t>
            </a:r>
            <a:endParaRPr lang="sr-Latn-BA"/>
          </a:p>
          <a:p>
            <a:pPr algn="just"/>
            <a:r>
              <a:rPr lang="sr-Latn-BA"/>
              <a:t>Unosi u tabeli su pokazivači na metode</a:t>
            </a:r>
            <a:r>
              <a:rPr lang="en-US"/>
              <a:t>.</a:t>
            </a:r>
            <a:endParaRPr lang="sr-Latn-BA"/>
          </a:p>
          <a:p>
            <a:pPr algn="just"/>
            <a:r>
              <a:rPr lang="sr-Latn-BA"/>
              <a:t>Za svaku virtuelnu metodu postoji po jedan </a:t>
            </a:r>
            <a:r>
              <a:rPr lang="sr-Latn-BA" i="1"/>
              <a:t>v-table</a:t>
            </a:r>
            <a:r>
              <a:rPr lang="sr-Latn-BA"/>
              <a:t> unos</a:t>
            </a:r>
            <a:r>
              <a:rPr lang="en-US"/>
              <a:t>.</a:t>
            </a:r>
            <a:endParaRPr lang="sr-Latn-BA"/>
          </a:p>
          <a:p>
            <a:pPr algn="just"/>
            <a:r>
              <a:rPr lang="sr-Latn-BA"/>
              <a:t>Dodatni skriveni nestatički član klase: pokazivač na </a:t>
            </a:r>
            <a:r>
              <a:rPr lang="sr-Latn-BA" i="1"/>
              <a:t>v-table</a:t>
            </a:r>
            <a:r>
              <a:rPr lang="en-US"/>
              <a:t>.</a:t>
            </a:r>
            <a:endParaRPr lang="sr-Latn-BA" i="1"/>
          </a:p>
          <a:p>
            <a:pPr lvl="1" algn="just"/>
            <a:r>
              <a:rPr lang="sr-Latn-BA"/>
              <a:t>Svaki objekat klase sa virtuelnim metodama je, dakle, veći za jedan pokazivač</a:t>
            </a:r>
            <a:r>
              <a:rPr lang="en-US"/>
              <a:t>.</a:t>
            </a:r>
            <a:endParaRPr lang="sr-Latn-BA"/>
          </a:p>
          <a:p>
            <a:pPr algn="just"/>
            <a:r>
              <a:rPr lang="sr-Latn-BA"/>
              <a:t>Kada se pozove metoda nad nekim objektom preko pokazivača na taj objekat, indirektno se pristupa nadjačavajućoj metodi preko </a:t>
            </a:r>
            <a:r>
              <a:rPr lang="sr-Latn-BA" i="1"/>
              <a:t>v-table</a:t>
            </a:r>
            <a:r>
              <a:rPr lang="en-US"/>
              <a:t>.</a:t>
            </a:r>
            <a:endParaRPr lang="sr-Latn-BA" i="1"/>
          </a:p>
          <a:p>
            <a:pPr algn="just"/>
            <a:r>
              <a:rPr lang="sr-Latn-BA"/>
              <a:t>Virtuelni destruktor – potreban da bi se obezbijedilo pravilno uništavanje preko pokazivača na objekat natklase</a:t>
            </a:r>
            <a:r>
              <a:rPr lang="en-US"/>
              <a:t>.</a:t>
            </a:r>
            <a:endParaRPr lang="sr-Latn-BA"/>
          </a:p>
        </p:txBody>
      </p:sp>
    </p:spTree>
    <p:extLst>
      <p:ext uri="{BB962C8B-B14F-4D97-AF65-F5344CB8AC3E}">
        <p14:creationId xmlns:p14="http://schemas.microsoft.com/office/powerpoint/2010/main" val="2364138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86A13-DB5F-47CA-9989-D98AFC7A9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Rezanje</a:t>
            </a:r>
            <a:r>
              <a:rPr lang="sr-Latn-BA"/>
              <a:t> objekta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41DC1-03DD-4DAD-B373-06FFE9A36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322859" cy="4667251"/>
          </a:xfrm>
        </p:spPr>
        <p:txBody>
          <a:bodyPr>
            <a:normAutofit/>
          </a:bodyPr>
          <a:lstStyle/>
          <a:p>
            <a:pPr algn="just"/>
            <a:r>
              <a:rPr lang="sr-Latn-BA"/>
              <a:t>Objekat javno izvedene klase može da se implicitno konvertuje u objekat bazne klase – doći će do tzv. rezanja objekta (</a:t>
            </a:r>
            <a:r>
              <a:rPr lang="sr-Latn-BA" i="1"/>
              <a:t>object slicing</a:t>
            </a:r>
            <a:r>
              <a:rPr lang="sr-Latn-BA"/>
              <a:t>).</a:t>
            </a:r>
          </a:p>
          <a:p>
            <a:pPr algn="just"/>
            <a:r>
              <a:rPr lang="sr-Latn-BA" i="1"/>
              <a:t>Object slicing – </a:t>
            </a:r>
            <a:r>
              <a:rPr lang="sr-Latn-BA"/>
              <a:t>kopira</a:t>
            </a:r>
            <a:r>
              <a:rPr lang="en-US"/>
              <a:t>nje</a:t>
            </a:r>
            <a:r>
              <a:rPr lang="sr-Latn-BA"/>
              <a:t> </a:t>
            </a:r>
            <a:r>
              <a:rPr lang="en-US"/>
              <a:t>pod</a:t>
            </a:r>
            <a:r>
              <a:rPr lang="sr-Latn-BA"/>
              <a:t>objek</a:t>
            </a:r>
            <a:r>
              <a:rPr lang="en-US"/>
              <a:t>ta bazne klase</a:t>
            </a:r>
            <a:r>
              <a:rPr lang="sr-Latn-BA"/>
              <a:t> iz objekta </a:t>
            </a:r>
            <a:r>
              <a:rPr lang="en-US"/>
              <a:t>izvedene klase </a:t>
            </a:r>
            <a:r>
              <a:rPr lang="sr-Latn-BA"/>
              <a:t>čime se gube informacije:</a:t>
            </a:r>
          </a:p>
          <a:p>
            <a:pPr lvl="1" algn="just"/>
            <a:r>
              <a:rPr lang="sr-Latn-BA"/>
              <a:t>pri inicijalizaciji objekata bazne klase, na osnovu objekta izvedene klase i</a:t>
            </a:r>
          </a:p>
          <a:p>
            <a:pPr lvl="1" algn="just"/>
            <a:r>
              <a:rPr lang="sr-Latn-BA"/>
              <a:t>pri dodjeli objekta izvedene klase u objekat bazne klase.</a:t>
            </a:r>
          </a:p>
        </p:txBody>
      </p:sp>
    </p:spTree>
    <p:extLst>
      <p:ext uri="{BB962C8B-B14F-4D97-AF65-F5344CB8AC3E}">
        <p14:creationId xmlns:p14="http://schemas.microsoft.com/office/powerpoint/2010/main" val="1600338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86A13-DB5F-47CA-9989-D98AFC7A9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BA"/>
              <a:t>Apstraktne klase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41DC1-03DD-4DAD-B373-06FFE9A36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pPr algn="just"/>
            <a:r>
              <a:rPr lang="sr-Latn-BA"/>
              <a:t>Apstraktna klasa je klasa koja se ne implementira u potpunosti, ne može se direktno instancirati i predstavlja šablon za izvedene klase.</a:t>
            </a:r>
          </a:p>
          <a:p>
            <a:pPr algn="just"/>
            <a:r>
              <a:rPr lang="sr-Latn-BA"/>
              <a:t>U C++, to je klasa koja sadrži bar jednu čisto virtuelnu metodu.</a:t>
            </a:r>
          </a:p>
          <a:p>
            <a:pPr algn="just"/>
            <a:r>
              <a:rPr lang="sr-Latn-BA"/>
              <a:t>Čisto virtuelna metoda je virtuelna metoda bez definicije.</a:t>
            </a:r>
          </a:p>
          <a:p>
            <a:pPr algn="just"/>
            <a:r>
              <a:rPr lang="en-US"/>
              <a:t>D</a:t>
            </a:r>
            <a:r>
              <a:rPr lang="sr-Latn-BA"/>
              <a:t>eklaracija čisto virtuelne metode završava sa </a:t>
            </a:r>
            <a:r>
              <a:rPr lang="en-US" b="1">
                <a:latin typeface="Consolas" panose="020B0609020204030204" pitchFamily="49" charset="0"/>
              </a:rPr>
              <a:t>= 0;</a:t>
            </a:r>
            <a:r>
              <a:rPr lang="sr-Latn-BA"/>
              <a:t>.</a:t>
            </a:r>
          </a:p>
          <a:p>
            <a:pPr algn="just"/>
            <a:r>
              <a:rPr lang="en-US"/>
              <a:t>Ne mogu postojati objekti kojima bi najizvedeniji</a:t>
            </a:r>
            <a:r>
              <a:rPr lang="sr-Latn-BA"/>
              <a:t> </a:t>
            </a:r>
            <a:r>
              <a:rPr lang="en-US"/>
              <a:t>tip bio apstraktan, ali objekti mogu da sadrže podobjekat bazne apstraktne klase</a:t>
            </a:r>
            <a:r>
              <a:rPr lang="sr-Latn-BA"/>
              <a:t>.</a:t>
            </a:r>
          </a:p>
          <a:p>
            <a:pPr algn="just"/>
            <a:r>
              <a:rPr lang="en-US"/>
              <a:t>Poenta je da se naprave konkretne potklase koje nisu apstraktne, ali naslje</a:t>
            </a:r>
            <a:r>
              <a:rPr lang="sr-Latn-BA"/>
              <a:t>đuju javni interfejs i ponašanje apstraktne bazne klase.</a:t>
            </a:r>
            <a:endParaRPr lang="en-US"/>
          </a:p>
          <a:p>
            <a:pPr algn="just"/>
            <a:r>
              <a:rPr lang="sr-Latn-BA"/>
              <a:t>Ako se u potklasi ne nadjača čisto virtuelna metoda, onda je i ta izvedena klasa apstraktna.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91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2261</TotalTime>
  <Words>978</Words>
  <Application>Microsoft Office PowerPoint</Application>
  <PresentationFormat>Widescreen</PresentationFormat>
  <Paragraphs>74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 Math</vt:lpstr>
      <vt:lpstr>Consolas</vt:lpstr>
      <vt:lpstr>Office Theme</vt:lpstr>
      <vt:lpstr>Programski jezici 1</vt:lpstr>
      <vt:lpstr>Izvođenje</vt:lpstr>
      <vt:lpstr>Javno izvođenje (nasljeđivanje)</vt:lpstr>
      <vt:lpstr>Modifikatori pristupa pri izvođenju</vt:lpstr>
      <vt:lpstr>Pristupi pri izvođenju</vt:lpstr>
      <vt:lpstr>Izvođenje – konstruktori, destruktor i operator=</vt:lpstr>
      <vt:lpstr>Izvođenje – napomene u vezi operatora dodjele</vt:lpstr>
      <vt:lpstr>Polimorfizam</vt:lpstr>
      <vt:lpstr>Polimorfizam – virtuelna tabela metoda</vt:lpstr>
      <vt:lpstr>Rezanje objekta</vt:lpstr>
      <vt:lpstr>Apstraktne klase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Programski jezici 1</dc:title>
  <dc:creator>Stefan Novaković</dc:creator>
  <cp:lastModifiedBy>Stefan Novaković</cp:lastModifiedBy>
  <cp:revision>13</cp:revision>
  <dcterms:created xsi:type="dcterms:W3CDTF">2021-09-29T13:55:43Z</dcterms:created>
  <dcterms:modified xsi:type="dcterms:W3CDTF">2024-12-06T07:07:11Z</dcterms:modified>
</cp:coreProperties>
</file>