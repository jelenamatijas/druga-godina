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6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08063-1B44-4ADC-98ED-EA6B84BE8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22724-C9EA-43B4-8A30-4EBB55570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35F14-440B-4F8F-A189-9C6E274CA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0D3-68EF-40D3-9369-61B8EC4D2BA9}" type="datetimeFigureOut">
              <a:rPr lang="sr-Latn-BA" smtClean="0"/>
              <a:t>29.11.2024.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B8BE1-F6D5-4A0D-BE1C-0DA40A543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D7E89-ED82-49E2-918D-F59DEAB4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691B-B642-44E4-B7FD-232D5F8915DC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78963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777A-B3C8-4272-943C-E47B43E0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6362E-9D07-42C4-A2C5-BABCCEDCC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F5AF7-B782-4B41-ABDF-4C42FEF5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0D3-68EF-40D3-9369-61B8EC4D2BA9}" type="datetimeFigureOut">
              <a:rPr lang="sr-Latn-BA" smtClean="0"/>
              <a:t>29.11.2024.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2AB1D-EEED-4DA7-A2A8-20EE259CD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1BB73-941E-4C7B-9E6B-BAA7D3A89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691B-B642-44E4-B7FD-232D5F8915DC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94307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6E1EF-7A9E-4B66-A473-66A3D31B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F179A-9179-4A47-A3EE-453692A09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86619-98B9-4F01-B360-31A59FDE3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0D3-68EF-40D3-9369-61B8EC4D2BA9}" type="datetimeFigureOut">
              <a:rPr lang="sr-Latn-BA" smtClean="0"/>
              <a:t>29.11.2024.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0C6D1-0055-4E4E-A845-FE5CE50A9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38A59-ED3A-4939-86E2-042DB222C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691B-B642-44E4-B7FD-232D5F8915DC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775693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20965-3680-4505-9FD5-91624818F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3354C-BCFF-47E8-BA15-8CA0E5BDC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D877D-8CD8-4D27-ADA5-852923C6B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946CD-775C-4DA8-AAAB-46026FD60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0D3-68EF-40D3-9369-61B8EC4D2BA9}" type="datetimeFigureOut">
              <a:rPr lang="sr-Latn-BA" smtClean="0"/>
              <a:t>29.11.2024.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3D31C-3C8A-4802-A7CB-CE4FC4CBA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BEB89-B36A-4660-AAEB-1C91F133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691B-B642-44E4-B7FD-232D5F8915DC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763418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48AA-3D52-45B1-AF06-A1E9A3086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0D463-5E77-4BAE-A02C-34BADE50F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59957-02E8-4E5B-9A73-093CBD1DA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D2737-A4C3-4BA4-ABD7-CC3D2EC46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69997A-CB9A-46C7-B88E-D9A5316B5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E5016-18E0-4F49-B97F-AF9AE32E1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0D3-68EF-40D3-9369-61B8EC4D2BA9}" type="datetimeFigureOut">
              <a:rPr lang="sr-Latn-BA" smtClean="0"/>
              <a:t>29.11.2024.</a:t>
            </a:fld>
            <a:endParaRPr lang="sr-Latn-B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E0E911-057C-479C-8C43-32E9094D2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7934D-AC0D-4562-9F0C-39445B3C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691B-B642-44E4-B7FD-232D5F8915DC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18993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6C7E2-674B-4784-B688-B1A0A9620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E00DB5-9913-486E-8183-2BB2CB1E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0D3-68EF-40D3-9369-61B8EC4D2BA9}" type="datetimeFigureOut">
              <a:rPr lang="sr-Latn-BA" smtClean="0"/>
              <a:t>29.11.2024.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D6FA5A-F19E-443E-BD68-F36CE89FA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8FD8F-D3D0-4285-B376-DEE262BB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691B-B642-44E4-B7FD-232D5F8915DC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734868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8EB317-9686-4C02-BA75-5146CFB2F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0D3-68EF-40D3-9369-61B8EC4D2BA9}" type="datetimeFigureOut">
              <a:rPr lang="sr-Latn-BA" smtClean="0"/>
              <a:t>29.11.2024.</a:t>
            </a:fld>
            <a:endParaRPr lang="sr-Latn-B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00AB2E-4938-492F-98A1-B22F987D3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7F1F0-DF4F-453D-AC32-91E2C4CC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691B-B642-44E4-B7FD-232D5F8915DC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25871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1E7CA-A5FF-4A8C-A447-58A868161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9116A-4AB4-4D34-9920-2948F140B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F1B7A-5EA5-448B-B860-4174AA4F4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57F8B-547C-41C8-809E-8686D438E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0D3-68EF-40D3-9369-61B8EC4D2BA9}" type="datetimeFigureOut">
              <a:rPr lang="sr-Latn-BA" smtClean="0"/>
              <a:t>29.11.2024.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C6D7F-49D5-4196-82BB-946FDD5F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C3892-D3B0-407E-A235-85CE20D4B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691B-B642-44E4-B7FD-232D5F8915DC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31658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A770-E013-4280-82F8-DAF65727E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0D1FFF-9C47-4E4E-8E95-E88DE8D68C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CBDA0-2A6B-4539-A3CC-11C98E820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5077D-3E99-411B-A76F-6BC075935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0D3-68EF-40D3-9369-61B8EC4D2BA9}" type="datetimeFigureOut">
              <a:rPr lang="sr-Latn-BA" smtClean="0"/>
              <a:t>29.11.2024.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0B48F-F7F4-48AA-9EB3-2B50754FD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FE5B4-E6C3-4E02-A7B5-918B7593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691B-B642-44E4-B7FD-232D5F8915DC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374901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2B164-052B-48E8-AB57-912D52037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F6D812-13EB-4FE5-92DE-448BD980F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2E6B8-A2DB-40A1-A092-FD4746CA8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0D3-68EF-40D3-9369-61B8EC4D2BA9}" type="datetimeFigureOut">
              <a:rPr lang="sr-Latn-BA" smtClean="0"/>
              <a:t>29.11.2024.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EF1C1-A401-405A-8960-F53E7A999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8B9DF-DE41-4310-91DD-D12A4480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691B-B642-44E4-B7FD-232D5F8915DC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86669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719002-9FDF-44E1-ADBA-064999667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D3507-EEC6-48A3-99E5-AF9FCA44C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2777A-8B04-4E78-A39F-0BBE320AD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0D3-68EF-40D3-9369-61B8EC4D2BA9}" type="datetimeFigureOut">
              <a:rPr lang="sr-Latn-BA" smtClean="0"/>
              <a:t>29.11.2024.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EC2C5-00B4-484A-914C-97B415289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29A1F-2D48-41E5-ABD5-25F78014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691B-B642-44E4-B7FD-232D5F8915DC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8254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3D8DDB-AF2E-4445-BD42-3D2A1814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66F76-5526-46BA-9904-6F6243AB4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04F49-438C-4193-9DA1-78024B6AA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790D3-68EF-40D3-9369-61B8EC4D2BA9}" type="datetimeFigureOut">
              <a:rPr lang="sr-Latn-BA" smtClean="0"/>
              <a:t>29.11.2024.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2553F-6BD4-461A-B368-32ACF1613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3D22F-9BEC-4415-A4D3-DD1A26E3A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6691B-B642-44E4-B7FD-232D5F8915DC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08892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11BF6-D502-45D4-B5E6-FD10E18A78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BA" b="1" dirty="0"/>
              <a:t>Reference VS pokazivači</a:t>
            </a:r>
          </a:p>
        </p:txBody>
      </p:sp>
    </p:spTree>
    <p:extLst>
      <p:ext uri="{BB962C8B-B14F-4D97-AF65-F5344CB8AC3E}">
        <p14:creationId xmlns:p14="http://schemas.microsoft.com/office/powerpoint/2010/main" val="1033312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8DB02-76D5-4992-BCF5-B37ABD8F9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5221"/>
            <a:ext cx="10515600" cy="5711742"/>
          </a:xfrm>
        </p:spPr>
        <p:txBody>
          <a:bodyPr>
            <a:normAutofit lnSpcReduction="10000"/>
          </a:bodyPr>
          <a:lstStyle/>
          <a:p>
            <a:r>
              <a:rPr lang="sr-Latn-BA" b="1" u="sng" dirty="0"/>
              <a:t>Referenca</a:t>
            </a:r>
            <a:r>
              <a:rPr lang="sr-Latn-BA" dirty="0"/>
              <a:t> je drugo ime za promjenjljivu/ objekat</a:t>
            </a:r>
            <a:endParaRPr lang="en-US" dirty="0"/>
          </a:p>
          <a:p>
            <a:pPr lvl="1"/>
            <a:r>
              <a:rPr lang="en-US" dirty="0"/>
              <a:t>Mora da se </a:t>
            </a:r>
            <a:r>
              <a:rPr lang="en-US" dirty="0" err="1"/>
              <a:t>inicijalizuje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ne </a:t>
            </a:r>
            <a:r>
              <a:rPr lang="en-US" dirty="0" err="1"/>
              <a:t>mo</a:t>
            </a:r>
            <a:r>
              <a:rPr lang="sr-Latn-BA" dirty="0"/>
              <a:t>že da joj se mijenja vrijednost				</a:t>
            </a:r>
            <a:r>
              <a:rPr lang="en-US" dirty="0"/>
              <a:t>&lt;tip&gt;&amp; r = x; </a:t>
            </a:r>
            <a:endParaRPr lang="sr-Latn-BA" dirty="0"/>
          </a:p>
          <a:p>
            <a:pPr marL="457200" lvl="1" indent="0">
              <a:buNone/>
            </a:pPr>
            <a:r>
              <a:rPr lang="sr-Latn-BA" dirty="0"/>
              <a:t>	</a:t>
            </a:r>
            <a:r>
              <a:rPr lang="en-US" dirty="0">
                <a:solidFill>
                  <a:srgbClr val="FF0000"/>
                </a:solidFill>
              </a:rPr>
              <a:t>&amp;r = y; // GRE</a:t>
            </a:r>
            <a:r>
              <a:rPr lang="sr-Latn-BA" dirty="0">
                <a:solidFill>
                  <a:srgbClr val="FF0000"/>
                </a:solidFill>
              </a:rPr>
              <a:t>ŠKA</a:t>
            </a:r>
          </a:p>
          <a:p>
            <a:pPr lvl="1"/>
            <a:r>
              <a:rPr lang="en-US" dirty="0" err="1"/>
              <a:t>Referenca</a:t>
            </a:r>
            <a:r>
              <a:rPr lang="en-US" dirty="0"/>
              <a:t> ne </a:t>
            </a:r>
            <a:r>
              <a:rPr lang="en-US" dirty="0" err="1"/>
              <a:t>mo</a:t>
            </a:r>
            <a:r>
              <a:rPr lang="sr-Latn-BA" dirty="0"/>
              <a:t>že imati NULL vrijednost</a:t>
            </a:r>
          </a:p>
          <a:p>
            <a:pPr marL="914400" lvl="2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&amp;r = NULL; </a:t>
            </a:r>
            <a:r>
              <a:rPr lang="sr-Latn-BA" sz="2400" dirty="0">
                <a:solidFill>
                  <a:srgbClr val="FF0000"/>
                </a:solidFill>
              </a:rPr>
              <a:t>  // </a:t>
            </a:r>
            <a:r>
              <a:rPr lang="en-US" sz="2400" dirty="0">
                <a:solidFill>
                  <a:srgbClr val="FF0000"/>
                </a:solidFill>
              </a:rPr>
              <a:t>GRE</a:t>
            </a:r>
            <a:r>
              <a:rPr lang="sr-Latn-BA" sz="2400" dirty="0">
                <a:solidFill>
                  <a:srgbClr val="FF0000"/>
                </a:solidFill>
              </a:rPr>
              <a:t>ŠK</a:t>
            </a:r>
            <a:r>
              <a:rPr lang="en-US" sz="2400" dirty="0">
                <a:solidFill>
                  <a:srgbClr val="FF0000"/>
                </a:solidFill>
              </a:rPr>
              <a:t>A</a:t>
            </a:r>
            <a:endParaRPr lang="en-US" sz="2400" dirty="0"/>
          </a:p>
          <a:p>
            <a:pPr marL="914400" lvl="2" indent="0">
              <a:buNone/>
            </a:pPr>
            <a:r>
              <a:rPr lang="en-US" sz="2800" b="1" dirty="0"/>
              <a:t>x </a:t>
            </a:r>
            <a:r>
              <a:rPr lang="sr-Latn-BA" sz="2800" b="1" dirty="0"/>
              <a:t>= vrijednost </a:t>
            </a:r>
            <a:r>
              <a:rPr lang="en-US" sz="2800" b="1" dirty="0">
                <a:sym typeface="Wingdings" panose="05000000000000000000" pitchFamily="2" charset="2"/>
              </a:rPr>
              <a:t> r = </a:t>
            </a:r>
            <a:r>
              <a:rPr lang="en-US" sz="2800" b="1" dirty="0" err="1">
                <a:sym typeface="Wingdings" panose="05000000000000000000" pitchFamily="2" charset="2"/>
              </a:rPr>
              <a:t>vrijednost</a:t>
            </a:r>
            <a:endParaRPr lang="en-US" sz="2800" b="1" dirty="0">
              <a:sym typeface="Wingdings" panose="05000000000000000000" pitchFamily="2" charset="2"/>
            </a:endParaRPr>
          </a:p>
          <a:p>
            <a:pPr marL="914400" lvl="2" indent="0">
              <a:buNone/>
            </a:pPr>
            <a:endParaRPr lang="sr-Latn-BA" sz="2800" b="1" dirty="0"/>
          </a:p>
          <a:p>
            <a:pPr>
              <a:buFontTx/>
              <a:buChar char="-"/>
            </a:pPr>
            <a:r>
              <a:rPr lang="en-US" sz="2400" b="1" u="sng" dirty="0"/>
              <a:t>Pointer </a:t>
            </a:r>
            <a:r>
              <a:rPr lang="en-US" sz="2400" dirty="0" err="1"/>
              <a:t>ukazuje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promjenjljivu</a:t>
            </a:r>
            <a:r>
              <a:rPr lang="en-US" sz="2400" dirty="0"/>
              <a:t>/</a:t>
            </a:r>
            <a:r>
              <a:rPr lang="en-US" sz="2400" dirty="0" err="1"/>
              <a:t>objekat</a:t>
            </a:r>
            <a:endParaRPr lang="en-US" sz="2400" dirty="0"/>
          </a:p>
          <a:p>
            <a:pPr lvl="1">
              <a:buFontTx/>
              <a:buChar char="-"/>
            </a:pPr>
            <a:r>
              <a:rPr lang="en-US" dirty="0"/>
              <a:t>&lt;tip&gt; *p;</a:t>
            </a:r>
          </a:p>
          <a:p>
            <a:pPr lvl="1">
              <a:buFontTx/>
              <a:buChar char="-"/>
            </a:pPr>
            <a:r>
              <a:rPr lang="en-US" dirty="0" err="1"/>
              <a:t>Pokaziva</a:t>
            </a:r>
            <a:r>
              <a:rPr lang="sr-Latn-BA" dirty="0"/>
              <a:t>č sadrži adresu objekta na koji ukazuje, ali on ima sopstvenu adresu u memoriji.</a:t>
            </a:r>
          </a:p>
          <a:p>
            <a:pPr lvl="1">
              <a:buFontTx/>
              <a:buChar char="-"/>
            </a:pPr>
            <a:r>
              <a:rPr lang="sr-Latn-BA" dirty="0"/>
              <a:t>Pokazivač može mijenjati objekte na koju pokazuje.</a:t>
            </a:r>
          </a:p>
          <a:p>
            <a:pPr marL="914400" lvl="2" indent="0">
              <a:buNone/>
            </a:pPr>
            <a:r>
              <a:rPr lang="sr-Latn-BA" sz="2400" dirty="0"/>
              <a:t>p = &amp;x;</a:t>
            </a:r>
          </a:p>
          <a:p>
            <a:pPr marL="914400" lvl="2" indent="0">
              <a:buNone/>
            </a:pPr>
            <a:r>
              <a:rPr lang="sr-Latn-BA" sz="2400" dirty="0">
                <a:solidFill>
                  <a:srgbClr val="00B050"/>
                </a:solidFill>
              </a:rPr>
              <a:t>p = &amp;y</a:t>
            </a:r>
            <a:r>
              <a:rPr lang="en-US" sz="2400" dirty="0">
                <a:solidFill>
                  <a:srgbClr val="00B050"/>
                </a:solidFill>
              </a:rPr>
              <a:t>; // ISPRAVNO</a:t>
            </a:r>
            <a:endParaRPr lang="sr-Latn-BA" sz="2400" dirty="0">
              <a:solidFill>
                <a:srgbClr val="00B050"/>
              </a:solidFill>
            </a:endParaRPr>
          </a:p>
          <a:p>
            <a:pPr marL="914400" lvl="2" indent="0">
              <a:buNone/>
            </a:pPr>
            <a:endParaRPr lang="sr-Latn-BA" dirty="0"/>
          </a:p>
        </p:txBody>
      </p:sp>
    </p:spTree>
    <p:extLst>
      <p:ext uri="{BB962C8B-B14F-4D97-AF65-F5344CB8AC3E}">
        <p14:creationId xmlns:p14="http://schemas.microsoft.com/office/powerpoint/2010/main" val="1922228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D04110-0206-4DDD-AAB2-BC1CC67B0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7" y="311243"/>
            <a:ext cx="9710458" cy="61974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531270-46FC-4AF1-9EFD-8F54A2CBB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473" y="71373"/>
            <a:ext cx="5850327" cy="14436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0785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6F722-63B9-45F5-A606-1F67BB00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pristupamo</a:t>
            </a:r>
            <a:r>
              <a:rPr lang="en-US" dirty="0"/>
              <a:t> </a:t>
            </a:r>
            <a:r>
              <a:rPr lang="en-US" dirty="0" err="1"/>
              <a:t>elementima</a:t>
            </a:r>
            <a:r>
              <a:rPr lang="en-US" dirty="0"/>
              <a:t> </a:t>
            </a:r>
            <a:r>
              <a:rPr lang="en-US" dirty="0" err="1"/>
              <a:t>strukture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reference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pokaziva</a:t>
            </a:r>
            <a:r>
              <a:rPr lang="sr-Latn-BA" dirty="0"/>
              <a:t>ča</a:t>
            </a:r>
            <a:r>
              <a:rPr lang="en-US" dirty="0"/>
              <a:t>?</a:t>
            </a:r>
            <a:endParaRPr lang="sr-Latn-B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226A5C-B337-44A3-9A93-FDE0D0484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749988" cy="4665287"/>
          </a:xfrm>
        </p:spPr>
      </p:pic>
    </p:spTree>
    <p:extLst>
      <p:ext uri="{BB962C8B-B14F-4D97-AF65-F5344CB8AC3E}">
        <p14:creationId xmlns:p14="http://schemas.microsoft.com/office/powerpoint/2010/main" val="1163010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88A36-90A2-48B4-BCB1-7FC942C44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Prenos parametar preko reference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BEDCB1-BFC8-45B9-A696-58DD1FA7D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3"/>
            <a:ext cx="7791450" cy="43513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44E43B-2069-4FBB-BC3F-70D263221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612" y="1690688"/>
            <a:ext cx="3818964" cy="6401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2220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9F60B-4486-495A-848F-22984CEBD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Prenos parametara preko pokazivača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BF02E8-323B-45F1-91A6-78E3A182D1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21886"/>
            <a:ext cx="9802906" cy="503495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033DAF-3F9E-4B53-8826-AED57EDBC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576" y="1690688"/>
            <a:ext cx="4085546" cy="6401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772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EB77-0F48-4BCA-998C-8D2C62C3B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Ako imamo dvije stvari koje izvršavaju istu stvar, šta izabrati?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1E85E-B77E-43D9-95C1-F34E94E3A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4611"/>
            <a:ext cx="10515600" cy="3792351"/>
          </a:xfrm>
        </p:spPr>
        <p:txBody>
          <a:bodyPr/>
          <a:lstStyle/>
          <a:p>
            <a:r>
              <a:rPr lang="sr-Latn-BA" dirty="0"/>
              <a:t>U opštem slučaju, uvijek je bolje koristiti reference zbog mogućnosti optimizacije.</a:t>
            </a:r>
          </a:p>
          <a:p>
            <a:r>
              <a:rPr lang="sr-Latn-BA" dirty="0"/>
              <a:t>U slučaju kada sa referencama ne možemo da riješimo dati problem, koristimo pokazivače (u slučaju da je potrebno mijenjati vrijednost pokazivača unutar funkcije).</a:t>
            </a:r>
          </a:p>
        </p:txBody>
      </p:sp>
    </p:spTree>
    <p:extLst>
      <p:ext uri="{BB962C8B-B14F-4D97-AF65-F5344CB8AC3E}">
        <p14:creationId xmlns:p14="http://schemas.microsoft.com/office/powerpoint/2010/main" val="2606655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99B4-DBD3-4CD8-B9DB-D7AB48542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Šta ako imamo referencu na pokazivač</a:t>
            </a:r>
            <a:r>
              <a:rPr lang="en-US" dirty="0"/>
              <a:t>?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04606-033E-49FD-8D71-F407B2544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sr-Latn-B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C0648D-0F0F-4E80-9846-5D2FC4281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35" y="1690688"/>
            <a:ext cx="9257845" cy="42428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2D3E5A-3D0B-4945-BFF5-93543EDBE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894" y="1690688"/>
            <a:ext cx="7674321" cy="473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4163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9483FE-AEB5-4A68-8917-CA581159E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0652" y="1088396"/>
            <a:ext cx="10549985" cy="510285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DEF150-F56C-4F56-97CA-3B842B4A3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793094"/>
            <a:ext cx="6132431" cy="5975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3859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193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Reference VS pokazivači</vt:lpstr>
      <vt:lpstr>PowerPoint Presentation</vt:lpstr>
      <vt:lpstr>PowerPoint Presentation</vt:lpstr>
      <vt:lpstr>Kako pristupamo elementima strukture preko reference ili pokazivača?</vt:lpstr>
      <vt:lpstr>Prenos parametar preko reference</vt:lpstr>
      <vt:lpstr>Prenos parametara preko pokazivača</vt:lpstr>
      <vt:lpstr>Ako imamo dvije stvari koje izvršavaju istu stvar, šta izabrati?</vt:lpstr>
      <vt:lpstr>Šta ako imamo referencu na pokazivač?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 VS pokazivači</dc:title>
  <dc:creator>Korisnik</dc:creator>
  <cp:lastModifiedBy>Korisnik</cp:lastModifiedBy>
  <cp:revision>9</cp:revision>
  <dcterms:created xsi:type="dcterms:W3CDTF">2024-11-29T09:49:32Z</dcterms:created>
  <dcterms:modified xsi:type="dcterms:W3CDTF">2024-11-29T11:05:58Z</dcterms:modified>
</cp:coreProperties>
</file>