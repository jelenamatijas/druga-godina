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382" r:id="rId2"/>
    <p:sldId id="383" r:id="rId3"/>
    <p:sldId id="355" r:id="rId4"/>
    <p:sldId id="384" r:id="rId5"/>
    <p:sldId id="385" r:id="rId6"/>
    <p:sldId id="389" r:id="rId7"/>
    <p:sldId id="354" r:id="rId8"/>
    <p:sldId id="386" r:id="rId9"/>
    <p:sldId id="387" r:id="rId10"/>
    <p:sldId id="361" r:id="rId11"/>
    <p:sldId id="364" r:id="rId12"/>
    <p:sldId id="388" r:id="rId13"/>
    <p:sldId id="359" r:id="rId14"/>
    <p:sldId id="363" r:id="rId15"/>
    <p:sldId id="352" r:id="rId16"/>
    <p:sldId id="348" r:id="rId17"/>
    <p:sldId id="362" r:id="rId18"/>
    <p:sldId id="358" r:id="rId19"/>
    <p:sldId id="356" r:id="rId20"/>
    <p:sldId id="392" r:id="rId21"/>
    <p:sldId id="390" r:id="rId22"/>
    <p:sldId id="393" r:id="rId23"/>
    <p:sldId id="39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metni pokazivači" id="{21AE58DD-0695-4C41-B548-B3DF4C91713B}">
          <p14:sldIdLst>
            <p14:sldId id="382"/>
            <p14:sldId id="383"/>
            <p14:sldId id="355"/>
            <p14:sldId id="384"/>
            <p14:sldId id="385"/>
            <p14:sldId id="389"/>
          </p14:sldIdLst>
        </p14:section>
        <p14:section name="Bezimene funkcije" id="{A32980C3-AA2C-4234-898C-178F6B7041B3}">
          <p14:sldIdLst>
            <p14:sldId id="354"/>
            <p14:sldId id="386"/>
            <p14:sldId id="387"/>
            <p14:sldId id="361"/>
            <p14:sldId id="364"/>
            <p14:sldId id="388"/>
            <p14:sldId id="359"/>
          </p14:sldIdLst>
        </p14:section>
        <p14:section name="Omotač funkcije i zatvaranja" id="{359A9432-5426-4FCC-B626-B6413AF8AC09}">
          <p14:sldIdLst>
            <p14:sldId id="363"/>
            <p14:sldId id="352"/>
            <p14:sldId id="348"/>
            <p14:sldId id="362"/>
            <p14:sldId id="358"/>
            <p14:sldId id="356"/>
            <p14:sldId id="392"/>
            <p14:sldId id="390"/>
            <p14:sldId id="393"/>
            <p14:sldId id="39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91AF"/>
    <a:srgbClr val="795E26"/>
    <a:srgbClr val="098658"/>
    <a:srgbClr val="267F99"/>
    <a:srgbClr val="0000FF"/>
    <a:srgbClr val="008000"/>
    <a:srgbClr val="001080"/>
    <a:srgbClr val="6C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436A20-6970-4B21-A93B-2ACB516D71C8}" v="268" dt="2024-12-20T08:38:43.982"/>
    <p1510:client id="{F736EA32-B9B9-4107-BA9E-17FB81E72922}" v="57" dt="2024-12-20T13:07:20.2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79553" autoAdjust="0"/>
  </p:normalViewPr>
  <p:slideViewPr>
    <p:cSldViewPr snapToGrid="0">
      <p:cViewPr varScale="1">
        <p:scale>
          <a:sx n="65" d="100"/>
          <a:sy n="65" d="100"/>
        </p:scale>
        <p:origin x="1349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Novaković" userId="48d5634ac72bd80c" providerId="LiveId" clId="{F736EA32-B9B9-4107-BA9E-17FB81E72922}"/>
    <pc:docChg chg="undo custSel addSld delSld modSld sldOrd addSection delSection modSection">
      <pc:chgData name="Stefan Novaković" userId="48d5634ac72bd80c" providerId="LiveId" clId="{F736EA32-B9B9-4107-BA9E-17FB81E72922}" dt="2024-12-20T13:07:20.256" v="647" actId="6549"/>
      <pc:docMkLst>
        <pc:docMk/>
      </pc:docMkLst>
      <pc:sldChg chg="del">
        <pc:chgData name="Stefan Novaković" userId="48d5634ac72bd80c" providerId="LiveId" clId="{F736EA32-B9B9-4107-BA9E-17FB81E72922}" dt="2024-12-19T15:21:10.831" v="0" actId="47"/>
        <pc:sldMkLst>
          <pc:docMk/>
          <pc:sldMk cId="1910483375" sldId="334"/>
        </pc:sldMkLst>
      </pc:sldChg>
      <pc:sldChg chg="del">
        <pc:chgData name="Stefan Novaković" userId="48d5634ac72bd80c" providerId="LiveId" clId="{F736EA32-B9B9-4107-BA9E-17FB81E72922}" dt="2024-12-19T15:21:10.831" v="0" actId="47"/>
        <pc:sldMkLst>
          <pc:docMk/>
          <pc:sldMk cId="1692652521" sldId="337"/>
        </pc:sldMkLst>
      </pc:sldChg>
      <pc:sldChg chg="del">
        <pc:chgData name="Stefan Novaković" userId="48d5634ac72bd80c" providerId="LiveId" clId="{F736EA32-B9B9-4107-BA9E-17FB81E72922}" dt="2024-12-19T15:21:10.831" v="0" actId="47"/>
        <pc:sldMkLst>
          <pc:docMk/>
          <pc:sldMk cId="76536206" sldId="339"/>
        </pc:sldMkLst>
      </pc:sldChg>
      <pc:sldChg chg="del">
        <pc:chgData name="Stefan Novaković" userId="48d5634ac72bd80c" providerId="LiveId" clId="{F736EA32-B9B9-4107-BA9E-17FB81E72922}" dt="2024-12-19T15:21:10.831" v="0" actId="47"/>
        <pc:sldMkLst>
          <pc:docMk/>
          <pc:sldMk cId="207171154" sldId="340"/>
        </pc:sldMkLst>
      </pc:sldChg>
      <pc:sldChg chg="del">
        <pc:chgData name="Stefan Novaković" userId="48d5634ac72bd80c" providerId="LiveId" clId="{F736EA32-B9B9-4107-BA9E-17FB81E72922}" dt="2024-12-19T15:21:10.831" v="0" actId="47"/>
        <pc:sldMkLst>
          <pc:docMk/>
          <pc:sldMk cId="718189446" sldId="342"/>
        </pc:sldMkLst>
      </pc:sldChg>
      <pc:sldChg chg="del">
        <pc:chgData name="Stefan Novaković" userId="48d5634ac72bd80c" providerId="LiveId" clId="{F736EA32-B9B9-4107-BA9E-17FB81E72922}" dt="2024-12-19T15:21:10.831" v="0" actId="47"/>
        <pc:sldMkLst>
          <pc:docMk/>
          <pc:sldMk cId="1708136103" sldId="346"/>
        </pc:sldMkLst>
      </pc:sldChg>
      <pc:sldChg chg="modSp">
        <pc:chgData name="Stefan Novaković" userId="48d5634ac72bd80c" providerId="LiveId" clId="{F736EA32-B9B9-4107-BA9E-17FB81E72922}" dt="2024-12-19T16:23:10.699" v="619" actId="20577"/>
        <pc:sldMkLst>
          <pc:docMk/>
          <pc:sldMk cId="2867162777" sldId="352"/>
        </pc:sldMkLst>
        <pc:spChg chg="mod">
          <ac:chgData name="Stefan Novaković" userId="48d5634ac72bd80c" providerId="LiveId" clId="{F736EA32-B9B9-4107-BA9E-17FB81E72922}" dt="2024-12-19T16:23:10.699" v="619" actId="20577"/>
          <ac:spMkLst>
            <pc:docMk/>
            <pc:sldMk cId="2867162777" sldId="352"/>
            <ac:spMk id="3" creationId="{39FE00A2-4946-4671-9555-2E91BC0BE1D0}"/>
          </ac:spMkLst>
        </pc:spChg>
      </pc:sldChg>
      <pc:sldChg chg="del">
        <pc:chgData name="Stefan Novaković" userId="48d5634ac72bd80c" providerId="LiveId" clId="{F736EA32-B9B9-4107-BA9E-17FB81E72922}" dt="2024-12-19T15:21:10.831" v="0" actId="47"/>
        <pc:sldMkLst>
          <pc:docMk/>
          <pc:sldMk cId="3486123327" sldId="353"/>
        </pc:sldMkLst>
      </pc:sldChg>
      <pc:sldChg chg="add">
        <pc:chgData name="Stefan Novaković" userId="48d5634ac72bd80c" providerId="LiveId" clId="{F736EA32-B9B9-4107-BA9E-17FB81E72922}" dt="2024-12-19T15:22:09.991" v="7"/>
        <pc:sldMkLst>
          <pc:docMk/>
          <pc:sldMk cId="144404986" sldId="354"/>
        </pc:sldMkLst>
      </pc:sldChg>
      <pc:sldChg chg="modSp add modAnim">
        <pc:chgData name="Stefan Novaković" userId="48d5634ac72bd80c" providerId="LiveId" clId="{F736EA32-B9B9-4107-BA9E-17FB81E72922}" dt="2024-12-20T12:26:17.014" v="638" actId="20577"/>
        <pc:sldMkLst>
          <pc:docMk/>
          <pc:sldMk cId="2190545973" sldId="355"/>
        </pc:sldMkLst>
        <pc:spChg chg="mod">
          <ac:chgData name="Stefan Novaković" userId="48d5634ac72bd80c" providerId="LiveId" clId="{F736EA32-B9B9-4107-BA9E-17FB81E72922}" dt="2024-12-20T12:26:17.014" v="638" actId="20577"/>
          <ac:spMkLst>
            <pc:docMk/>
            <pc:sldMk cId="2190545973" sldId="355"/>
            <ac:spMk id="4" creationId="{27C1A3FA-3BDF-4551-B845-3991780BD8C6}"/>
          </ac:spMkLst>
        </pc:spChg>
      </pc:sldChg>
      <pc:sldChg chg="modSp mod">
        <pc:chgData name="Stefan Novaković" userId="48d5634ac72bd80c" providerId="LiveId" clId="{F736EA32-B9B9-4107-BA9E-17FB81E72922}" dt="2024-12-19T16:24:24.403" v="620" actId="114"/>
        <pc:sldMkLst>
          <pc:docMk/>
          <pc:sldMk cId="3721427630" sldId="356"/>
        </pc:sldMkLst>
        <pc:spChg chg="mod">
          <ac:chgData name="Stefan Novaković" userId="48d5634ac72bd80c" providerId="LiveId" clId="{F736EA32-B9B9-4107-BA9E-17FB81E72922}" dt="2024-12-19T16:24:24.403" v="620" actId="114"/>
          <ac:spMkLst>
            <pc:docMk/>
            <pc:sldMk cId="3721427630" sldId="356"/>
            <ac:spMk id="2" creationId="{7901C455-7E75-4DB5-A6E7-648DD0BD8C41}"/>
          </ac:spMkLst>
        </pc:spChg>
        <pc:spChg chg="mod">
          <ac:chgData name="Stefan Novaković" userId="48d5634ac72bd80c" providerId="LiveId" clId="{F736EA32-B9B9-4107-BA9E-17FB81E72922}" dt="2024-12-19T16:22:09.207" v="618" actId="6549"/>
          <ac:spMkLst>
            <pc:docMk/>
            <pc:sldMk cId="3721427630" sldId="356"/>
            <ac:spMk id="4" creationId="{0CB637D8-B74E-4275-B08E-711E9072CEAA}"/>
          </ac:spMkLst>
        </pc:spChg>
      </pc:sldChg>
      <pc:sldChg chg="modSp mod">
        <pc:chgData name="Stefan Novaković" userId="48d5634ac72bd80c" providerId="LiveId" clId="{F736EA32-B9B9-4107-BA9E-17FB81E72922}" dt="2024-12-19T15:55:13.017" v="252" actId="20577"/>
        <pc:sldMkLst>
          <pc:docMk/>
          <pc:sldMk cId="1189155910" sldId="358"/>
        </pc:sldMkLst>
        <pc:spChg chg="mod">
          <ac:chgData name="Stefan Novaković" userId="48d5634ac72bd80c" providerId="LiveId" clId="{F736EA32-B9B9-4107-BA9E-17FB81E72922}" dt="2024-12-19T15:55:13.017" v="252" actId="20577"/>
          <ac:spMkLst>
            <pc:docMk/>
            <pc:sldMk cId="1189155910" sldId="358"/>
            <ac:spMk id="2" creationId="{7901C455-7E75-4DB5-A6E7-648DD0BD8C41}"/>
          </ac:spMkLst>
        </pc:spChg>
      </pc:sldChg>
      <pc:sldChg chg="add">
        <pc:chgData name="Stefan Novaković" userId="48d5634ac72bd80c" providerId="LiveId" clId="{F736EA32-B9B9-4107-BA9E-17FB81E72922}" dt="2024-12-19T15:22:09.991" v="7"/>
        <pc:sldMkLst>
          <pc:docMk/>
          <pc:sldMk cId="2640126460" sldId="359"/>
        </pc:sldMkLst>
      </pc:sldChg>
      <pc:sldChg chg="del">
        <pc:chgData name="Stefan Novaković" userId="48d5634ac72bd80c" providerId="LiveId" clId="{F736EA32-B9B9-4107-BA9E-17FB81E72922}" dt="2024-12-19T15:21:10.831" v="0" actId="47"/>
        <pc:sldMkLst>
          <pc:docMk/>
          <pc:sldMk cId="1762922664" sldId="360"/>
        </pc:sldMkLst>
      </pc:sldChg>
      <pc:sldChg chg="modSp add mod">
        <pc:chgData name="Stefan Novaković" userId="48d5634ac72bd80c" providerId="LiveId" clId="{F736EA32-B9B9-4107-BA9E-17FB81E72922}" dt="2024-12-20T13:06:31.561" v="641" actId="20577"/>
        <pc:sldMkLst>
          <pc:docMk/>
          <pc:sldMk cId="962713755" sldId="361"/>
        </pc:sldMkLst>
        <pc:spChg chg="mod">
          <ac:chgData name="Stefan Novaković" userId="48d5634ac72bd80c" providerId="LiveId" clId="{F736EA32-B9B9-4107-BA9E-17FB81E72922}" dt="2024-12-20T13:06:31.561" v="641" actId="20577"/>
          <ac:spMkLst>
            <pc:docMk/>
            <pc:sldMk cId="962713755" sldId="361"/>
            <ac:spMk id="10" creationId="{8367168F-C995-46A6-AB86-DA06D6F7A688}"/>
          </ac:spMkLst>
        </pc:spChg>
      </pc:sldChg>
      <pc:sldChg chg="del">
        <pc:chgData name="Stefan Novaković" userId="48d5634ac72bd80c" providerId="LiveId" clId="{F736EA32-B9B9-4107-BA9E-17FB81E72922}" dt="2024-12-19T15:21:10.831" v="0" actId="47"/>
        <pc:sldMkLst>
          <pc:docMk/>
          <pc:sldMk cId="1788512531" sldId="361"/>
        </pc:sldMkLst>
      </pc:sldChg>
      <pc:sldChg chg="add">
        <pc:chgData name="Stefan Novaković" userId="48d5634ac72bd80c" providerId="LiveId" clId="{F736EA32-B9B9-4107-BA9E-17FB81E72922}" dt="2024-12-19T15:22:09.991" v="7"/>
        <pc:sldMkLst>
          <pc:docMk/>
          <pc:sldMk cId="358145714" sldId="364"/>
        </pc:sldMkLst>
      </pc:sldChg>
      <pc:sldChg chg="del">
        <pc:chgData name="Stefan Novaković" userId="48d5634ac72bd80c" providerId="LiveId" clId="{F736EA32-B9B9-4107-BA9E-17FB81E72922}" dt="2024-12-19T15:21:10.831" v="0" actId="47"/>
        <pc:sldMkLst>
          <pc:docMk/>
          <pc:sldMk cId="1592183993" sldId="374"/>
        </pc:sldMkLst>
      </pc:sldChg>
      <pc:sldChg chg="del">
        <pc:chgData name="Stefan Novaković" userId="48d5634ac72bd80c" providerId="LiveId" clId="{F736EA32-B9B9-4107-BA9E-17FB81E72922}" dt="2024-12-19T15:21:10.831" v="0" actId="47"/>
        <pc:sldMkLst>
          <pc:docMk/>
          <pc:sldMk cId="2295399619" sldId="375"/>
        </pc:sldMkLst>
      </pc:sldChg>
      <pc:sldChg chg="add">
        <pc:chgData name="Stefan Novaković" userId="48d5634ac72bd80c" providerId="LiveId" clId="{F736EA32-B9B9-4107-BA9E-17FB81E72922}" dt="2024-12-19T15:21:27.702" v="4"/>
        <pc:sldMkLst>
          <pc:docMk/>
          <pc:sldMk cId="1029895117" sldId="382"/>
        </pc:sldMkLst>
      </pc:sldChg>
      <pc:sldChg chg="add">
        <pc:chgData name="Stefan Novaković" userId="48d5634ac72bd80c" providerId="LiveId" clId="{F736EA32-B9B9-4107-BA9E-17FB81E72922}" dt="2024-12-19T15:21:27.702" v="4"/>
        <pc:sldMkLst>
          <pc:docMk/>
          <pc:sldMk cId="4069443811" sldId="383"/>
        </pc:sldMkLst>
      </pc:sldChg>
      <pc:sldChg chg="modSp add modAnim">
        <pc:chgData name="Stefan Novaković" userId="48d5634ac72bd80c" providerId="LiveId" clId="{F736EA32-B9B9-4107-BA9E-17FB81E72922}" dt="2024-12-20T13:07:20.256" v="647" actId="6549"/>
        <pc:sldMkLst>
          <pc:docMk/>
          <pc:sldMk cId="3209895624" sldId="384"/>
        </pc:sldMkLst>
        <pc:spChg chg="mod">
          <ac:chgData name="Stefan Novaković" userId="48d5634ac72bd80c" providerId="LiveId" clId="{F736EA32-B9B9-4107-BA9E-17FB81E72922}" dt="2024-12-20T13:07:20.256" v="647" actId="6549"/>
          <ac:spMkLst>
            <pc:docMk/>
            <pc:sldMk cId="3209895624" sldId="384"/>
            <ac:spMk id="4" creationId="{27C1A3FA-3BDF-4551-B845-3991780BD8C6}"/>
          </ac:spMkLst>
        </pc:spChg>
      </pc:sldChg>
      <pc:sldChg chg="add">
        <pc:chgData name="Stefan Novaković" userId="48d5634ac72bd80c" providerId="LiveId" clId="{F736EA32-B9B9-4107-BA9E-17FB81E72922}" dt="2024-12-19T15:21:27.702" v="4"/>
        <pc:sldMkLst>
          <pc:docMk/>
          <pc:sldMk cId="4098551958" sldId="385"/>
        </pc:sldMkLst>
      </pc:sldChg>
      <pc:sldChg chg="add">
        <pc:chgData name="Stefan Novaković" userId="48d5634ac72bd80c" providerId="LiveId" clId="{F736EA32-B9B9-4107-BA9E-17FB81E72922}" dt="2024-12-19T15:22:09.991" v="7"/>
        <pc:sldMkLst>
          <pc:docMk/>
          <pc:sldMk cId="181408574" sldId="386"/>
        </pc:sldMkLst>
      </pc:sldChg>
      <pc:sldChg chg="add">
        <pc:chgData name="Stefan Novaković" userId="48d5634ac72bd80c" providerId="LiveId" clId="{F736EA32-B9B9-4107-BA9E-17FB81E72922}" dt="2024-12-19T15:22:09.991" v="7"/>
        <pc:sldMkLst>
          <pc:docMk/>
          <pc:sldMk cId="3458777407" sldId="387"/>
        </pc:sldMkLst>
      </pc:sldChg>
      <pc:sldChg chg="add">
        <pc:chgData name="Stefan Novaković" userId="48d5634ac72bd80c" providerId="LiveId" clId="{F736EA32-B9B9-4107-BA9E-17FB81E72922}" dt="2024-12-19T15:22:09.991" v="7"/>
        <pc:sldMkLst>
          <pc:docMk/>
          <pc:sldMk cId="432711925" sldId="388"/>
        </pc:sldMkLst>
      </pc:sldChg>
      <pc:sldChg chg="addSp delSp modSp new mod modClrScheme chgLayout">
        <pc:chgData name="Stefan Novaković" userId="48d5634ac72bd80c" providerId="LiveId" clId="{F736EA32-B9B9-4107-BA9E-17FB81E72922}" dt="2024-12-20T13:06:40.212" v="645" actId="20577"/>
        <pc:sldMkLst>
          <pc:docMk/>
          <pc:sldMk cId="83095417" sldId="389"/>
        </pc:sldMkLst>
        <pc:spChg chg="del mod ord">
          <ac:chgData name="Stefan Novaković" userId="48d5634ac72bd80c" providerId="LiveId" clId="{F736EA32-B9B9-4107-BA9E-17FB81E72922}" dt="2024-12-19T15:48:16.187" v="128" actId="478"/>
          <ac:spMkLst>
            <pc:docMk/>
            <pc:sldMk cId="83095417" sldId="389"/>
            <ac:spMk id="2" creationId="{63E8F50A-5294-655C-672D-89E1ECA65F4C}"/>
          </ac:spMkLst>
        </pc:spChg>
        <pc:spChg chg="del">
          <ac:chgData name="Stefan Novaković" userId="48d5634ac72bd80c" providerId="LiveId" clId="{F736EA32-B9B9-4107-BA9E-17FB81E72922}" dt="2024-12-19T15:47:40.250" v="120" actId="478"/>
          <ac:spMkLst>
            <pc:docMk/>
            <pc:sldMk cId="83095417" sldId="389"/>
            <ac:spMk id="3" creationId="{D05DFB30-084C-4328-6428-4A5B0FE92D1F}"/>
          </ac:spMkLst>
        </pc:spChg>
        <pc:spChg chg="add del mod">
          <ac:chgData name="Stefan Novaković" userId="48d5634ac72bd80c" providerId="LiveId" clId="{F736EA32-B9B9-4107-BA9E-17FB81E72922}" dt="2024-12-19T15:47:42.811" v="124" actId="22"/>
          <ac:spMkLst>
            <pc:docMk/>
            <pc:sldMk cId="83095417" sldId="389"/>
            <ac:spMk id="5" creationId="{B2DB715F-9BCC-ACE0-F749-A8899D779B20}"/>
          </ac:spMkLst>
        </pc:spChg>
        <pc:spChg chg="add del">
          <ac:chgData name="Stefan Novaković" userId="48d5634ac72bd80c" providerId="LiveId" clId="{F736EA32-B9B9-4107-BA9E-17FB81E72922}" dt="2024-12-19T15:48:30.842" v="130" actId="22"/>
          <ac:spMkLst>
            <pc:docMk/>
            <pc:sldMk cId="83095417" sldId="389"/>
            <ac:spMk id="7" creationId="{67EAE32C-110B-07CA-51D8-0F9409495DE6}"/>
          </ac:spMkLst>
        </pc:spChg>
        <pc:spChg chg="add del mod">
          <ac:chgData name="Stefan Novaković" userId="48d5634ac72bd80c" providerId="LiveId" clId="{F736EA32-B9B9-4107-BA9E-17FB81E72922}" dt="2024-12-19T15:49:16.208" v="138" actId="478"/>
          <ac:spMkLst>
            <pc:docMk/>
            <pc:sldMk cId="83095417" sldId="389"/>
            <ac:spMk id="9" creationId="{81D10D2F-7220-0FD9-7396-536DE5ACE133}"/>
          </ac:spMkLst>
        </pc:spChg>
        <pc:spChg chg="add mod">
          <ac:chgData name="Stefan Novaković" userId="48d5634ac72bd80c" providerId="LiveId" clId="{F736EA32-B9B9-4107-BA9E-17FB81E72922}" dt="2024-12-20T13:06:40.212" v="645" actId="20577"/>
          <ac:spMkLst>
            <pc:docMk/>
            <pc:sldMk cId="83095417" sldId="389"/>
            <ac:spMk id="10" creationId="{3AA13EC3-F275-29CD-AF7A-E33687330BF5}"/>
          </ac:spMkLst>
        </pc:spChg>
      </pc:sldChg>
      <pc:sldChg chg="add del">
        <pc:chgData name="Stefan Novaković" userId="48d5634ac72bd80c" providerId="LiveId" clId="{F736EA32-B9B9-4107-BA9E-17FB81E72922}" dt="2024-12-19T15:54:33.590" v="170"/>
        <pc:sldMkLst>
          <pc:docMk/>
          <pc:sldMk cId="1899413301" sldId="390"/>
        </pc:sldMkLst>
      </pc:sldChg>
      <pc:sldChg chg="addSp delSp modSp add mod">
        <pc:chgData name="Stefan Novaković" userId="48d5634ac72bd80c" providerId="LiveId" clId="{F736EA32-B9B9-4107-BA9E-17FB81E72922}" dt="2024-12-19T16:29:51.506" v="635" actId="20577"/>
        <pc:sldMkLst>
          <pc:docMk/>
          <pc:sldMk cId="3783699161" sldId="390"/>
        </pc:sldMkLst>
        <pc:spChg chg="mod">
          <ac:chgData name="Stefan Novaković" userId="48d5634ac72bd80c" providerId="LiveId" clId="{F736EA32-B9B9-4107-BA9E-17FB81E72922}" dt="2024-12-19T16:20:51.884" v="603" actId="113"/>
          <ac:spMkLst>
            <pc:docMk/>
            <pc:sldMk cId="3783699161" sldId="390"/>
            <ac:spMk id="4" creationId="{2A29FCDC-75B3-F360-E51F-BA2CB161C27A}"/>
          </ac:spMkLst>
        </pc:spChg>
        <pc:spChg chg="add del">
          <ac:chgData name="Stefan Novaković" userId="48d5634ac72bd80c" providerId="LiveId" clId="{F736EA32-B9B9-4107-BA9E-17FB81E72922}" dt="2024-12-19T16:13:09.325" v="477" actId="22"/>
          <ac:spMkLst>
            <pc:docMk/>
            <pc:sldMk cId="3783699161" sldId="390"/>
            <ac:spMk id="5" creationId="{B9FE5716-AE3C-9F7C-3537-340B11C5EA43}"/>
          </ac:spMkLst>
        </pc:spChg>
        <pc:spChg chg="mod">
          <ac:chgData name="Stefan Novaković" userId="48d5634ac72bd80c" providerId="LiveId" clId="{F736EA32-B9B9-4107-BA9E-17FB81E72922}" dt="2024-12-19T16:29:51.506" v="635" actId="20577"/>
          <ac:spMkLst>
            <pc:docMk/>
            <pc:sldMk cId="3783699161" sldId="390"/>
            <ac:spMk id="6" creationId="{B9607265-DDED-6AAD-1C23-CE74F32FC163}"/>
          </ac:spMkLst>
        </pc:spChg>
        <pc:spChg chg="del">
          <ac:chgData name="Stefan Novaković" userId="48d5634ac72bd80c" providerId="LiveId" clId="{F736EA32-B9B9-4107-BA9E-17FB81E72922}" dt="2024-12-19T16:07:43.808" v="359" actId="478"/>
          <ac:spMkLst>
            <pc:docMk/>
            <pc:sldMk cId="3783699161" sldId="390"/>
            <ac:spMk id="7" creationId="{B59F2488-2A5D-08BE-2264-167DEA1F3D2D}"/>
          </ac:spMkLst>
        </pc:spChg>
      </pc:sldChg>
      <pc:sldChg chg="add del">
        <pc:chgData name="Stefan Novaković" userId="48d5634ac72bd80c" providerId="LiveId" clId="{F736EA32-B9B9-4107-BA9E-17FB81E72922}" dt="2024-12-19T15:54:33.590" v="170"/>
        <pc:sldMkLst>
          <pc:docMk/>
          <pc:sldMk cId="3966222985" sldId="391"/>
        </pc:sldMkLst>
      </pc:sldChg>
      <pc:sldChg chg="add del">
        <pc:chgData name="Stefan Novaković" userId="48d5634ac72bd80c" providerId="LiveId" clId="{F736EA32-B9B9-4107-BA9E-17FB81E72922}" dt="2024-12-19T16:08:21.938" v="364" actId="47"/>
        <pc:sldMkLst>
          <pc:docMk/>
          <pc:sldMk cId="3980139401" sldId="391"/>
        </pc:sldMkLst>
      </pc:sldChg>
      <pc:sldChg chg="modSp add mod ord">
        <pc:chgData name="Stefan Novaković" userId="48d5634ac72bd80c" providerId="LiveId" clId="{F736EA32-B9B9-4107-BA9E-17FB81E72922}" dt="2024-12-19T16:21:13.527" v="605"/>
        <pc:sldMkLst>
          <pc:docMk/>
          <pc:sldMk cId="1009859895" sldId="392"/>
        </pc:sldMkLst>
        <pc:spChg chg="mod">
          <ac:chgData name="Stefan Novaković" userId="48d5634ac72bd80c" providerId="LiveId" clId="{F736EA32-B9B9-4107-BA9E-17FB81E72922}" dt="2024-12-19T16:10:14.474" v="376" actId="20577"/>
          <ac:spMkLst>
            <pc:docMk/>
            <pc:sldMk cId="1009859895" sldId="392"/>
            <ac:spMk id="2" creationId="{BB03EE96-642D-9142-D7E9-76D4AF8AFDED}"/>
          </ac:spMkLst>
        </pc:spChg>
        <pc:spChg chg="mod">
          <ac:chgData name="Stefan Novaković" userId="48d5634ac72bd80c" providerId="LiveId" clId="{F736EA32-B9B9-4107-BA9E-17FB81E72922}" dt="2024-12-19T16:11:54.670" v="470" actId="113"/>
          <ac:spMkLst>
            <pc:docMk/>
            <pc:sldMk cId="1009859895" sldId="392"/>
            <ac:spMk id="4" creationId="{D4F2254D-7F01-D879-6FA5-2126FEC48BED}"/>
          </ac:spMkLst>
        </pc:spChg>
        <pc:spChg chg="mod">
          <ac:chgData name="Stefan Novaković" userId="48d5634ac72bd80c" providerId="LiveId" clId="{F736EA32-B9B9-4107-BA9E-17FB81E72922}" dt="2024-12-19T16:12:13.878" v="475" actId="20577"/>
          <ac:spMkLst>
            <pc:docMk/>
            <pc:sldMk cId="1009859895" sldId="392"/>
            <ac:spMk id="6" creationId="{6342E2D7-89E9-74AD-D761-A19FCD968512}"/>
          </ac:spMkLst>
        </pc:spChg>
      </pc:sldChg>
      <pc:sldChg chg="add del">
        <pc:chgData name="Stefan Novaković" userId="48d5634ac72bd80c" providerId="LiveId" clId="{F736EA32-B9B9-4107-BA9E-17FB81E72922}" dt="2024-12-19T15:54:33.590" v="170"/>
        <pc:sldMkLst>
          <pc:docMk/>
          <pc:sldMk cId="3537450560" sldId="392"/>
        </pc:sldMkLst>
      </pc:sldChg>
      <pc:sldChg chg="modSp add mod">
        <pc:chgData name="Stefan Novaković" userId="48d5634ac72bd80c" providerId="LiveId" clId="{F736EA32-B9B9-4107-BA9E-17FB81E72922}" dt="2024-12-19T16:19:54.915" v="594" actId="20577"/>
        <pc:sldMkLst>
          <pc:docMk/>
          <pc:sldMk cId="777289774" sldId="393"/>
        </pc:sldMkLst>
        <pc:spChg chg="mod">
          <ac:chgData name="Stefan Novaković" userId="48d5634ac72bd80c" providerId="LiveId" clId="{F736EA32-B9B9-4107-BA9E-17FB81E72922}" dt="2024-12-19T16:13:13.576" v="486" actId="20577"/>
          <ac:spMkLst>
            <pc:docMk/>
            <pc:sldMk cId="777289774" sldId="393"/>
            <ac:spMk id="2" creationId="{C9ED59AF-F695-52EB-D581-705F8476DF6E}"/>
          </ac:spMkLst>
        </pc:spChg>
        <pc:spChg chg="mod">
          <ac:chgData name="Stefan Novaković" userId="48d5634ac72bd80c" providerId="LiveId" clId="{F736EA32-B9B9-4107-BA9E-17FB81E72922}" dt="2024-12-19T16:19:54.915" v="594" actId="20577"/>
          <ac:spMkLst>
            <pc:docMk/>
            <pc:sldMk cId="777289774" sldId="393"/>
            <ac:spMk id="4" creationId="{342BABC6-FF14-520C-BB92-FA4158F731E6}"/>
          </ac:spMkLst>
        </pc:spChg>
        <pc:spChg chg="mod">
          <ac:chgData name="Stefan Novaković" userId="48d5634ac72bd80c" providerId="LiveId" clId="{F736EA32-B9B9-4107-BA9E-17FB81E72922}" dt="2024-12-19T16:19:17.715" v="550" actId="20577"/>
          <ac:spMkLst>
            <pc:docMk/>
            <pc:sldMk cId="777289774" sldId="393"/>
            <ac:spMk id="6" creationId="{40A8A1F2-4803-E3E8-4F44-AE4BE69124F8}"/>
          </ac:spMkLst>
        </pc:spChg>
      </pc:sldChg>
    </pc:docChg>
  </pc:docChgLst>
  <pc:docChgLst>
    <pc:chgData name="Stefan Novaković" userId="48d5634ac72bd80c" providerId="LiveId" clId="{5A436A20-6970-4B21-A93B-2ACB516D71C8}"/>
    <pc:docChg chg="custSel addSld modSld sldOrd">
      <pc:chgData name="Stefan Novaković" userId="48d5634ac72bd80c" providerId="LiveId" clId="{5A436A20-6970-4B21-A93B-2ACB516D71C8}" dt="2024-12-20T08:39:22.033" v="299" actId="20577"/>
      <pc:docMkLst>
        <pc:docMk/>
      </pc:docMkLst>
      <pc:sldChg chg="modAnim">
        <pc:chgData name="Stefan Novaković" userId="48d5634ac72bd80c" providerId="LiveId" clId="{5A436A20-6970-4B21-A93B-2ACB516D71C8}" dt="2024-12-20T07:57:16.224" v="0"/>
        <pc:sldMkLst>
          <pc:docMk/>
          <pc:sldMk cId="2190545973" sldId="355"/>
        </pc:sldMkLst>
      </pc:sldChg>
      <pc:sldChg chg="delSp modSp mod ord delAnim modAnim">
        <pc:chgData name="Stefan Novaković" userId="48d5634ac72bd80c" providerId="LiveId" clId="{5A436A20-6970-4B21-A93B-2ACB516D71C8}" dt="2024-12-20T08:31:19.579" v="154" actId="1076"/>
        <pc:sldMkLst>
          <pc:docMk/>
          <pc:sldMk cId="3721427630" sldId="356"/>
        </pc:sldMkLst>
        <pc:spChg chg="mod">
          <ac:chgData name="Stefan Novaković" userId="48d5634ac72bd80c" providerId="LiveId" clId="{5A436A20-6970-4B21-A93B-2ACB516D71C8}" dt="2024-12-20T08:27:47.760" v="52" actId="6549"/>
          <ac:spMkLst>
            <pc:docMk/>
            <pc:sldMk cId="3721427630" sldId="356"/>
            <ac:spMk id="2" creationId="{7901C455-7E75-4DB5-A6E7-648DD0BD8C41}"/>
          </ac:spMkLst>
        </pc:spChg>
        <pc:spChg chg="mod">
          <ac:chgData name="Stefan Novaković" userId="48d5634ac72bd80c" providerId="LiveId" clId="{5A436A20-6970-4B21-A93B-2ACB516D71C8}" dt="2024-12-20T08:29:44.479" v="110" actId="6549"/>
          <ac:spMkLst>
            <pc:docMk/>
            <pc:sldMk cId="3721427630" sldId="356"/>
            <ac:spMk id="4" creationId="{0CB637D8-B74E-4275-B08E-711E9072CEAA}"/>
          </ac:spMkLst>
        </pc:spChg>
        <pc:spChg chg="mod">
          <ac:chgData name="Stefan Novaković" userId="48d5634ac72bd80c" providerId="LiveId" clId="{5A436A20-6970-4B21-A93B-2ACB516D71C8}" dt="2024-12-20T08:31:16.932" v="153" actId="20577"/>
          <ac:spMkLst>
            <pc:docMk/>
            <pc:sldMk cId="3721427630" sldId="356"/>
            <ac:spMk id="6" creationId="{FA0AA145-0AB8-450A-8E08-67BE659CB797}"/>
          </ac:spMkLst>
        </pc:spChg>
        <pc:spChg chg="mod">
          <ac:chgData name="Stefan Novaković" userId="48d5634ac72bd80c" providerId="LiveId" clId="{5A436A20-6970-4B21-A93B-2ACB516D71C8}" dt="2024-12-20T08:31:19.579" v="154" actId="1076"/>
          <ac:spMkLst>
            <pc:docMk/>
            <pc:sldMk cId="3721427630" sldId="356"/>
            <ac:spMk id="9" creationId="{197C6BD1-1011-4AAB-B8E4-B42995132C39}"/>
          </ac:spMkLst>
        </pc:spChg>
        <pc:spChg chg="del">
          <ac:chgData name="Stefan Novaković" userId="48d5634ac72bd80c" providerId="LiveId" clId="{5A436A20-6970-4B21-A93B-2ACB516D71C8}" dt="2024-12-20T08:27:56.736" v="56" actId="478"/>
          <ac:spMkLst>
            <pc:docMk/>
            <pc:sldMk cId="3721427630" sldId="356"/>
            <ac:spMk id="10" creationId="{8367168F-C995-46A6-AB86-DA06D6F7A688}"/>
          </ac:spMkLst>
        </pc:spChg>
        <pc:spChg chg="del">
          <ac:chgData name="Stefan Novaković" userId="48d5634ac72bd80c" providerId="LiveId" clId="{5A436A20-6970-4B21-A93B-2ACB516D71C8}" dt="2024-12-20T08:27:57.978" v="57" actId="478"/>
          <ac:spMkLst>
            <pc:docMk/>
            <pc:sldMk cId="3721427630" sldId="356"/>
            <ac:spMk id="11" creationId="{D327FAD1-DC78-4037-B91C-310DC6365B77}"/>
          </ac:spMkLst>
        </pc:spChg>
        <pc:spChg chg="del">
          <ac:chgData name="Stefan Novaković" userId="48d5634ac72bd80c" providerId="LiveId" clId="{5A436A20-6970-4B21-A93B-2ACB516D71C8}" dt="2024-12-20T08:22:11.147" v="21" actId="478"/>
          <ac:spMkLst>
            <pc:docMk/>
            <pc:sldMk cId="3721427630" sldId="356"/>
            <ac:spMk id="12" creationId="{B4876139-1E7D-44FD-A61A-5EDB18C80305}"/>
          </ac:spMkLst>
        </pc:spChg>
      </pc:sldChg>
      <pc:sldChg chg="modAnim">
        <pc:chgData name="Stefan Novaković" userId="48d5634ac72bd80c" providerId="LiveId" clId="{5A436A20-6970-4B21-A93B-2ACB516D71C8}" dt="2024-12-20T08:02:55.526" v="12"/>
        <pc:sldMkLst>
          <pc:docMk/>
          <pc:sldMk cId="4123566267" sldId="363"/>
        </pc:sldMkLst>
      </pc:sldChg>
      <pc:sldChg chg="modAnim">
        <pc:chgData name="Stefan Novaković" userId="48d5634ac72bd80c" providerId="LiveId" clId="{5A436A20-6970-4B21-A93B-2ACB516D71C8}" dt="2024-12-20T08:04:14.925" v="13"/>
        <pc:sldMkLst>
          <pc:docMk/>
          <pc:sldMk cId="1029895117" sldId="382"/>
        </pc:sldMkLst>
      </pc:sldChg>
      <pc:sldChg chg="modSp mod modAnim">
        <pc:chgData name="Stefan Novaković" userId="48d5634ac72bd80c" providerId="LiveId" clId="{5A436A20-6970-4B21-A93B-2ACB516D71C8}" dt="2024-12-20T07:59:14.355" v="11" actId="27636"/>
        <pc:sldMkLst>
          <pc:docMk/>
          <pc:sldMk cId="4098551958" sldId="385"/>
        </pc:sldMkLst>
        <pc:spChg chg="mod">
          <ac:chgData name="Stefan Novaković" userId="48d5634ac72bd80c" providerId="LiveId" clId="{5A436A20-6970-4B21-A93B-2ACB516D71C8}" dt="2024-12-20T07:59:14.355" v="11" actId="27636"/>
          <ac:spMkLst>
            <pc:docMk/>
            <pc:sldMk cId="4098551958" sldId="385"/>
            <ac:spMk id="3" creationId="{46AABC56-EB6B-4EE7-8092-A0950BCAEE3E}"/>
          </ac:spMkLst>
        </pc:spChg>
      </pc:sldChg>
      <pc:sldChg chg="modSp mod">
        <pc:chgData name="Stefan Novaković" userId="48d5634ac72bd80c" providerId="LiveId" clId="{5A436A20-6970-4B21-A93B-2ACB516D71C8}" dt="2024-12-20T08:29:34.117" v="104" actId="6549"/>
        <pc:sldMkLst>
          <pc:docMk/>
          <pc:sldMk cId="3783699161" sldId="390"/>
        </pc:sldMkLst>
        <pc:spChg chg="mod">
          <ac:chgData name="Stefan Novaković" userId="48d5634ac72bd80c" providerId="LiveId" clId="{5A436A20-6970-4B21-A93B-2ACB516D71C8}" dt="2024-12-20T08:29:34.117" v="104" actId="6549"/>
          <ac:spMkLst>
            <pc:docMk/>
            <pc:sldMk cId="3783699161" sldId="390"/>
            <ac:spMk id="4" creationId="{2A29FCDC-75B3-F360-E51F-BA2CB161C27A}"/>
          </ac:spMkLst>
        </pc:spChg>
      </pc:sldChg>
      <pc:sldChg chg="modSp mod">
        <pc:chgData name="Stefan Novaković" userId="48d5634ac72bd80c" providerId="LiveId" clId="{5A436A20-6970-4B21-A93B-2ACB516D71C8}" dt="2024-12-20T08:29:37.168" v="107" actId="6549"/>
        <pc:sldMkLst>
          <pc:docMk/>
          <pc:sldMk cId="1009859895" sldId="392"/>
        </pc:sldMkLst>
        <pc:spChg chg="mod">
          <ac:chgData name="Stefan Novaković" userId="48d5634ac72bd80c" providerId="LiveId" clId="{5A436A20-6970-4B21-A93B-2ACB516D71C8}" dt="2024-12-20T08:29:37.168" v="107" actId="6549"/>
          <ac:spMkLst>
            <pc:docMk/>
            <pc:sldMk cId="1009859895" sldId="392"/>
            <ac:spMk id="4" creationId="{D4F2254D-7F01-D879-6FA5-2126FEC48BED}"/>
          </ac:spMkLst>
        </pc:spChg>
      </pc:sldChg>
      <pc:sldChg chg="modSp mod">
        <pc:chgData name="Stefan Novaković" userId="48d5634ac72bd80c" providerId="LiveId" clId="{5A436A20-6970-4B21-A93B-2ACB516D71C8}" dt="2024-12-20T08:39:22.033" v="299" actId="20577"/>
        <pc:sldMkLst>
          <pc:docMk/>
          <pc:sldMk cId="777289774" sldId="393"/>
        </pc:sldMkLst>
        <pc:spChg chg="mod">
          <ac:chgData name="Stefan Novaković" userId="48d5634ac72bd80c" providerId="LiveId" clId="{5A436A20-6970-4B21-A93B-2ACB516D71C8}" dt="2024-12-20T08:29:29.563" v="101" actId="20577"/>
          <ac:spMkLst>
            <pc:docMk/>
            <pc:sldMk cId="777289774" sldId="393"/>
            <ac:spMk id="4" creationId="{342BABC6-FF14-520C-BB92-FA4158F731E6}"/>
          </ac:spMkLst>
        </pc:spChg>
        <pc:spChg chg="mod">
          <ac:chgData name="Stefan Novaković" userId="48d5634ac72bd80c" providerId="LiveId" clId="{5A436A20-6970-4B21-A93B-2ACB516D71C8}" dt="2024-12-20T08:39:22.033" v="299" actId="20577"/>
          <ac:spMkLst>
            <pc:docMk/>
            <pc:sldMk cId="777289774" sldId="393"/>
            <ac:spMk id="6" creationId="{40A8A1F2-4803-E3E8-4F44-AE4BE69124F8}"/>
          </ac:spMkLst>
        </pc:spChg>
      </pc:sldChg>
      <pc:sldChg chg="delSp modSp add mod delAnim modAnim">
        <pc:chgData name="Stefan Novaković" userId="48d5634ac72bd80c" providerId="LiveId" clId="{5A436A20-6970-4B21-A93B-2ACB516D71C8}" dt="2024-12-20T08:38:50.138" v="298" actId="1076"/>
        <pc:sldMkLst>
          <pc:docMk/>
          <pc:sldMk cId="936874249" sldId="394"/>
        </pc:sldMkLst>
        <pc:spChg chg="mod">
          <ac:chgData name="Stefan Novaković" userId="48d5634ac72bd80c" providerId="LiveId" clId="{5A436A20-6970-4B21-A93B-2ACB516D71C8}" dt="2024-12-20T08:32:11.398" v="155" actId="20577"/>
          <ac:spMkLst>
            <pc:docMk/>
            <pc:sldMk cId="936874249" sldId="394"/>
            <ac:spMk id="2" creationId="{0933052D-C10D-1FB6-6BBD-BFCF51F55E9E}"/>
          </ac:spMkLst>
        </pc:spChg>
        <pc:spChg chg="mod">
          <ac:chgData name="Stefan Novaković" userId="48d5634ac72bd80c" providerId="LiveId" clId="{5A436A20-6970-4B21-A93B-2ACB516D71C8}" dt="2024-12-20T08:35:58.125" v="242" actId="20577"/>
          <ac:spMkLst>
            <pc:docMk/>
            <pc:sldMk cId="936874249" sldId="394"/>
            <ac:spMk id="4" creationId="{4D42758F-3299-14A4-B433-6154E6E0637F}"/>
          </ac:spMkLst>
        </pc:spChg>
        <pc:spChg chg="mod">
          <ac:chgData name="Stefan Novaković" userId="48d5634ac72bd80c" providerId="LiveId" clId="{5A436A20-6970-4B21-A93B-2ACB516D71C8}" dt="2024-12-20T08:38:31.377" v="290" actId="20577"/>
          <ac:spMkLst>
            <pc:docMk/>
            <pc:sldMk cId="936874249" sldId="394"/>
            <ac:spMk id="6" creationId="{04CCE3CB-9C77-A72F-2FC9-C6A62A8B8CD1}"/>
          </ac:spMkLst>
        </pc:spChg>
        <pc:spChg chg="del">
          <ac:chgData name="Stefan Novaković" userId="48d5634ac72bd80c" providerId="LiveId" clId="{5A436A20-6970-4B21-A93B-2ACB516D71C8}" dt="2024-12-20T08:28:31.916" v="67" actId="478"/>
          <ac:spMkLst>
            <pc:docMk/>
            <pc:sldMk cId="936874249" sldId="394"/>
            <ac:spMk id="9" creationId="{35B6F620-33F1-EE69-0045-4C7F603AD772}"/>
          </ac:spMkLst>
        </pc:spChg>
        <pc:spChg chg="mod">
          <ac:chgData name="Stefan Novaković" userId="48d5634ac72bd80c" providerId="LiveId" clId="{5A436A20-6970-4B21-A93B-2ACB516D71C8}" dt="2024-12-20T08:38:47.592" v="297" actId="1076"/>
          <ac:spMkLst>
            <pc:docMk/>
            <pc:sldMk cId="936874249" sldId="394"/>
            <ac:spMk id="10" creationId="{200971D0-E456-A8AF-5198-8A83B77C4776}"/>
          </ac:spMkLst>
        </pc:spChg>
        <pc:spChg chg="mod">
          <ac:chgData name="Stefan Novaković" userId="48d5634ac72bd80c" providerId="LiveId" clId="{5A436A20-6970-4B21-A93B-2ACB516D71C8}" dt="2024-12-20T08:38:50.138" v="298" actId="1076"/>
          <ac:spMkLst>
            <pc:docMk/>
            <pc:sldMk cId="936874249" sldId="394"/>
            <ac:spMk id="11" creationId="{E432EBB7-AD05-3416-7AB2-5C0B1E9E3B2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53FD0D-53EA-4156-87B3-00DE8A27B9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7B1C3-D0FD-418E-8F92-166EA49A40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CC2C5-AC71-4AC6-9D56-24920C502298}" type="datetimeFigureOut">
              <a:rPr lang="sr-Latn-BA" smtClean="0"/>
              <a:t>20.12.2024.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16ABB-E343-4BB2-BC10-2EC9D6418A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FBE67-D0B6-45EF-B3C7-FA4ED7B724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5D60E-2914-4885-B08E-45DED078B390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4888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9CC56-C9D4-41BA-8806-E3F46E7A213B}" type="datetimeFigureOut">
              <a:rPr lang="sr-Latn-BA" smtClean="0"/>
              <a:t>20.12.2024.</a:t>
            </a:fld>
            <a:endParaRPr lang="sr-Latn-B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B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C36ED-5897-49D7-8DBE-3249514D1EC4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07545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38983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907977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4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918847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7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38983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8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620562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10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86454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506992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317521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4493966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14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3034068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15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096781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16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620562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17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6107632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18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691132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19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8718021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38770-5C47-C325-DE42-634B815AB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65D51-C95A-E8CB-552A-BF7F46D96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11FDA-4D3A-F575-9D4C-3B7697303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09F56-1DDF-ED5A-8148-F4B5A448C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20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632986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23F3B-C4FD-7E0C-6A0F-12C10C059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B1310A-E932-C73F-6E57-929A0C6C0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9D97CF-B990-17A3-EF4D-2F292A05E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45229-3732-C74A-E722-D1DFDA00F3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5189950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506C-8AD0-D842-97FE-2A40FCEDA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FEBABF-8D8D-F420-88BD-BCC351935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574D7-6197-D646-D0DE-19D58A5EF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73E58-5216-1F0C-C5A0-895236ABBB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22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5377811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D15FE-BA97-2EBD-6D8B-231456D9F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27310-6E27-98F2-F906-17968520C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B2A3B-1CFA-3073-EAD6-A5346BF69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05A43-DD0A-C961-D240-6F532C4086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23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26721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EC4A-530C-463F-95C3-E2EB00435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b">
            <a:normAutofit/>
          </a:bodyPr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0F2FB-FB41-4CB7-B03A-5A03DF9AD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7C9BC-C56D-477A-97FE-CFFCD3C7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20.12.2024.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97633-7597-4227-917A-60CE0BBD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3615-2017-4B2A-B6AA-D94E90AD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58248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AE6B-C71A-4C1B-A58B-DF561C6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sr-Latn-BA" noProof="1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BBBB3-4680-44DA-ACD5-5037B1BA1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>
              <a:spcBef>
                <a:spcPts val="600"/>
              </a:spcBef>
              <a:spcAft>
                <a:spcPts val="600"/>
              </a:spcAft>
              <a:defRPr/>
            </a:lvl3pPr>
            <a:lvl4pPr>
              <a:spcBef>
                <a:spcPts val="600"/>
              </a:spcBef>
              <a:spcAft>
                <a:spcPts val="600"/>
              </a:spcAft>
              <a:defRPr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sr-Latn-BA" noProof="1"/>
              <a:t>Click to edit Master text styles</a:t>
            </a:r>
          </a:p>
          <a:p>
            <a:pPr lvl="1"/>
            <a:r>
              <a:rPr lang="sr-Latn-BA" noProof="1"/>
              <a:t>Second level</a:t>
            </a:r>
          </a:p>
          <a:p>
            <a:pPr lvl="2"/>
            <a:r>
              <a:rPr lang="sr-Latn-BA" noProof="1"/>
              <a:t>Third level</a:t>
            </a:r>
          </a:p>
          <a:p>
            <a:pPr lvl="3"/>
            <a:r>
              <a:rPr lang="sr-Latn-BA" noProof="1"/>
              <a:t>Fourth level</a:t>
            </a:r>
          </a:p>
          <a:p>
            <a:pPr lvl="4"/>
            <a:r>
              <a:rPr lang="sr-Latn-BA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6E18A-1FDA-44D6-B937-3EF8E8864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20.12.2024.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01DBF-6FC7-4132-B53C-5F39D509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731-349D-4130-98EA-4572AFC9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C23EB-4212-40AB-A49C-86B49E94DDA9}"/>
              </a:ext>
            </a:extLst>
          </p:cNvPr>
          <p:cNvSpPr/>
          <p:nvPr userDrawn="1"/>
        </p:nvSpPr>
        <p:spPr>
          <a:xfrm>
            <a:off x="933450" y="1463994"/>
            <a:ext cx="10515600" cy="45719"/>
          </a:xfrm>
          <a:prstGeom prst="rect">
            <a:avLst/>
          </a:prstGeom>
          <a:gradFill flip="none" rotWithShape="1">
            <a:gsLst>
              <a:gs pos="38000">
                <a:schemeClr val="accent6">
                  <a:alpha val="90000"/>
                  <a:lumMod val="85000"/>
                  <a:lumOff val="15000"/>
                </a:schemeClr>
              </a:gs>
              <a:gs pos="100000">
                <a:schemeClr val="bg1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42077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2C5C-802F-45C9-B5A7-A66CC88D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D4D21-891B-4BC8-83BE-8D9ABAF2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8D756-69C0-4FE1-8D7F-B6230B1E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20.12.2024.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5F3F9-7259-40E9-96FE-F4E65392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AA99-9D3F-422E-A0DE-99DB6D29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5920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217A-5537-4C89-AE43-B1A51A93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7AA8-87DF-437B-80B8-5DD7603DD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D37DC-49FE-4401-9DF6-2AADCB7FD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FC9D9-C154-43E0-A9D8-8B627632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20.12.2024.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67D34-A195-4FF5-AB5A-F1876AFC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F3D23-EC8C-495A-880C-29723E0B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3803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ED45-B90A-476B-9501-685308437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0B1D3-CF4B-48B6-B952-4B98A965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77671-83D4-4347-BCDC-9109ACDB5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3D430-A307-4FC4-AF36-E73C3294A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14753-39D8-4E10-8387-6D73E8E9A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E62E2-35A8-41BA-9063-163C68B7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20.12.2024.</a:t>
            </a:fld>
            <a:endParaRPr lang="sr-Latn-B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AAF9C-9B04-40AE-AE6B-BACB4231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9DC54-993B-4AB1-BA6A-0D338220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7183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22C3-DC86-4EBD-874B-B826EAA0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5E63F-D50E-431E-A45B-D5330EAB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20.12.2024.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91840-A27B-4A34-9C77-6E1C1EE8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7B2B0-78A3-4BD8-A3B7-8FB4C0FC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131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03290-8FD0-4E42-938A-6FB02797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20.12.2024.</a:t>
            </a:fld>
            <a:endParaRPr lang="sr-Latn-B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01556-0B01-464D-9EBB-8CD71E05E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3B4E8-9982-4B39-BDE3-D07863F7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48270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FCB2-3647-434C-8BB7-A00DA40A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C51B-018A-4F2A-A6E2-8DA84A299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E0313-A0E0-4F8C-B24A-C5C00AB21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64951-3CC5-403E-A700-6C271D59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20.12.2024.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2A1CB-6BB8-44FC-ACE6-A6CEBD1C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C08A5-ED43-4EDF-926D-490BF182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85350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E8B8-D8DA-4F20-877A-41C277D4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A4D4B-63A4-4C27-81E9-36D821E74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ED0FE-09BE-4D94-9AB8-57D43FC34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FC025-7C63-42D3-91DD-E6C585C0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20.12.2024.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48971-22F4-47DF-AB2D-F5AC4043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6BC86-F3B4-4339-B9A3-22AE1353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1965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0868-CD47-4812-86AD-CA040F94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1463F-30CC-45E2-A399-A3766663F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760F-BEDA-4D12-BA74-AD403B2B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20.12.2024.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A38AC-C8FC-466C-B3F2-9E14F5F4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5C5E-0437-404A-840F-85FC067A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8012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052A9-9741-4C79-93A6-E0571DAFC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455A5-BA97-48B5-AF75-45E4653B9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10C1F-031A-46D2-8B94-22F0BAEC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20.12.2024.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996DB-0E9D-4F0B-881F-07854D84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370F0-CFEF-4B8D-B5F2-C5A7E30C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78487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16CCB-F5F3-44D3-B67D-79D4DFD7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4F06D-072A-459E-9020-B40920A97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6AF4-DB71-41A3-9FE7-E3FA462CB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DB40B-0DB3-4FC3-BBF9-685DF91EB901}" type="datetimeFigureOut">
              <a:rPr lang="sr-Latn-BA" smtClean="0"/>
              <a:t>20.12.2024.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5A537-F9E8-4434-8B77-90DE4D90C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2ECE-36A6-4823-A12A-0712EB7F3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4895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5" y="801541"/>
            <a:ext cx="7304196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7304196" cy="1616978"/>
          </a:xfrm>
        </p:spPr>
        <p:txBody>
          <a:bodyPr/>
          <a:lstStyle/>
          <a:p>
            <a:pPr algn="l"/>
            <a:r>
              <a:rPr lang="sr-Latn-BA" b="1"/>
              <a:t>Pametni pokazivači</a:t>
            </a:r>
          </a:p>
          <a:p>
            <a:pPr algn="l"/>
            <a:endParaRPr lang="sr-Latn-BA" b="1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895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9CC6-B4E6-47A0-BD8C-C45EED70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Pametni pokazivači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ABC56-EB6B-4EE7-8092-A0950BCA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3775"/>
          </a:xfrm>
        </p:spPr>
        <p:txBody>
          <a:bodyPr>
            <a:normAutofit/>
          </a:bodyPr>
          <a:lstStyle/>
          <a:p>
            <a:pPr algn="just"/>
            <a:r>
              <a:rPr lang="sr-Latn-BA"/>
              <a:t>Pametni pokazivač – o</a:t>
            </a:r>
            <a:r>
              <a:rPr lang="en-US"/>
              <a:t>bjekat koji enkapsulira </a:t>
            </a:r>
            <a:r>
              <a:rPr lang="sr-Latn-BA"/>
              <a:t>pokazivač na resurs i automatski </a:t>
            </a:r>
            <a:r>
              <a:rPr lang="en-US"/>
              <a:t>vodi ra</a:t>
            </a:r>
            <a:r>
              <a:rPr lang="sr-Latn-BA"/>
              <a:t>čuna o životnom vijeku resursa</a:t>
            </a:r>
          </a:p>
          <a:p>
            <a:pPr algn="just"/>
            <a:r>
              <a:rPr lang="sr-Latn-BA"/>
              <a:t>Pametni pokazivač, pri destrukciji, po potrebi uništava i resurs</a:t>
            </a:r>
            <a:endParaRPr lang="en-US"/>
          </a:p>
          <a:p>
            <a:pPr algn="just"/>
            <a:r>
              <a:rPr lang="en-US"/>
              <a:t>Jedinstveni pokaz</a:t>
            </a:r>
            <a:r>
              <a:rPr lang="sr-Latn-BA"/>
              <a:t>ivač (</a:t>
            </a:r>
            <a:r>
              <a:rPr lang="sr-Latn-BA" i="1"/>
              <a:t>unique pointer</a:t>
            </a:r>
            <a:r>
              <a:rPr lang="sr-Latn-BA"/>
              <a:t>) </a:t>
            </a:r>
            <a:r>
              <a:rPr lang="sr-Latn-BA" i="1"/>
              <a:t>– </a:t>
            </a:r>
            <a:r>
              <a:rPr lang="sr-Latn-BA"/>
              <a:t>pametni pokazivač koji treba biti jedini vlasnik resursa</a:t>
            </a:r>
          </a:p>
          <a:p>
            <a:pPr algn="just"/>
            <a:r>
              <a:rPr lang="sr-Latn-BA"/>
              <a:t>Dijeljeni pokazivač (</a:t>
            </a:r>
            <a:r>
              <a:rPr lang="sr-Latn-BA" i="1"/>
              <a:t>shared pointer</a:t>
            </a:r>
            <a:r>
              <a:rPr lang="sr-Latn-BA"/>
              <a:t>) </a:t>
            </a:r>
            <a:r>
              <a:rPr lang="sr-Latn-BA" i="1"/>
              <a:t>–</a:t>
            </a:r>
            <a:r>
              <a:rPr lang="sr-Latn-BA"/>
              <a:t> pametni pokazivač koji može dijeliti resurs sa drugim dijeljenim pokazivačima</a:t>
            </a:r>
          </a:p>
          <a:p>
            <a:pPr algn="just"/>
            <a:r>
              <a:rPr lang="sr-Latn-BA"/>
              <a:t>Omogućava pristup resursu preklopljenim operatorima </a:t>
            </a:r>
            <a:r>
              <a:rPr lang="sr-Latn-BA" b="1">
                <a:latin typeface="Consolas" panose="020B0609020204030204" pitchFamily="49" charset="0"/>
              </a:rPr>
              <a:t>*</a:t>
            </a:r>
            <a:r>
              <a:rPr lang="sr-Latn-BA"/>
              <a:t> i </a:t>
            </a:r>
            <a:r>
              <a:rPr lang="en-US" b="1">
                <a:latin typeface="Consolas" panose="020B0609020204030204" pitchFamily="49" charset="0"/>
              </a:rPr>
              <a:t>-&gt;</a:t>
            </a:r>
            <a:endParaRPr lang="sr-Latn-BA" b="1">
              <a:latin typeface="Consolas" panose="020B0609020204030204" pitchFamily="49" charset="0"/>
            </a:endParaRPr>
          </a:p>
          <a:p>
            <a:pPr algn="just"/>
            <a:r>
              <a:rPr lang="sr-Latn-BA"/>
              <a:t>Primjena </a:t>
            </a:r>
            <a:r>
              <a:rPr lang="en-US"/>
              <a:t>princip</a:t>
            </a:r>
            <a:r>
              <a:rPr lang="sr-Latn-BA"/>
              <a:t>a </a:t>
            </a:r>
            <a:r>
              <a:rPr lang="en-US"/>
              <a:t>jedinstvene odgovornosti</a:t>
            </a:r>
            <a:r>
              <a:rPr lang="sr-Latn-BA"/>
              <a:t> (pametni pokazivač ima jedinstvenu odgovornost da vodi računa o životnom vijeku resursa)</a:t>
            </a:r>
          </a:p>
        </p:txBody>
      </p:sp>
    </p:spTree>
    <p:extLst>
      <p:ext uri="{BB962C8B-B14F-4D97-AF65-F5344CB8AC3E}">
        <p14:creationId xmlns:p14="http://schemas.microsoft.com/office/powerpoint/2010/main" val="406944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A08D7-33C0-423A-85AC-15811CF2F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Jedinstveni pokazivač – naivna implementacija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C1A3FA-3BDF-4551-B845-3991780BD8C6}"/>
              </a:ext>
            </a:extLst>
          </p:cNvPr>
          <p:cNvSpPr txBox="1"/>
          <p:nvPr/>
        </p:nvSpPr>
        <p:spPr>
          <a:xfrm>
            <a:off x="97971" y="1524001"/>
            <a:ext cx="11996058" cy="53122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2" rtlCol="0">
            <a:no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UniquePtr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final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B91AF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p;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   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UniquePtr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(p) {}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UniquePtr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UniquePtr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UniquePtr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UniquePtr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UniquePtr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operator=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UniquePtr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=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UniquePtr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operator=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UniquePtr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other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 Potencijalni problem? Ako je T niz.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~UniquePtr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p; }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>
                <a:solidFill>
                  <a:srgbClr val="795E26"/>
                </a:solidFill>
                <a:latin typeface="Consolas" panose="020B0609020204030204" pitchFamily="49" charset="0"/>
              </a:rPr>
              <a:t>operator*</a:t>
            </a:r>
            <a:r>
              <a:rPr lang="sr-Latn-BA">
                <a:solidFill>
                  <a:srgbClr val="3B3B3B"/>
                </a:solidFill>
                <a:latin typeface="Consolas" panose="020B0609020204030204" pitchFamily="49" charset="0"/>
              </a:rPr>
              <a:t>() { </a:t>
            </a:r>
            <a:r>
              <a:rPr lang="sr-Latn-BA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sr-Latn-BA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sz="1400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sz="1400" b="1">
                <a:solidFill>
                  <a:srgbClr val="795E26"/>
                </a:solidFill>
                <a:latin typeface="Consolas" panose="020B0609020204030204" pitchFamily="49" charset="0"/>
              </a:rPr>
              <a:t>operator*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  <a:r>
              <a:rPr lang="sr-Latn-BA" sz="1400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sz="1400" b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sr-Latn-BA" sz="1400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sr-Latn-BA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sr-Latn-BA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>
                <a:solidFill>
                  <a:srgbClr val="795E26"/>
                </a:solidFill>
                <a:latin typeface="Consolas" panose="020B0609020204030204" pitchFamily="49" charset="0"/>
              </a:rPr>
              <a:t>operator-&gt;</a:t>
            </a:r>
            <a:r>
              <a:rPr lang="sr-Latn-BA">
                <a:solidFill>
                  <a:srgbClr val="3B3B3B"/>
                </a:solidFill>
                <a:latin typeface="Consolas" panose="020B0609020204030204" pitchFamily="49" charset="0"/>
              </a:rPr>
              <a:t>() { </a:t>
            </a:r>
            <a:r>
              <a:rPr lang="sr-Latn-BA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sr-Latn-BA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sz="1400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sz="1400" b="1">
                <a:solidFill>
                  <a:srgbClr val="795E26"/>
                </a:solidFill>
                <a:latin typeface="Consolas" panose="020B0609020204030204" pitchFamily="49" charset="0"/>
              </a:rPr>
              <a:t>operator-&gt;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() </a:t>
            </a:r>
            <a:r>
              <a:rPr lang="sr-Latn-BA" sz="1400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  <a:r>
              <a:rPr lang="sr-Latn-BA" sz="1400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sz="1400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sz="1400" b="1">
                <a:solidFill>
                  <a:srgbClr val="3B3B3B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	</a:t>
            </a:r>
            <a:endParaRPr lang="sr-Latn-BA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UniquePtr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2B91AF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::cout &lt;&lt;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ptr-&gt;i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9054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A08D7-33C0-423A-85AC-15811CF2F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Dijeljeni </a:t>
            </a:r>
            <a:r>
              <a:rPr lang="sr-Latn-BA"/>
              <a:t>pokazivač – naivna implementacija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C1A3FA-3BDF-4551-B845-3991780BD8C6}"/>
              </a:ext>
            </a:extLst>
          </p:cNvPr>
          <p:cNvSpPr txBox="1"/>
          <p:nvPr/>
        </p:nvSpPr>
        <p:spPr>
          <a:xfrm>
            <a:off x="97971" y="1894114"/>
            <a:ext cx="11996058" cy="47570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numCol="2" rtlCol="0">
            <a:no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SharedPtr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final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size_t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ref_count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SharedPtr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    :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ref_count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new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size_t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)) {}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SharedPtr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SharedPtr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&amp;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other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    :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other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     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ref_count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other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ref_count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    *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ref_count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+=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~SharedPtr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ref_count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nullptr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    *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ref_count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-=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(*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-&gt;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ref_count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// Problem ako je T niz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delete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delete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ref_count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   // ...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operator-&gt;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b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895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9CC6-B4E6-47A0-BD8C-C45EED70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Pametni pokazivači iz standardne biblioteke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ABC56-EB6B-4EE7-8092-A0950BCA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286" y="1611086"/>
            <a:ext cx="11103428" cy="524691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b="1">
                <a:latin typeface="Consolas" panose="020B0609020204030204" pitchFamily="49" charset="0"/>
              </a:rPr>
              <a:t>std::unique_ptr</a:t>
            </a:r>
            <a:r>
              <a:rPr lang="en-US"/>
              <a:t> – jedinstveni pokaziva</a:t>
            </a:r>
            <a:r>
              <a:rPr lang="sr-Latn-BA"/>
              <a:t>č</a:t>
            </a:r>
          </a:p>
          <a:p>
            <a:pPr algn="just"/>
            <a:r>
              <a:rPr lang="en-US" b="1">
                <a:latin typeface="Consolas" panose="020B0609020204030204" pitchFamily="49" charset="0"/>
              </a:rPr>
              <a:t>std::</a:t>
            </a:r>
            <a:r>
              <a:rPr lang="sr-Latn-BA" b="1">
                <a:latin typeface="Consolas" panose="020B0609020204030204" pitchFamily="49" charset="0"/>
              </a:rPr>
              <a:t>shared</a:t>
            </a:r>
            <a:r>
              <a:rPr lang="en-US" b="1">
                <a:latin typeface="Consolas" panose="020B0609020204030204" pitchFamily="49" charset="0"/>
              </a:rPr>
              <a:t>_ptr</a:t>
            </a:r>
            <a:r>
              <a:rPr lang="en-US"/>
              <a:t> – </a:t>
            </a:r>
            <a:r>
              <a:rPr lang="sr-Latn-BA"/>
              <a:t>dijeljeni</a:t>
            </a:r>
            <a:r>
              <a:rPr lang="en-US"/>
              <a:t> pokaziva</a:t>
            </a:r>
            <a:r>
              <a:rPr lang="sr-Latn-BA"/>
              <a:t>č</a:t>
            </a:r>
            <a:endParaRPr lang="en-US"/>
          </a:p>
          <a:p>
            <a:pPr algn="just"/>
            <a:r>
              <a:rPr lang="en-US" b="1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latin typeface="Consolas" panose="020B0609020204030204" pitchFamily="49" charset="0"/>
              </a:rPr>
              <a:t>&lt;memory&gt;</a:t>
            </a:r>
            <a:endParaRPr lang="sr-Latn-BA"/>
          </a:p>
          <a:p>
            <a:pPr algn="just"/>
            <a:r>
              <a:rPr lang="sr-Latn-BA"/>
              <a:t>Mogu biti prazni – enkapsuliraju prazne pokazivače</a:t>
            </a:r>
          </a:p>
          <a:p>
            <a:pPr algn="just"/>
            <a:r>
              <a:rPr lang="sr-Latn-BA"/>
              <a:t>Mogu da pokazuju na pojedinačan objekat</a:t>
            </a:r>
          </a:p>
          <a:p>
            <a:pPr algn="just"/>
            <a:r>
              <a:rPr lang="sr-Latn-BA"/>
              <a:t>Mogu da pokazuju na dinamički alociran niz objekata (</a:t>
            </a:r>
            <a:r>
              <a:rPr lang="sr-Latn-BA" b="1">
                <a:latin typeface="Consolas" panose="020B0609020204030204" pitchFamily="49" charset="0"/>
              </a:rPr>
              <a:t>new</a:t>
            </a:r>
            <a:r>
              <a:rPr lang="en-US" b="1">
                <a:latin typeface="Consolas" panose="020B0609020204030204" pitchFamily="49" charset="0"/>
              </a:rPr>
              <a:t>[]</a:t>
            </a:r>
            <a:r>
              <a:rPr lang="en-US"/>
              <a:t>) </a:t>
            </a:r>
            <a:endParaRPr lang="sr-Latn-BA"/>
          </a:p>
          <a:p>
            <a:pPr lvl="1" algn="just"/>
            <a:r>
              <a:rPr lang="sr-Latn-BA"/>
              <a:t>Omogućeno </a:t>
            </a:r>
            <a:r>
              <a:rPr lang="en-US"/>
              <a:t>specijalizacijom </a:t>
            </a:r>
            <a:r>
              <a:rPr lang="sr-Latn-BA"/>
              <a:t>šablona za tip </a:t>
            </a:r>
            <a:r>
              <a:rPr lang="sr-Latn-BA" b="1">
                <a:latin typeface="Consolas" panose="020B0609020204030204" pitchFamily="49" charset="0"/>
              </a:rPr>
              <a:t>T</a:t>
            </a:r>
            <a:r>
              <a:rPr lang="en-US" b="1">
                <a:latin typeface="Consolas" panose="020B0609020204030204" pitchFamily="49" charset="0"/>
              </a:rPr>
              <a:t>[]</a:t>
            </a:r>
          </a:p>
          <a:p>
            <a:pPr lvl="1" algn="just"/>
            <a:r>
              <a:rPr lang="en-US"/>
              <a:t>Preklopljen </a:t>
            </a:r>
            <a:r>
              <a:rPr lang="en-US" b="1">
                <a:latin typeface="Consolas" panose="020B0609020204030204" pitchFamily="49" charset="0"/>
              </a:rPr>
              <a:t>operator[]</a:t>
            </a:r>
            <a:r>
              <a:rPr lang="en-US"/>
              <a:t> u tom slu</a:t>
            </a:r>
            <a:r>
              <a:rPr lang="sr-Latn-BA"/>
              <a:t>čaju</a:t>
            </a:r>
            <a:endParaRPr lang="sr-Latn-BA" b="1">
              <a:latin typeface="Consolas" panose="020B0609020204030204" pitchFamily="49" charset="0"/>
            </a:endParaRPr>
          </a:p>
          <a:p>
            <a:pPr algn="just"/>
            <a:r>
              <a:rPr lang="en-US"/>
              <a:t>Preporu</a:t>
            </a:r>
            <a:r>
              <a:rPr lang="sr-Latn-BA"/>
              <a:t>čena konstrukcija upotrebom specijalizovanih metoda</a:t>
            </a:r>
          </a:p>
          <a:p>
            <a:pPr algn="just"/>
            <a:r>
              <a:rPr lang="sr-Latn-BA" sz="2400" b="1">
                <a:latin typeface="Consolas" panose="020B0609020204030204" pitchFamily="49" charset="0"/>
              </a:rPr>
              <a:t>std::make_unique</a:t>
            </a:r>
            <a:r>
              <a:rPr lang="en-US" sz="2400" b="1">
                <a:latin typeface="Consolas" panose="020B0609020204030204" pitchFamily="49" charset="0"/>
              </a:rPr>
              <a:t>&lt;T&gt;</a:t>
            </a:r>
            <a:r>
              <a:rPr lang="sr-Latn-BA"/>
              <a:t>, </a:t>
            </a:r>
            <a:r>
              <a:rPr lang="sr-Latn-BA" sz="2400" b="1">
                <a:latin typeface="Consolas" panose="020B0609020204030204" pitchFamily="49" charset="0"/>
              </a:rPr>
              <a:t>std::make_shared</a:t>
            </a:r>
            <a:r>
              <a:rPr lang="en-US" sz="2400" b="1">
                <a:latin typeface="Consolas" panose="020B0609020204030204" pitchFamily="49" charset="0"/>
              </a:rPr>
              <a:t>&lt;T&gt;</a:t>
            </a:r>
            <a:r>
              <a:rPr lang="sr-Latn-BA"/>
              <a:t> (argumenti </a:t>
            </a:r>
            <a:r>
              <a:rPr lang="en-US">
                <a:sym typeface="Wingdings" panose="05000000000000000000" pitchFamily="2" charset="2"/>
              </a:rPr>
              <a:t> </a:t>
            </a:r>
            <a:r>
              <a:rPr lang="en-US"/>
              <a:t>inicijalizator</a:t>
            </a:r>
            <a:r>
              <a:rPr lang="sr-Latn-BA"/>
              <a:t>)</a:t>
            </a:r>
            <a:endParaRPr lang="en-US"/>
          </a:p>
          <a:p>
            <a:pPr algn="just"/>
            <a:r>
              <a:rPr lang="en-US"/>
              <a:t>RAII princip – konstruktor zauzima resurse, destruktor ih osloba</a:t>
            </a:r>
            <a:r>
              <a:rPr lang="sr-Latn-BA"/>
              <a:t>đa</a:t>
            </a:r>
            <a:r>
              <a:rPr lang="en-US"/>
              <a:t>; pri tome, </a:t>
            </a:r>
            <a:r>
              <a:rPr lang="sr-Latn-BA"/>
              <a:t>životni vijek obuhvatajućeg objekta je automatski, ili privremeni, ili ograničen životnim vijekom automatskog ili privremenog objekta</a:t>
            </a:r>
          </a:p>
        </p:txBody>
      </p:sp>
    </p:spTree>
    <p:extLst>
      <p:ext uri="{BB962C8B-B14F-4D97-AF65-F5344CB8AC3E}">
        <p14:creationId xmlns:p14="http://schemas.microsoft.com/office/powerpoint/2010/main" val="409855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AA13EC3-F275-29CD-AF7A-E33687330BF5}"/>
              </a:ext>
            </a:extLst>
          </p:cNvPr>
          <p:cNvSpPr txBox="1"/>
          <p:nvPr/>
        </p:nvSpPr>
        <p:spPr>
          <a:xfrm>
            <a:off x="-1" y="1"/>
            <a:ext cx="12192001" cy="685799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&lt;memory&gt;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&lt;type_traits&gt;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&lt;iostream&gt;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Primjer: dinamički niz sa jedinstvenim pokazivačem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static_assert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is_default_constructible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 must be default constructible"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capacity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: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capacity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capacity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{}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capacity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capacity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capacity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  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ili: std::unique_ptr&lt;T[]&gt; newArr = std::make_unique&lt;T[]&gt;(capacity);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++] =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Assumes that index is always valid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operator[]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Greška pri kompajliranju: kopirajući konstruktor je izbrisan jer se unique_ptr ne može kopirati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Array&lt;int&gt; arr2 = arr;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Ali pomjeranje radi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83095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5" y="801541"/>
            <a:ext cx="7304196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7304196" cy="1616978"/>
          </a:xfrm>
        </p:spPr>
        <p:txBody>
          <a:bodyPr/>
          <a:lstStyle/>
          <a:p>
            <a:pPr algn="l"/>
            <a:r>
              <a:rPr lang="en-US" b="1"/>
              <a:t>Bezimene funkcije</a:t>
            </a:r>
            <a:endParaRPr lang="sr-Latn-BA" b="1" dirty="0"/>
          </a:p>
          <a:p>
            <a:pPr algn="l"/>
            <a:endParaRPr lang="sr-Latn-BA" b="1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0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Lambda izraz za bezimene funkcije</a:t>
            </a:r>
            <a:endParaRPr lang="sr-Latn-B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E00A2-4946-4671-9555-2E91BC0BE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6"/>
          </a:xfrm>
        </p:spPr>
        <p:txBody>
          <a:bodyPr>
            <a:normAutofit/>
          </a:bodyPr>
          <a:lstStyle/>
          <a:p>
            <a:r>
              <a:rPr lang="sr-Latn-BA" dirty="0"/>
              <a:t>Lambda </a:t>
            </a:r>
            <a:r>
              <a:rPr lang="sr-Latn-BA"/>
              <a:t>izraz – način </a:t>
            </a:r>
            <a:r>
              <a:rPr lang="sr-Latn-BA" dirty="0"/>
              <a:t>za </a:t>
            </a:r>
            <a:r>
              <a:rPr lang="sr-Latn-BA"/>
              <a:t>definisanje bezimene funkcije u C++</a:t>
            </a:r>
            <a:endParaRPr lang="sr-Latn-BA" dirty="0"/>
          </a:p>
          <a:p>
            <a:r>
              <a:rPr lang="en-US"/>
              <a:t>Bezimena funkcija </a:t>
            </a:r>
            <a:r>
              <a:rPr lang="sr-Latn-BA"/>
              <a:t>se može specificirati na mjestu gdje se očekuje pokazivač na funkciju</a:t>
            </a:r>
            <a:endParaRPr lang="en-US" dirty="0"/>
          </a:p>
          <a:p>
            <a:endParaRPr lang="en-US" dirty="0"/>
          </a:p>
          <a:p>
            <a:endParaRPr lang="sr-Latn-BA" sz="2000" dirty="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CE6BC-A91A-4ADF-B7E7-5132371F9C0B}"/>
              </a:ext>
            </a:extLst>
          </p:cNvPr>
          <p:cNvSpPr txBox="1"/>
          <p:nvPr/>
        </p:nvSpPr>
        <p:spPr>
          <a:xfrm>
            <a:off x="1597891" y="3420884"/>
            <a:ext cx="8996218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[] </a:t>
            </a:r>
            <a:r>
              <a:rPr lang="sr-Latn-BA">
                <a:solidFill>
                  <a:srgbClr val="000000"/>
                </a:solidFill>
                <a:latin typeface="Cascadia Mono" panose="020B0609020000020004" pitchFamily="49" charset="0"/>
              </a:rPr>
              <a:t>-&gt;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/*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povratni tip bezimene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funkcije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*/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/* lista parametara */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) 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   /* tijelo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bezimene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funkcije */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C1ED43-9E57-A299-D320-2EC90A106453}"/>
              </a:ext>
            </a:extLst>
          </p:cNvPr>
          <p:cNvSpPr txBox="1"/>
          <p:nvPr/>
        </p:nvSpPr>
        <p:spPr>
          <a:xfrm>
            <a:off x="1597891" y="4869719"/>
            <a:ext cx="8996218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[] -&gt; 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R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g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P</a:t>
            </a:r>
            <a:r>
              <a:rPr lang="sr-Latn-BA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 baseline="-25000">
                <a:solidFill>
                  <a:srgbClr val="001080"/>
                </a:solidFill>
                <a:latin typeface="Consolas" panose="020B0609020204030204" pitchFamily="49" charset="0"/>
              </a:rPr>
              <a:t>1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P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b="1" baseline="-25000">
                <a:solidFill>
                  <a:srgbClr val="001080"/>
                </a:solidFill>
                <a:latin typeface="Consolas" panose="020B0609020204030204" pitchFamily="49" charset="0"/>
              </a:rPr>
              <a:t>2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chemeClr val="tx1"/>
                </a:solidFill>
                <a:latin typeface="Consolas" panose="020B0609020204030204" pitchFamily="49" charset="0"/>
              </a:rPr>
              <a:t>…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P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N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b="1" baseline="-2500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   /* tijelo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bezimene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funkcije */</a:t>
            </a:r>
            <a:endParaRPr lang="en-US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0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7921-F240-4E8A-9EF6-0600CF4B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Lambda izraz – tijelo lambde i lista parametara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2CC67-B303-46A6-BA7C-2DC2C1CDA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09322"/>
          </a:xfrm>
        </p:spPr>
        <p:txBody>
          <a:bodyPr/>
          <a:lstStyle/>
          <a:p>
            <a:r>
              <a:rPr lang="sr-Latn-BA"/>
              <a:t>Lista </a:t>
            </a:r>
            <a:r>
              <a:rPr lang="sr-Latn-BA" dirty="0"/>
              <a:t>parametara treba da se poklapa sa listom </a:t>
            </a:r>
            <a:r>
              <a:rPr lang="sr-Latn-BA"/>
              <a:t>parametara koju očekuje pokazivač na funkciju</a:t>
            </a:r>
            <a:endParaRPr lang="sr-Latn-BA" b="1" dirty="0">
              <a:latin typeface="Consolas" panose="020B0609020204030204" pitchFamily="49" charset="0"/>
            </a:endParaRPr>
          </a:p>
          <a:p>
            <a:r>
              <a:rPr lang="sr-Latn-BA" dirty="0"/>
              <a:t>Povratni tip lambde mora da </a:t>
            </a:r>
            <a:r>
              <a:rPr lang="sr-Latn-BA"/>
              <a:t>odgovara onom povratnom tipu kojeg očekuje pokazivač na funkciju</a:t>
            </a:r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8B6C2-BA42-4FAE-64FA-BE7501AFC0CA}"/>
              </a:ext>
            </a:extLst>
          </p:cNvPr>
          <p:cNvSpPr txBox="1"/>
          <p:nvPr/>
        </p:nvSpPr>
        <p:spPr>
          <a:xfrm>
            <a:off x="646545" y="3658924"/>
            <a:ext cx="1089891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/* Funkcija f kao argument prihvata pokazivač na funkciju povratnog tipa R</a:t>
            </a:r>
            <a:r>
              <a:rPr lang="en-US" b="1" baseline="-25000">
                <a:solidFill>
                  <a:srgbClr val="008000"/>
                </a:solidFill>
                <a:latin typeface="Consolas" panose="020B0609020204030204" pitchFamily="49" charset="0"/>
              </a:rPr>
              <a:t>g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čiji su tipova parametara, respektivno, P</a:t>
            </a:r>
            <a:r>
              <a:rPr lang="sr-Latn-BA" b="1" baseline="-2500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, P</a:t>
            </a:r>
            <a:r>
              <a:rPr lang="en-US" b="1" baseline="-25000">
                <a:solidFill>
                  <a:srgbClr val="008000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…</a:t>
            </a:r>
            <a:r>
              <a:rPr lang="fr-FR" b="1">
                <a:solidFill>
                  <a:srgbClr val="008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en-US" b="1" baseline="-25000">
                <a:solidFill>
                  <a:srgbClr val="008000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. */</a:t>
            </a:r>
            <a:endParaRPr lang="en-US" b="1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R</a:t>
            </a:r>
            <a:r>
              <a:rPr lang="sr-Latn-BA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R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g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(*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g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)(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</a:t>
            </a:r>
            <a:r>
              <a:rPr lang="sr-Latn-BA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chemeClr val="tx1"/>
                </a:solidFill>
                <a:latin typeface="Consolas" panose="020B0609020204030204" pitchFamily="49" charset="0"/>
              </a:rPr>
              <a:t> …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P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))</a:t>
            </a:r>
            <a:r>
              <a:rPr lang="en-US" b="1"/>
              <a:t> ;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/* ... */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/* Funkcija f se poziva i šalje joj se, pomoću lambda izraza, bezimena funkcija sa očekivanim prototipom */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[] -&gt; 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R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g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P</a:t>
            </a:r>
            <a:r>
              <a:rPr lang="sr-Latn-BA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sr-Latn-BA" b="1" baseline="-25000">
                <a:solidFill>
                  <a:srgbClr val="001080"/>
                </a:solidFill>
                <a:latin typeface="Consolas" panose="020B0609020204030204" pitchFamily="49" charset="0"/>
              </a:rPr>
              <a:t>1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P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b="1" baseline="-25000">
                <a:solidFill>
                  <a:srgbClr val="001080"/>
                </a:solidFill>
                <a:latin typeface="Consolas" panose="020B0609020204030204" pitchFamily="49" charset="0"/>
              </a:rPr>
              <a:t>2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chemeClr val="tx1"/>
                </a:solidFill>
                <a:latin typeface="Consolas" panose="020B0609020204030204" pitchFamily="49" charset="0"/>
              </a:rPr>
              <a:t>…</a:t>
            </a:r>
            <a:r>
              <a:rPr lang="fr-FR" b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P</a:t>
            </a:r>
            <a:r>
              <a:rPr lang="en-US" b="1" baseline="-25000">
                <a:solidFill>
                  <a:srgbClr val="2B91AF"/>
                </a:solidFill>
                <a:latin typeface="Consolas" panose="020B0609020204030204" pitchFamily="49" charset="0"/>
              </a:rPr>
              <a:t>N</a:t>
            </a:r>
            <a:r>
              <a:rPr lang="en-US" b="1">
                <a:solidFill>
                  <a:srgbClr val="2B91AF"/>
                </a:solidFill>
                <a:latin typeface="Consolas" panose="020B0609020204030204" pitchFamily="49" charset="0"/>
              </a:rPr>
              <a:t> </a:t>
            </a:r>
            <a:r>
              <a:rPr lang="fr-FR" b="1">
                <a:solidFill>
                  <a:srgbClr val="001080"/>
                </a:solidFill>
                <a:latin typeface="Consolas" panose="020B0609020204030204" pitchFamily="49" charset="0"/>
              </a:rPr>
              <a:t>p</a:t>
            </a:r>
            <a:r>
              <a:rPr lang="en-US" b="1" baseline="-2500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   /* tijelo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bezimene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funkcije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sr-Latn-BA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sr-Latn-BA" b="1"/>
              <a:t>)</a:t>
            </a:r>
            <a:r>
              <a:rPr lang="en-US" b="1"/>
              <a:t>;</a:t>
            </a:r>
            <a:endParaRPr lang="sr-Latn-BA" b="1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777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Primjer </a:t>
            </a:r>
            <a:r>
              <a:rPr lang="sr-Latn-BA"/>
              <a:t>sa </a:t>
            </a:r>
            <a:r>
              <a:rPr lang="en-US"/>
              <a:t>operacij</a:t>
            </a:r>
            <a:r>
              <a:rPr lang="sr-Latn-BA"/>
              <a:t>om</a:t>
            </a:r>
            <a:r>
              <a:rPr lang="en-US"/>
              <a:t> </a:t>
            </a:r>
            <a:r>
              <a:rPr lang="sr-Latn-BA" i="1"/>
              <a:t>forEach</a:t>
            </a:r>
            <a:endParaRPr lang="sr-Latn-BA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637D8-B74E-4275-B08E-711E9072CEAA}"/>
              </a:ext>
            </a:extLst>
          </p:cNvPr>
          <p:cNvSpPr txBox="1"/>
          <p:nvPr/>
        </p:nvSpPr>
        <p:spPr>
          <a:xfrm>
            <a:off x="139700" y="1699230"/>
            <a:ext cx="4949536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795E26"/>
                </a:solidFill>
                <a:latin typeface="Consolas" panose="020B0609020204030204" pitchFamily="49" charset="0"/>
              </a:rPr>
              <a:t>forEach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    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int*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    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    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(*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)(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pt-BR" b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AA145-0AB8-450A-8E08-67BE659CB797}"/>
              </a:ext>
            </a:extLst>
          </p:cNvPr>
          <p:cNvSpPr txBox="1"/>
          <p:nvPr/>
        </p:nvSpPr>
        <p:spPr>
          <a:xfrm>
            <a:off x="5089236" y="1699230"/>
            <a:ext cx="6924964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[]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};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pt-BR" b="1">
                <a:solidFill>
                  <a:srgbClr val="795E26"/>
                </a:solidFill>
                <a:latin typeface="Consolas" panose="020B0609020204030204" pitchFamily="49" charset="0"/>
              </a:rPr>
              <a:t>forEach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[](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%d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});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67168F-C995-46A6-AB86-DA06D6F7A688}"/>
              </a:ext>
            </a:extLst>
          </p:cNvPr>
          <p:cNvSpPr txBox="1"/>
          <p:nvPr/>
        </p:nvSpPr>
        <p:spPr>
          <a:xfrm>
            <a:off x="8983519" y="2797973"/>
            <a:ext cx="316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1 2 3 4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713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Primjer </a:t>
            </a:r>
            <a:r>
              <a:rPr lang="sr-Latn-BA"/>
              <a:t>sa </a:t>
            </a:r>
            <a:r>
              <a:rPr lang="en-US"/>
              <a:t>operacij</a:t>
            </a:r>
            <a:r>
              <a:rPr lang="sr-Latn-BA"/>
              <a:t>om</a:t>
            </a:r>
            <a:r>
              <a:rPr lang="en-US"/>
              <a:t> transformacije kolekcije</a:t>
            </a:r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637D8-B74E-4275-B08E-711E9072CEAA}"/>
              </a:ext>
            </a:extLst>
          </p:cNvPr>
          <p:cNvSpPr txBox="1"/>
          <p:nvPr/>
        </p:nvSpPr>
        <p:spPr>
          <a:xfrm>
            <a:off x="139699" y="1699230"/>
            <a:ext cx="5263574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...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]));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AA145-0AB8-450A-8E08-67BE659CB797}"/>
              </a:ext>
            </a:extLst>
          </p:cNvPr>
          <p:cNvSpPr txBox="1"/>
          <p:nvPr/>
        </p:nvSpPr>
        <p:spPr>
          <a:xfrm>
            <a:off x="5403273" y="1699230"/>
            <a:ext cx="6610926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…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sr-Latn-BA">
                <a:solidFill>
                  <a:srgbClr val="008000"/>
                </a:solidFill>
                <a:latin typeface="Consolas" panose="020B0609020204030204" pitchFamily="49" charset="0"/>
              </a:rPr>
              <a:t>u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a 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dodajemo</a:t>
            </a:r>
            <a:r>
              <a:rPr lang="sr-Latn-BA">
                <a:solidFill>
                  <a:srgbClr val="008000"/>
                </a:solidFill>
                <a:latin typeface="Consolas" panose="020B0609020204030204" pitchFamily="49" charset="0"/>
              </a:rPr>
              <a:t>: </a:t>
            </a:r>
            <a:endParaRPr lang="en-US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   //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1, 2,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3,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4</a:t>
            </a:r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…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aTransformed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transform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([](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{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x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});</a:t>
            </a: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   // ... aTransformed sada sadrži</a:t>
            </a:r>
            <a:endParaRPr lang="en-US" b="1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364B7B-0B07-7C90-F953-6C9C049973CA}"/>
              </a:ext>
            </a:extLst>
          </p:cNvPr>
          <p:cNvSpPr txBox="1"/>
          <p:nvPr/>
        </p:nvSpPr>
        <p:spPr>
          <a:xfrm>
            <a:off x="9923317" y="4718985"/>
            <a:ext cx="2388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2, 4, 6, 8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45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Primjer </a:t>
            </a:r>
            <a:r>
              <a:rPr lang="sr-Latn-BA"/>
              <a:t>sa filtriranjem elemenata kolekcije</a:t>
            </a:r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637D8-B74E-4275-B08E-711E9072CEAA}"/>
              </a:ext>
            </a:extLst>
          </p:cNvPr>
          <p:cNvSpPr txBox="1"/>
          <p:nvPr/>
        </p:nvSpPr>
        <p:spPr>
          <a:xfrm>
            <a:off x="139699" y="1699230"/>
            <a:ext cx="5263574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...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(*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</a:t>
            </a:r>
            <a:r>
              <a:rPr lang="en-US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sr-Latn-BA" b="1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]))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sr-Latn-BA" b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AA145-0AB8-450A-8E08-67BE659CB797}"/>
              </a:ext>
            </a:extLst>
          </p:cNvPr>
          <p:cNvSpPr txBox="1"/>
          <p:nvPr/>
        </p:nvSpPr>
        <p:spPr>
          <a:xfrm>
            <a:off x="5403273" y="1699230"/>
            <a:ext cx="6610926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…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   // </a:t>
            </a:r>
            <a:r>
              <a:rPr lang="sr-Latn-BA">
                <a:solidFill>
                  <a:srgbClr val="008000"/>
                </a:solidFill>
                <a:latin typeface="Consolas" panose="020B0609020204030204" pitchFamily="49" charset="0"/>
              </a:rPr>
              <a:t>u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a </a:t>
            </a:r>
            <a:r>
              <a:rPr lang="en-US">
                <a:solidFill>
                  <a:srgbClr val="008000"/>
                </a:solidFill>
                <a:latin typeface="Consolas" panose="020B0609020204030204" pitchFamily="49" charset="0"/>
              </a:rPr>
              <a:t>dodajemo</a:t>
            </a:r>
            <a:r>
              <a:rPr lang="sr-Latn-BA">
                <a:solidFill>
                  <a:srgbClr val="008000"/>
                </a:solidFill>
                <a:latin typeface="Consolas" panose="020B0609020204030204" pitchFamily="49" charset="0"/>
              </a:rPr>
              <a:t>: </a:t>
            </a:r>
            <a:endParaRPr lang="en-US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   // 0, -1,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1, 2,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-2, 2, -3, -3,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4,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5</a:t>
            </a:r>
          </a:p>
          <a:p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…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aFiltered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filter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([](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 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   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});</a:t>
            </a:r>
          </a:p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    // ... aFiltered sada sadrži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: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364B7B-0B07-7C90-F953-6C9C049973CA}"/>
              </a:ext>
            </a:extLst>
          </p:cNvPr>
          <p:cNvSpPr txBox="1"/>
          <p:nvPr/>
        </p:nvSpPr>
        <p:spPr>
          <a:xfrm>
            <a:off x="9322953" y="4174039"/>
            <a:ext cx="2388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1, 2,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 2,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 4,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5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711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</a:t>
            </a:r>
            <a:r>
              <a:rPr lang="en-US"/>
              <a:t>rimjer</a:t>
            </a:r>
            <a:r>
              <a:rPr lang="sr-Latn-BA"/>
              <a:t> sa</a:t>
            </a:r>
            <a:r>
              <a:rPr lang="en-US"/>
              <a:t> operacij</a:t>
            </a:r>
            <a:r>
              <a:rPr lang="sr-Latn-BA"/>
              <a:t>om </a:t>
            </a:r>
            <a:r>
              <a:rPr lang="en-US"/>
              <a:t>agregacije</a:t>
            </a:r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637D8-B74E-4275-B08E-711E9072CEAA}"/>
              </a:ext>
            </a:extLst>
          </p:cNvPr>
          <p:cNvSpPr txBox="1"/>
          <p:nvPr/>
        </p:nvSpPr>
        <p:spPr>
          <a:xfrm>
            <a:off x="139700" y="1699230"/>
            <a:ext cx="4949536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795E26"/>
                </a:solidFill>
                <a:latin typeface="Consolas" panose="020B0609020204030204" pitchFamily="49" charset="0"/>
              </a:rPr>
              <a:t>aggregate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int*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    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    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(*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)(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)) 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pt-BR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pt-BR" b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(</a:t>
            </a:r>
            <a:r>
              <a:rPr lang="pt-BR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++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[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pt-BR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pt-BR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AA145-0AB8-450A-8E08-67BE659CB797}"/>
              </a:ext>
            </a:extLst>
          </p:cNvPr>
          <p:cNvSpPr txBox="1"/>
          <p:nvPr/>
        </p:nvSpPr>
        <p:spPr>
          <a:xfrm>
            <a:off x="5089236" y="1699230"/>
            <a:ext cx="6924964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[]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{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};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Sabiranje (redukcija na zbir)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795E26"/>
                </a:solidFill>
                <a:latin typeface="Consolas" panose="020B0609020204030204" pitchFamily="49" charset="0"/>
              </a:rPr>
              <a:t>aggregate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[](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});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%d</a:t>
            </a:r>
            <a:r>
              <a:rPr lang="sr-Latn-BA" b="1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b="1">
                <a:solidFill>
                  <a:srgbClr val="008000"/>
                </a:solidFill>
                <a:latin typeface="Consolas" panose="020B0609020204030204" pitchFamily="49" charset="0"/>
              </a:rPr>
              <a:t>Mno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ženje (redukcija na proizvod)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pt-BR" b="1">
                <a:solidFill>
                  <a:srgbClr val="795E26"/>
                </a:solidFill>
                <a:latin typeface="Consolas" panose="020B0609020204030204" pitchFamily="49" charset="0"/>
              </a:rPr>
              <a:t>aggregate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[](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  <a:endParaRPr lang="en-US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3B3B3B"/>
                </a:solidFill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{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e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});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printf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%d</a:t>
            </a:r>
            <a:r>
              <a:rPr lang="sr-Latn-BA" b="1">
                <a:solidFill>
                  <a:srgbClr val="EE0000"/>
                </a:solidFill>
                <a:latin typeface="Consolas" panose="020B0609020204030204" pitchFamily="49" charset="0"/>
              </a:rPr>
              <a:t>\n</a:t>
            </a:r>
            <a:r>
              <a:rPr lang="sr-Latn-BA" b="1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r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>
                <a:solidFill>
                  <a:srgbClr val="3B3B3B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67168F-C995-46A6-AB86-DA06D6F7A688}"/>
              </a:ext>
            </a:extLst>
          </p:cNvPr>
          <p:cNvSpPr txBox="1"/>
          <p:nvPr/>
        </p:nvSpPr>
        <p:spPr>
          <a:xfrm>
            <a:off x="8851900" y="3632322"/>
            <a:ext cx="316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// (((1+2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)+3)+4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= 10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27FAD1-DC78-4037-B91C-310DC6365B77}"/>
              </a:ext>
            </a:extLst>
          </p:cNvPr>
          <p:cNvSpPr txBox="1"/>
          <p:nvPr/>
        </p:nvSpPr>
        <p:spPr>
          <a:xfrm>
            <a:off x="8851900" y="5565293"/>
            <a:ext cx="316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(((1*2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)*3)*4 = 24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126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5" y="801541"/>
            <a:ext cx="7304196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7304196" cy="1616978"/>
          </a:xfrm>
        </p:spPr>
        <p:txBody>
          <a:bodyPr/>
          <a:lstStyle/>
          <a:p>
            <a:pPr algn="l"/>
            <a:r>
              <a:rPr lang="en-US" b="1"/>
              <a:t>Omota</a:t>
            </a:r>
            <a:r>
              <a:rPr lang="sr-Latn-BA" b="1"/>
              <a:t>č funkcije</a:t>
            </a:r>
          </a:p>
          <a:p>
            <a:pPr algn="l"/>
            <a:r>
              <a:rPr lang="sr-Latn-BA" b="1"/>
              <a:t>Zatvaranja (kontekstno zavisni lambda izrazi)</a:t>
            </a:r>
            <a:endParaRPr lang="sr-Latn-BA" b="1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66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b="1" dirty="0">
                <a:latin typeface="Consolas" panose="020B0609020204030204" pitchFamily="49" charset="0"/>
              </a:rPr>
              <a:t>std::function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E00A2-4946-4671-9555-2E91BC0BE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>
            <a:normAutofit fontScale="92500" lnSpcReduction="20000"/>
          </a:bodyPr>
          <a:lstStyle/>
          <a:p>
            <a:r>
              <a:rPr lang="sr-Latn-BA" b="1" dirty="0">
                <a:latin typeface="Consolas" panose="020B0609020204030204" pitchFamily="49" charset="0"/>
              </a:rPr>
              <a:t>std::function</a:t>
            </a:r>
            <a:r>
              <a:rPr lang="sr-Latn-BA" dirty="0"/>
              <a:t> – šablon klase za </a:t>
            </a:r>
            <a:r>
              <a:rPr lang="sr-Latn-BA"/>
              <a:t>enkapsulaciju funkcij</a:t>
            </a:r>
            <a:r>
              <a:rPr lang="en-US"/>
              <a:t>a</a:t>
            </a:r>
            <a:endParaRPr lang="sr-Latn-BA" dirty="0"/>
          </a:p>
          <a:p>
            <a:r>
              <a:rPr lang="sr-Latn-BA" dirty="0"/>
              <a:t>Opštenamjenski polimorfni omotač funkcija</a:t>
            </a:r>
            <a:r>
              <a:rPr lang="en-US" dirty="0"/>
              <a:t> (biblioteka </a:t>
            </a:r>
            <a:r>
              <a:rPr lang="sr-Latn-BA" dirty="0">
                <a:solidFill>
                  <a:srgbClr val="A31515"/>
                </a:solidFill>
                <a:latin typeface="Consolas" panose="020B0609020204030204" pitchFamily="49" charset="0"/>
              </a:rPr>
              <a:t>&lt;functional&gt;</a:t>
            </a:r>
            <a:r>
              <a:rPr lang="en-US" dirty="0"/>
              <a:t>)</a:t>
            </a:r>
          </a:p>
          <a:p>
            <a:r>
              <a:rPr lang="en-US" dirty="0"/>
              <a:t>Tipski parametri </a:t>
            </a:r>
            <a:r>
              <a:rPr lang="en-US" b="1" dirty="0">
                <a:latin typeface="Consolas" panose="020B0609020204030204" pitchFamily="49" charset="0"/>
              </a:rPr>
              <a:t>R</a:t>
            </a:r>
            <a:r>
              <a:rPr lang="en-US" dirty="0"/>
              <a:t> i </a:t>
            </a:r>
            <a:r>
              <a:rPr lang="en-US" b="1" dirty="0">
                <a:latin typeface="Consolas" panose="020B0609020204030204" pitchFamily="49" charset="0"/>
              </a:rPr>
              <a:t>Args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R</a:t>
            </a:r>
            <a:r>
              <a:rPr lang="en-US" dirty="0"/>
              <a:t> – povratni tip obmotane funkcije</a:t>
            </a:r>
          </a:p>
          <a:p>
            <a:pPr lvl="1"/>
            <a:r>
              <a:rPr lang="en-US" b="1" dirty="0">
                <a:latin typeface="Consolas" panose="020B0609020204030204" pitchFamily="49" charset="0"/>
              </a:rPr>
              <a:t>Args</a:t>
            </a:r>
            <a:r>
              <a:rPr lang="en-US" dirty="0"/>
              <a:t> – lista tipskih parametara; tipovi parametara obmotane funkcije</a:t>
            </a:r>
          </a:p>
          <a:p>
            <a:r>
              <a:rPr lang="sr-Latn-BA" dirty="0"/>
              <a:t>Za </a:t>
            </a:r>
            <a:r>
              <a:rPr lang="sr-Latn-BA" b="1" dirty="0">
                <a:latin typeface="Consolas" panose="020B0609020204030204" pitchFamily="49" charset="0"/>
              </a:rPr>
              <a:t>std::function</a:t>
            </a:r>
            <a:r>
              <a:rPr lang="sr-Latn-BA" dirty="0"/>
              <a:t> </a:t>
            </a:r>
            <a:r>
              <a:rPr lang="sr-Latn-BA"/>
              <a:t>objekat vežu</a:t>
            </a:r>
            <a:r>
              <a:rPr lang="en-US"/>
              <a:t> se</a:t>
            </a:r>
            <a:r>
              <a:rPr lang="sr-Latn-BA"/>
              <a:t>:</a:t>
            </a:r>
            <a:endParaRPr lang="sr-Latn-BA" dirty="0"/>
          </a:p>
          <a:p>
            <a:pPr lvl="1"/>
            <a:r>
              <a:rPr lang="sr-Latn-BA" dirty="0"/>
              <a:t>Funkcije</a:t>
            </a:r>
          </a:p>
          <a:p>
            <a:pPr lvl="1"/>
            <a:r>
              <a:rPr lang="sr-Latn-BA" dirty="0"/>
              <a:t>Funkcijski objekti</a:t>
            </a:r>
          </a:p>
          <a:p>
            <a:pPr lvl="1"/>
            <a:r>
              <a:rPr lang="sr-Latn-BA" dirty="0"/>
              <a:t>Pokazivači na funkcije</a:t>
            </a:r>
            <a:endParaRPr lang="en-US" dirty="0"/>
          </a:p>
          <a:p>
            <a:pPr lvl="1"/>
            <a:r>
              <a:rPr lang="en-US" dirty="0"/>
              <a:t>P</a:t>
            </a:r>
            <a:r>
              <a:rPr lang="sr-Latn-BA" dirty="0"/>
              <a:t>okazivači na metode</a:t>
            </a:r>
          </a:p>
          <a:p>
            <a:pPr lvl="1"/>
            <a:r>
              <a:rPr lang="en-US"/>
              <a:t>Bezimene funkcije (kontekstno nezavisni lambda izrazi)</a:t>
            </a:r>
            <a:endParaRPr lang="sr-Latn-BA"/>
          </a:p>
          <a:p>
            <a:pPr lvl="1"/>
            <a:r>
              <a:rPr lang="en-US" b="1"/>
              <a:t>Zatvaranja</a:t>
            </a:r>
            <a:r>
              <a:rPr lang="en-US"/>
              <a:t> (kontekstno zavisni lambda izrazi)</a:t>
            </a:r>
            <a:endParaRPr lang="sr-Latn-BA"/>
          </a:p>
          <a:p>
            <a:pPr lvl="1"/>
            <a:endParaRPr lang="sr-Latn-BA" b="1" dirty="0"/>
          </a:p>
          <a:p>
            <a:pPr marL="0" indent="0">
              <a:buNone/>
            </a:pPr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8A22D4-8718-4349-908C-5A83B70A8E6D}"/>
              </a:ext>
            </a:extLst>
          </p:cNvPr>
          <p:cNvSpPr txBox="1"/>
          <p:nvPr/>
        </p:nvSpPr>
        <p:spPr>
          <a:xfrm>
            <a:off x="6096000" y="2683620"/>
            <a:ext cx="526446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 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</a:t>
            </a:r>
          </a:p>
          <a:p>
            <a:r>
              <a:rPr lang="en-US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...)&gt;;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36F48-BA41-4859-9C76-8D70F511AF71}"/>
              </a:ext>
            </a:extLst>
          </p:cNvPr>
          <p:cNvSpPr txBox="1"/>
          <p:nvPr/>
        </p:nvSpPr>
        <p:spPr>
          <a:xfrm>
            <a:off x="8104095" y="3907552"/>
            <a:ext cx="3576917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pt-BR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pt-BR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 </a:t>
            </a:r>
            <a:r>
              <a:rPr lang="pt-BR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... */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... */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pt-BR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</a:t>
            </a:r>
            <a:r>
              <a:rPr lang="pt-BR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pt-BR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pt-BR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... */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pt-BR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716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Zatvaranje (</a:t>
            </a:r>
            <a:r>
              <a:rPr lang="en-US" i="1"/>
              <a:t>closure</a:t>
            </a:r>
            <a:r>
              <a:rPr lang="en-US"/>
              <a:t>)</a:t>
            </a:r>
            <a:endParaRPr lang="sr-Latn-B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E00A2-4946-4671-9555-2E91BC0BE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32376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Kontekstno-ovisni l</a:t>
            </a:r>
            <a:r>
              <a:rPr lang="sr-Latn-BA"/>
              <a:t>ambda </a:t>
            </a:r>
            <a:r>
              <a:rPr lang="sr-Latn-BA" dirty="0"/>
              <a:t>izraz – način za </a:t>
            </a:r>
            <a:r>
              <a:rPr lang="sr-Latn-BA"/>
              <a:t>definisanje </a:t>
            </a:r>
            <a:r>
              <a:rPr lang="en-US"/>
              <a:t>tzv. </a:t>
            </a:r>
            <a:r>
              <a:rPr lang="sr-Latn-BA"/>
              <a:t>zatvaranja</a:t>
            </a:r>
            <a:endParaRPr lang="sr-Latn-BA" dirty="0"/>
          </a:p>
          <a:p>
            <a:r>
              <a:rPr lang="sr-Latn-BA" dirty="0"/>
              <a:t>Zatvaranje (</a:t>
            </a:r>
            <a:r>
              <a:rPr lang="sr-Latn-BA" i="1" dirty="0"/>
              <a:t>closure</a:t>
            </a:r>
            <a:r>
              <a:rPr lang="sr-Latn-BA" dirty="0"/>
              <a:t>) </a:t>
            </a:r>
            <a:r>
              <a:rPr lang="sr-Latn-BA" i="1" dirty="0"/>
              <a:t>– </a:t>
            </a:r>
            <a:r>
              <a:rPr lang="sr-Latn-BA" dirty="0"/>
              <a:t>bezimen</a:t>
            </a:r>
            <a:r>
              <a:rPr lang="en-US" dirty="0"/>
              <a:t>a funkcija </a:t>
            </a:r>
            <a:r>
              <a:rPr lang="sr-Latn-BA" dirty="0"/>
              <a:t>koji</a:t>
            </a:r>
            <a:r>
              <a:rPr lang="en-US" dirty="0"/>
              <a:t> </a:t>
            </a:r>
            <a:r>
              <a:rPr lang="sr-Latn-BA" dirty="0"/>
              <a:t>može da zahvata stanje konteksta u kom</a:t>
            </a:r>
            <a:r>
              <a:rPr lang="en-US" dirty="0"/>
              <a:t>e </a:t>
            </a:r>
            <a:r>
              <a:rPr lang="sr-Latn-BA" dirty="0"/>
              <a:t>je definisan</a:t>
            </a:r>
            <a:r>
              <a:rPr lang="en-US" dirty="0"/>
              <a:t>a</a:t>
            </a:r>
            <a:endParaRPr lang="sr-Latn-BA" dirty="0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Vezuje se za </a:t>
            </a:r>
            <a:r>
              <a:rPr lang="sr-Latn-BA" b="1">
                <a:latin typeface="Consolas" panose="020B0609020204030204" pitchFamily="49" charset="0"/>
              </a:rPr>
              <a:t>std::function</a:t>
            </a:r>
            <a:r>
              <a:rPr lang="en-US"/>
              <a:t> objekat</a:t>
            </a:r>
          </a:p>
          <a:p>
            <a:r>
              <a:rPr lang="sr-Latn-BA"/>
              <a:t>Tada će </a:t>
            </a:r>
            <a:r>
              <a:rPr lang="sr-Latn-BA" b="1">
                <a:latin typeface="Consolas" panose="020B0609020204030204" pitchFamily="49" charset="0"/>
              </a:rPr>
              <a:t>std::function</a:t>
            </a:r>
            <a:r>
              <a:rPr lang="sr-Latn-BA"/>
              <a:t> da obmotava tu lambda funkciju</a:t>
            </a:r>
            <a:endParaRPr lang="en-US"/>
          </a:p>
          <a:p>
            <a:r>
              <a:rPr lang="sr-Latn-BA"/>
              <a:t>Lista parametara treba da se poklapa sa listom parametara onoga za šta se lambda vezuje – </a:t>
            </a:r>
            <a:r>
              <a:rPr lang="sr-Latn-BA" b="1"/>
              <a:t>Args</a:t>
            </a:r>
            <a:r>
              <a:rPr lang="sr-Latn-BA"/>
              <a:t> tipski parametar kod </a:t>
            </a:r>
            <a:r>
              <a:rPr lang="sr-Latn-BA" b="1">
                <a:latin typeface="Consolas" panose="020B0609020204030204" pitchFamily="49" charset="0"/>
              </a:rPr>
              <a:t>std::function</a:t>
            </a:r>
          </a:p>
          <a:p>
            <a:r>
              <a:rPr lang="sr-Latn-BA"/>
              <a:t>Povratni tip lambde mora da odgovara povratnom tipa onoga za šta se lambda vezuje – </a:t>
            </a:r>
            <a:r>
              <a:rPr lang="sr-Latn-BA" b="1"/>
              <a:t>R</a:t>
            </a:r>
            <a:r>
              <a:rPr lang="sr-Latn-BA"/>
              <a:t> tipski parametar kod </a:t>
            </a:r>
            <a:r>
              <a:rPr lang="sr-Latn-BA" b="1">
                <a:latin typeface="Consolas" panose="020B0609020204030204" pitchFamily="49" charset="0"/>
              </a:rPr>
              <a:t>std::function</a:t>
            </a:r>
            <a:endParaRPr lang="en-US" b="1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sr-Latn-BA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CE6BC-A91A-4ADF-B7E7-5132371F9C0B}"/>
              </a:ext>
            </a:extLst>
          </p:cNvPr>
          <p:cNvSpPr txBox="1"/>
          <p:nvPr/>
        </p:nvSpPr>
        <p:spPr>
          <a:xfrm>
            <a:off x="2075329" y="2928257"/>
            <a:ext cx="8041342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sr-Latn-BA" b="1" u="sng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klauzula </a:t>
            </a:r>
            <a:r>
              <a:rPr lang="en-US" b="1" u="sng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za</a:t>
            </a:r>
            <a:r>
              <a:rPr lang="sr-Latn-BA" b="1" u="sng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hvatanja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*/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(</a:t>
            </a:r>
            <a:r>
              <a:rPr lang="sr-Latn-BA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lista parametara */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/* tijelo lambda funkcije */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4416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Lambda izraz</a:t>
            </a:r>
            <a:r>
              <a:rPr lang="en-US" dirty="0"/>
              <a:t> – klauzula hvatanja</a:t>
            </a:r>
            <a:endParaRPr lang="sr-Latn-B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E00A2-4946-4671-9555-2E91BC0BE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BA"/>
              <a:t>Lambda može </a:t>
            </a:r>
            <a:r>
              <a:rPr lang="en-US"/>
              <a:t>zahvat</a:t>
            </a:r>
            <a:r>
              <a:rPr lang="sr-Latn-BA"/>
              <a:t>i</a:t>
            </a:r>
            <a:r>
              <a:rPr lang="en-US"/>
              <a:t>ti</a:t>
            </a:r>
            <a:r>
              <a:rPr lang="sr-Latn-BA"/>
              <a:t> </a:t>
            </a:r>
            <a:r>
              <a:rPr lang="en-US"/>
              <a:t>varijable iz konteksta u </a:t>
            </a:r>
            <a:r>
              <a:rPr lang="en-US" dirty="0"/>
              <a:t>kom se defini</a:t>
            </a:r>
            <a:r>
              <a:rPr lang="sr-Latn-BA" dirty="0"/>
              <a:t>še</a:t>
            </a:r>
            <a:endParaRPr lang="en-US" dirty="0"/>
          </a:p>
          <a:p>
            <a:r>
              <a:rPr lang="en-US" dirty="0"/>
              <a:t>To zna</a:t>
            </a:r>
            <a:r>
              <a:rPr lang="sr-Latn-BA" dirty="0"/>
              <a:t>či da se te varijable mogu koristiti u tijelu lambda funkcije</a:t>
            </a:r>
            <a:endParaRPr lang="en-US" dirty="0"/>
          </a:p>
          <a:p>
            <a:endParaRPr lang="sr-Latn-B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4503A6-098B-4A0F-89A9-E6E4F84BA41F}"/>
              </a:ext>
            </a:extLst>
          </p:cNvPr>
          <p:cNvSpPr txBox="1"/>
          <p:nvPr/>
        </p:nvSpPr>
        <p:spPr>
          <a:xfrm>
            <a:off x="609600" y="2828924"/>
            <a:ext cx="10972800" cy="40290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Ne hvata ništa iz opsega.</a:t>
            </a:r>
            <a:endParaRPr lang="sr-Latn-BA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(</a:t>
            </a:r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/*...*/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/*...*/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Hvata sve korištene varijable iz opsega, po vrijednosti.</a:t>
            </a:r>
            <a:endParaRPr lang="sr-Latn-BA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[=] (</a:t>
            </a:r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/*...*/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/*...*/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Hvata sve korištene varijable iz opsega, po referenci.</a:t>
            </a:r>
            <a:endParaRPr lang="sr-Latn-BA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[&amp;] (</a:t>
            </a:r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/*...*/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/*...*/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Hvata a i b po vrijednosti</a:t>
            </a:r>
            <a:endParaRPr lang="sr-Latn-BA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sz="20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sr-Latn-BA" sz="20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(</a:t>
            </a:r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/*...*/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/*...*/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Hvata a po vrijednosti, b po referenci</a:t>
            </a:r>
            <a:endParaRPr lang="sr-Latn-BA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sz="20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sr-Latn-BA" sz="2000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(</a:t>
            </a:r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/*...*/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/*...*/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sr-Latn-BA" sz="20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Hvata trenutni objekat</a:t>
            </a:r>
            <a:r>
              <a:rPr lang="en-US" sz="2000" b="1">
                <a:solidFill>
                  <a:srgbClr val="008000"/>
                </a:solidFill>
                <a:latin typeface="Consolas" panose="020B0609020204030204" pitchFamily="49" charset="0"/>
              </a:rPr>
              <a:t> po referenci (</a:t>
            </a:r>
            <a:r>
              <a:rPr lang="sr-Latn-BA" sz="2000" b="1">
                <a:solidFill>
                  <a:srgbClr val="008000"/>
                </a:solidFill>
                <a:latin typeface="Consolas" panose="020B0609020204030204" pitchFamily="49" charset="0"/>
              </a:rPr>
              <a:t>članovi dostupni kroz this pokazivač)</a:t>
            </a:r>
            <a:endParaRPr lang="sr-Latn-BA" sz="20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sz="20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sz="20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(</a:t>
            </a:r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/*...*/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  <a:r>
              <a:rPr lang="sr-Latn-BA" sz="2000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/*...*/</a:t>
            </a:r>
            <a:r>
              <a:rPr lang="sr-Latn-BA" sz="2000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794796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Primje</a:t>
            </a:r>
            <a:r>
              <a:rPr lang="sr-Latn-BA"/>
              <a:t>r</a:t>
            </a:r>
            <a:r>
              <a:rPr lang="en-US"/>
              <a:t>i sa upotrebom omota</a:t>
            </a:r>
            <a:r>
              <a:rPr lang="sr-Latn-BA"/>
              <a:t>ča funkcije</a:t>
            </a:r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637D8-B74E-4275-B08E-711E9072CEAA}"/>
              </a:ext>
            </a:extLst>
          </p:cNvPr>
          <p:cNvSpPr txBox="1"/>
          <p:nvPr/>
        </p:nvSpPr>
        <p:spPr>
          <a:xfrm>
            <a:off x="139700" y="1699230"/>
            <a:ext cx="6224524" cy="5078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sr-Latn-BA" b="1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AF00DB"/>
                </a:solidFill>
                <a:latin typeface="Consolas" panose="020B0609020204030204" pitchFamily="49" charset="0"/>
              </a:rPr>
              <a:t>#include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A31515"/>
                </a:solidFill>
                <a:latin typeface="Consolas" panose="020B0609020204030204" pitchFamily="49" charset="0"/>
              </a:rPr>
              <a:t>&lt;functional&gt;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sayHi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function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()&gt;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cout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()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&lt;&lt;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endl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globalHi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A31515"/>
                </a:solidFill>
                <a:latin typeface="Consolas" panose="020B0609020204030204" pitchFamily="49" charset="0"/>
              </a:rPr>
              <a:t>"Hi from the global function! "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b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A</a:t>
            </a:r>
            <a:r>
              <a:rPr lang="en-US" b="1" dirty="0">
                <a:solidFill>
                  <a:srgbClr val="267F99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public: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operator()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sr-Latn-BA" b="1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A31515"/>
                </a:solidFill>
                <a:latin typeface="Consolas" panose="020B0609020204030204" pitchFamily="49" charset="0"/>
              </a:rPr>
              <a:t>"Hi from the class!"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AA145-0AB8-450A-8E08-67BE659CB797}"/>
              </a:ext>
            </a:extLst>
          </p:cNvPr>
          <p:cNvSpPr txBox="1"/>
          <p:nvPr/>
        </p:nvSpPr>
        <p:spPr>
          <a:xfrm>
            <a:off x="6364224" y="1699230"/>
            <a:ext cx="5756058" cy="5078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lvl="0"/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lvl="0"/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0"/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b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sayHi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0"/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sayHi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795E26"/>
                </a:solidFill>
                <a:latin typeface="Consolas" panose="020B0609020204030204" pitchFamily="49" charset="0"/>
              </a:rPr>
              <a:t>globalHi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795E26"/>
                </a:solidFill>
                <a:latin typeface="Consolas" panose="020B0609020204030204" pitchFamily="49" charset="0"/>
              </a:rPr>
              <a:t>sayHi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([]()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{ </a:t>
            </a:r>
            <a:r>
              <a:rPr lang="en-US" b="1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"Hi from lambda!"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 });</a:t>
            </a:r>
          </a:p>
          <a:p>
            <a:pPr lvl="0"/>
            <a:b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std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::</a:t>
            </a:r>
            <a:r>
              <a:rPr lang="sr-Latn-BA" b="1" dirty="0">
                <a:solidFill>
                  <a:srgbClr val="267F99"/>
                </a:solidFill>
                <a:latin typeface="Consolas" panose="020B0609020204030204" pitchFamily="49" charset="0"/>
              </a:rPr>
              <a:t>string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latin typeface="Consolas" panose="020B0609020204030204" pitchFamily="49" charset="0"/>
              </a:rPr>
              <a:t>mainVa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A31515"/>
                </a:solidFill>
                <a:latin typeface="Consolas" panose="020B0609020204030204" pitchFamily="49" charset="0"/>
              </a:rPr>
              <a:t>"Main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!</a:t>
            </a:r>
            <a:r>
              <a:rPr lang="sr-Latn-BA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795E26"/>
                </a:solidFill>
                <a:latin typeface="Consolas" panose="020B0609020204030204" pitchFamily="49" charset="0"/>
              </a:rPr>
              <a:t>sayHi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mainVal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]()</a:t>
            </a: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{ </a:t>
            </a:r>
            <a:r>
              <a:rPr lang="en-US" b="1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A31515"/>
                </a:solidFill>
                <a:latin typeface="Consolas" panose="020B0609020204030204" pitchFamily="49" charset="0"/>
              </a:rPr>
              <a:t>"Hi from 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95E26"/>
                </a:solidFill>
                <a:latin typeface="Consolas" panose="020B0609020204030204" pitchFamily="49" charset="0"/>
              </a:rPr>
              <a:t>+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1080"/>
                </a:solidFill>
                <a:latin typeface="Consolas" panose="020B0609020204030204" pitchFamily="49" charset="0"/>
              </a:rPr>
              <a:t>mainVal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; });</a:t>
            </a:r>
          </a:p>
          <a:p>
            <a:pPr lvl="0"/>
            <a:b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0"/>
            <a:r>
              <a:rPr lang="sr-Latn-BA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2FBE1-B843-4EDA-B366-864F32CD4BA2}"/>
              </a:ext>
            </a:extLst>
          </p:cNvPr>
          <p:cNvSpPr txBox="1"/>
          <p:nvPr/>
        </p:nvSpPr>
        <p:spPr>
          <a:xfrm>
            <a:off x="8407908" y="5292546"/>
            <a:ext cx="357987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/>
              <a:t>Hi from the class!</a:t>
            </a:r>
          </a:p>
          <a:p>
            <a:r>
              <a:rPr lang="en-US" b="1" dirty="0"/>
              <a:t>Hi from the global function!</a:t>
            </a:r>
          </a:p>
          <a:p>
            <a:r>
              <a:rPr lang="en-US" b="1" dirty="0"/>
              <a:t>Hi from lambda!</a:t>
            </a:r>
          </a:p>
          <a:p>
            <a:r>
              <a:rPr lang="en-US" b="1" dirty="0"/>
              <a:t>Hi from Main!</a:t>
            </a:r>
            <a:endParaRPr lang="sr-Latn-BA" b="1" dirty="0"/>
          </a:p>
        </p:txBody>
      </p:sp>
    </p:spTree>
    <p:extLst>
      <p:ext uri="{BB962C8B-B14F-4D97-AF65-F5344CB8AC3E}">
        <p14:creationId xmlns:p14="http://schemas.microsoft.com/office/powerpoint/2010/main" val="1189155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1C455-7E75-4DB5-A6E7-648DD0BD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Lambda izraz</a:t>
            </a:r>
            <a:r>
              <a:rPr lang="en-US" dirty="0"/>
              <a:t> – </a:t>
            </a:r>
            <a:r>
              <a:rPr lang="en-US"/>
              <a:t>primjer sa </a:t>
            </a:r>
            <a:r>
              <a:rPr lang="en-US" i="1"/>
              <a:t>forEach</a:t>
            </a:r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637D8-B74E-4275-B08E-711E9072CEAA}"/>
              </a:ext>
            </a:extLst>
          </p:cNvPr>
          <p:cNvSpPr txBox="1"/>
          <p:nvPr/>
        </p:nvSpPr>
        <p:spPr>
          <a:xfrm>
            <a:off x="139700" y="1699230"/>
            <a:ext cx="6477000" cy="28623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</a:t>
            </a:r>
            <a:r>
              <a:rPr lang="en-US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...</a:t>
            </a:r>
            <a:r>
              <a:rPr lang="en-US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</a:p>
          <a:p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...</a:t>
            </a:r>
            <a:r>
              <a:rPr lang="en-US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sr-Latn-BA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0AA145-0AB8-450A-8E08-67BE659CB797}"/>
              </a:ext>
            </a:extLst>
          </p:cNvPr>
          <p:cNvSpPr txBox="1"/>
          <p:nvPr/>
        </p:nvSpPr>
        <p:spPr>
          <a:xfrm>
            <a:off x="6616700" y="1699230"/>
            <a:ext cx="5397500" cy="21133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b="1">
              <a:solidFill>
                <a:srgbClr val="267F99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  Array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 arr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forEach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});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7C6BD1-1011-4AAB-B8E4-B42995132C39}"/>
              </a:ext>
            </a:extLst>
          </p:cNvPr>
          <p:cNvSpPr txBox="1"/>
          <p:nvPr/>
        </p:nvSpPr>
        <p:spPr>
          <a:xfrm>
            <a:off x="7290707" y="3130391"/>
            <a:ext cx="119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b="1" dirty="0">
                <a:solidFill>
                  <a:srgbClr val="008000"/>
                </a:solidFill>
                <a:latin typeface="Consolas" panose="020B0609020204030204" pitchFamily="49" charset="0"/>
              </a:rPr>
              <a:t>2468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427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0CF1D-7F39-7E23-E8D3-11BBB9E70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3EE96-642D-9142-D7E9-76D4AF8AF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Primjer </a:t>
            </a:r>
            <a:r>
              <a:rPr lang="sr-Latn-BA"/>
              <a:t>sa </a:t>
            </a:r>
            <a:r>
              <a:rPr lang="en-US"/>
              <a:t>operacij</a:t>
            </a:r>
            <a:r>
              <a:rPr lang="sr-Latn-BA"/>
              <a:t>om</a:t>
            </a:r>
            <a:r>
              <a:rPr lang="en-US"/>
              <a:t> filtriranja kolekcije</a:t>
            </a:r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F2254D-7F01-D879-6FA5-2126FEC48BED}"/>
              </a:ext>
            </a:extLst>
          </p:cNvPr>
          <p:cNvSpPr txBox="1"/>
          <p:nvPr/>
        </p:nvSpPr>
        <p:spPr>
          <a:xfrm>
            <a:off x="139699" y="1699230"/>
            <a:ext cx="5647642" cy="44413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Array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 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 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 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425"/>
              </a:lnSpc>
            </a:pP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2E2D7-89E9-74AD-D761-A19FCD968512}"/>
              </a:ext>
            </a:extLst>
          </p:cNvPr>
          <p:cNvSpPr txBox="1"/>
          <p:nvPr/>
        </p:nvSpPr>
        <p:spPr>
          <a:xfrm>
            <a:off x="5787341" y="1699230"/>
            <a:ext cx="6226857" cy="44156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"Original array: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a: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3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double&amp;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});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"Filtered array: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9859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DAF7E-CABB-BFF5-9262-A2652D636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B0A53-DA3B-ACCB-EAF0-512B91327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Primjer </a:t>
            </a:r>
            <a:r>
              <a:rPr lang="sr-Latn-BA"/>
              <a:t>sa </a:t>
            </a:r>
            <a:r>
              <a:rPr lang="en-US"/>
              <a:t>operacij</a:t>
            </a:r>
            <a:r>
              <a:rPr lang="sr-Latn-BA"/>
              <a:t>om</a:t>
            </a:r>
            <a:r>
              <a:rPr lang="en-US"/>
              <a:t> transformacije kolekcije</a:t>
            </a:r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29FCDC-75B3-F360-E51F-BA2CB161C27A}"/>
              </a:ext>
            </a:extLst>
          </p:cNvPr>
          <p:cNvSpPr txBox="1"/>
          <p:nvPr/>
        </p:nvSpPr>
        <p:spPr>
          <a:xfrm>
            <a:off x="139699" y="1699230"/>
            <a:ext cx="5263574" cy="43438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607265-DDED-6AAD-1C23-CE74F32FC163}"/>
              </a:ext>
            </a:extLst>
          </p:cNvPr>
          <p:cNvSpPr txBox="1"/>
          <p:nvPr/>
        </p:nvSpPr>
        <p:spPr>
          <a:xfrm>
            <a:off x="5403273" y="1699230"/>
            <a:ext cx="6610926" cy="49543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"Original array: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a and b: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2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double&amp;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});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"Transformed array: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sr-Latn-BA" b="1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699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F1A62-34D7-9F6A-021D-58BCBE109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D59AF-F695-52EB-D581-705F8476D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Primjer </a:t>
            </a:r>
            <a:r>
              <a:rPr lang="sr-Latn-BA"/>
              <a:t>sa </a:t>
            </a:r>
            <a:r>
              <a:rPr lang="en-US"/>
              <a:t>operacij</a:t>
            </a:r>
            <a:r>
              <a:rPr lang="sr-Latn-BA"/>
              <a:t>om</a:t>
            </a:r>
            <a:r>
              <a:rPr lang="en-US"/>
              <a:t> transformacije kolekcije (2)</a:t>
            </a:r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2BABC6-FF14-520C-BB92-FA4158F731E6}"/>
              </a:ext>
            </a:extLst>
          </p:cNvPr>
          <p:cNvSpPr txBox="1"/>
          <p:nvPr/>
        </p:nvSpPr>
        <p:spPr>
          <a:xfrm>
            <a:off x="139699" y="1699230"/>
            <a:ext cx="5263574" cy="50783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Transformacija iz tipa T u tip E</a:t>
            </a: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typename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&amp;)&gt;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{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 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]));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...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A8A1F2-4803-E3E8-4F44-AE4BE69124F8}"/>
              </a:ext>
            </a:extLst>
          </p:cNvPr>
          <p:cNvSpPr txBox="1"/>
          <p:nvPr/>
        </p:nvSpPr>
        <p:spPr>
          <a:xfrm>
            <a:off x="5403273" y="1699230"/>
            <a:ext cx="6610926" cy="51338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"Original array: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endl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"Enter a and b: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2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cin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1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transform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double&amp;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(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});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"Transformed array: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arr2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7289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B0C96-7A25-1279-3BD3-242088A7A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3052D-C10D-1FB6-6BBD-BFCF51F55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 dirty="0"/>
              <a:t>Lambda izraz</a:t>
            </a:r>
            <a:r>
              <a:rPr lang="en-US" dirty="0"/>
              <a:t> – </a:t>
            </a:r>
            <a:r>
              <a:rPr lang="en-US"/>
              <a:t>primjer sa agregacijom</a:t>
            </a:r>
            <a:endParaRPr lang="sr-Latn-B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42758F-3299-14A4-B433-6154E6E0637F}"/>
              </a:ext>
            </a:extLst>
          </p:cNvPr>
          <p:cNvSpPr txBox="1"/>
          <p:nvPr/>
        </p:nvSpPr>
        <p:spPr>
          <a:xfrm>
            <a:off x="139700" y="1699230"/>
            <a:ext cx="6477000" cy="48013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template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typename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en-US" b="1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  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size_t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1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sr-Latn-BA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...</a:t>
            </a:r>
            <a:r>
              <a:rPr lang="en-US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sr-Latn-BA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const T&amp;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const T&amp;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)&gt; </a:t>
            </a:r>
            <a:r>
              <a:rPr lang="sr-Latn-BA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1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latin typeface="Consolas" panose="020B0609020204030204" pitchFamily="49" charset="0"/>
              </a:rPr>
              <a:t>for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size_t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sr-Latn-BA" b="1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size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=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f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(</a:t>
            </a:r>
            <a:r>
              <a:rPr lang="en-US" b="1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arr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sr-Latn-BA" b="1">
                <a:solidFill>
                  <a:srgbClr val="001080"/>
                </a:solidFill>
                <a:latin typeface="Consolas" panose="020B0609020204030204" pitchFamily="49" charset="0"/>
              </a:rPr>
              <a:t>i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r>
              <a:rPr lang="sr-Latn-BA" b="1">
                <a:solidFill>
                  <a:srgbClr val="795E26"/>
                </a:solidFill>
                <a:latin typeface="Consolas" panose="020B0609020204030204" pitchFamily="49" charset="0"/>
              </a:rPr>
              <a:t>)</a:t>
            </a:r>
            <a:r>
              <a:rPr lang="sr-Latn-BA" b="1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sr-Latn-BA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sr-Latn-BA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sr-Latn-BA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sr-Latn-BA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sr-Latn-BA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...</a:t>
            </a:r>
            <a:r>
              <a:rPr lang="en-US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*/</a:t>
            </a:r>
          </a:p>
          <a:p>
            <a:r>
              <a:rPr lang="sr-Latn-BA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endParaRPr lang="sr-Latn-BA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CCE3CB-9C77-A72F-2FC9-C6A62A8B8CD1}"/>
              </a:ext>
            </a:extLst>
          </p:cNvPr>
          <p:cNvSpPr txBox="1"/>
          <p:nvPr/>
        </p:nvSpPr>
        <p:spPr>
          <a:xfrm>
            <a:off x="6616700" y="1699230"/>
            <a:ext cx="539750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b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}, </a:t>
            </a:r>
            <a:r>
              <a:rPr lang="en-US" b="1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b="1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endParaRPr lang="en-US" b="1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US" b="1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b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aggregate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[](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US" b="1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b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}, </a:t>
            </a:r>
            <a:r>
              <a:rPr lang="en-US" b="1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0971D0-E456-A8AF-5198-8A83B77C4776}"/>
              </a:ext>
            </a:extLst>
          </p:cNvPr>
          <p:cNvSpPr txBox="1"/>
          <p:nvPr/>
        </p:nvSpPr>
        <p:spPr>
          <a:xfrm>
            <a:off x="9223829" y="2564905"/>
            <a:ext cx="316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(((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0+1)+2)+3)+4 = 10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32EBB7-AD05-3416-7AB2-5C0B1E9E3B22}"/>
              </a:ext>
            </a:extLst>
          </p:cNvPr>
          <p:cNvSpPr txBox="1"/>
          <p:nvPr/>
        </p:nvSpPr>
        <p:spPr>
          <a:xfrm>
            <a:off x="9315450" y="3615246"/>
            <a:ext cx="316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r-Latn-BA" b="1">
                <a:solidFill>
                  <a:srgbClr val="008000"/>
                </a:solidFill>
                <a:latin typeface="Consolas" panose="020B0609020204030204" pitchFamily="49" charset="0"/>
              </a:rPr>
              <a:t>(((</a:t>
            </a:r>
            <a:r>
              <a:rPr lang="sr-Latn-BA" b="1" dirty="0">
                <a:solidFill>
                  <a:srgbClr val="008000"/>
                </a:solidFill>
                <a:latin typeface="Consolas" panose="020B0609020204030204" pitchFamily="49" charset="0"/>
              </a:rPr>
              <a:t>1*1)*2)*3)*4 = 24</a:t>
            </a:r>
            <a:endParaRPr lang="sr-Latn-BA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87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4844</TotalTime>
  <Words>3591</Words>
  <Application>Microsoft Office PowerPoint</Application>
  <PresentationFormat>Widescreen</PresentationFormat>
  <Paragraphs>536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Cascadia Mono</vt:lpstr>
      <vt:lpstr>Consolas</vt:lpstr>
      <vt:lpstr>Wingdings</vt:lpstr>
      <vt:lpstr>Office Theme</vt:lpstr>
      <vt:lpstr>Programski jezici 1</vt:lpstr>
      <vt:lpstr>Pametni pokazivači</vt:lpstr>
      <vt:lpstr>Jedinstveni pokazivač – naivna implementacija</vt:lpstr>
      <vt:lpstr>Dijeljeni pokazivač – naivna implementacija</vt:lpstr>
      <vt:lpstr>Pametni pokazivači iz standardne biblioteke</vt:lpstr>
      <vt:lpstr>PowerPoint Presentation</vt:lpstr>
      <vt:lpstr>Programski jezici 1</vt:lpstr>
      <vt:lpstr>Lambda izraz za bezimene funkcije</vt:lpstr>
      <vt:lpstr>Lambda izraz – tijelo lambde i lista parametara</vt:lpstr>
      <vt:lpstr>Primjer sa operacijom forEach</vt:lpstr>
      <vt:lpstr>Primjer sa operacijom transformacije kolekcije</vt:lpstr>
      <vt:lpstr>Primjer sa filtriranjem elemenata kolekcije</vt:lpstr>
      <vt:lpstr>Primjer sa operacijom agregacije</vt:lpstr>
      <vt:lpstr>Programski jezici 1</vt:lpstr>
      <vt:lpstr>std::function</vt:lpstr>
      <vt:lpstr>Zatvaranje (closure)</vt:lpstr>
      <vt:lpstr>Lambda izraz – klauzula hvatanja</vt:lpstr>
      <vt:lpstr>Primjeri sa upotrebom omotača funkcije</vt:lpstr>
      <vt:lpstr>Lambda izraz – primjer sa forEach</vt:lpstr>
      <vt:lpstr>Primjer sa operacijom filtriranja kolekcije</vt:lpstr>
      <vt:lpstr>Primjer sa operacijom transformacije kolekcije</vt:lpstr>
      <vt:lpstr>Primjer sa operacijom transformacije kolekcije (2)</vt:lpstr>
      <vt:lpstr>Lambda izraz – primjer sa agregacijom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Programski jezici 1</dc:title>
  <dc:creator>Stefan Novaković</dc:creator>
  <cp:lastModifiedBy>Stefan Novaković</cp:lastModifiedBy>
  <cp:revision>19</cp:revision>
  <dcterms:created xsi:type="dcterms:W3CDTF">2021-09-29T13:55:43Z</dcterms:created>
  <dcterms:modified xsi:type="dcterms:W3CDTF">2024-12-20T13:07:23Z</dcterms:modified>
</cp:coreProperties>
</file>