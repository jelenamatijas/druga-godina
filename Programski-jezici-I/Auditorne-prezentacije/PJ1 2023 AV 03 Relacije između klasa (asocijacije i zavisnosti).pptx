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79" r:id="rId2"/>
    <p:sldId id="393" r:id="rId3"/>
    <p:sldId id="385" r:id="rId4"/>
    <p:sldId id="387" r:id="rId5"/>
    <p:sldId id="382" r:id="rId6"/>
    <p:sldId id="354" r:id="rId7"/>
    <p:sldId id="368" r:id="rId8"/>
    <p:sldId id="366" r:id="rId9"/>
    <p:sldId id="355" r:id="rId10"/>
    <p:sldId id="367" r:id="rId11"/>
    <p:sldId id="3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ompozicija i agregacija" id="{1272149E-6B2D-429A-8FB1-8B8ED654FF5B}">
          <p14:sldIdLst>
            <p14:sldId id="379"/>
            <p14:sldId id="393"/>
            <p14:sldId id="385"/>
            <p14:sldId id="387"/>
            <p14:sldId id="382"/>
            <p14:sldId id="354"/>
            <p14:sldId id="368"/>
            <p14:sldId id="366"/>
            <p14:sldId id="355"/>
            <p14:sldId id="367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F99"/>
    <a:srgbClr val="008000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AF299-FB31-4038-B770-7BB0EFF6B67D}" v="133" dt="2023-10-29T17:27:42.823"/>
    <p1510:client id="{5A097114-EF2D-4B1E-B7B7-1B6B418DEBE6}" v="632" dt="2023-10-30T13:51:39.009"/>
    <p1510:client id="{9A47ED04-19FC-4C8F-9871-55042B95C07F}" v="554" dt="2023-10-29T22:07:32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1B6AF299-FB31-4038-B770-7BB0EFF6B67D}"/>
    <pc:docChg chg="undo redo custSel addSld delSld modSld sldOrd delSection modSection">
      <pc:chgData name="Stefan Novaković" userId="48d5634ac72bd80c" providerId="LiveId" clId="{1B6AF299-FB31-4038-B770-7BB0EFF6B67D}" dt="2023-10-29T17:27:42.823" v="9418" actId="20577"/>
      <pc:docMkLst>
        <pc:docMk/>
      </pc:docMkLst>
      <pc:sldChg chg="modSp modAnim">
        <pc:chgData name="Stefan Novaković" userId="48d5634ac72bd80c" providerId="LiveId" clId="{1B6AF299-FB31-4038-B770-7BB0EFF6B67D}" dt="2023-10-29T17:26:43.765" v="9417" actId="20577"/>
        <pc:sldMkLst>
          <pc:docMk/>
          <pc:sldMk cId="4064907739" sldId="354"/>
        </pc:sldMkLst>
        <pc:spChg chg="mod">
          <ac:chgData name="Stefan Novaković" userId="48d5634ac72bd80c" providerId="LiveId" clId="{1B6AF299-FB31-4038-B770-7BB0EFF6B67D}" dt="2023-10-29T17:26:43.765" v="9417" actId="20577"/>
          <ac:spMkLst>
            <pc:docMk/>
            <pc:sldMk cId="4064907739" sldId="354"/>
            <ac:spMk id="3" creationId="{D451D417-08BB-45D1-833A-8FF3714BB64F}"/>
          </ac:spMkLst>
        </pc:spChg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1207849949" sldId="356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3318127677" sldId="357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575743361" sldId="358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3257214019" sldId="360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2533802393" sldId="362"/>
        </pc:sldMkLst>
      </pc:sldChg>
      <pc:sldChg chg="modSp mod modAnim">
        <pc:chgData name="Stefan Novaković" userId="48d5634ac72bd80c" providerId="LiveId" clId="{1B6AF299-FB31-4038-B770-7BB0EFF6B67D}" dt="2023-10-29T15:26:54.270" v="9152" actId="20577"/>
        <pc:sldMkLst>
          <pc:docMk/>
          <pc:sldMk cId="2733798617" sldId="366"/>
        </pc:sldMkLst>
        <pc:spChg chg="mod">
          <ac:chgData name="Stefan Novaković" userId="48d5634ac72bd80c" providerId="LiveId" clId="{1B6AF299-FB31-4038-B770-7BB0EFF6B67D}" dt="2023-10-29T13:01:59.659" v="8014"/>
          <ac:spMkLst>
            <pc:docMk/>
            <pc:sldMk cId="2733798617" sldId="366"/>
            <ac:spMk id="3" creationId="{39ABD922-0B27-49FA-97EB-1614982DEA35}"/>
          </ac:spMkLst>
        </pc:spChg>
        <pc:spChg chg="mod">
          <ac:chgData name="Stefan Novaković" userId="48d5634ac72bd80c" providerId="LiveId" clId="{1B6AF299-FB31-4038-B770-7BB0EFF6B67D}" dt="2023-10-29T15:26:54.270" v="9152" actId="20577"/>
          <ac:spMkLst>
            <pc:docMk/>
            <pc:sldMk cId="2733798617" sldId="366"/>
            <ac:spMk id="7" creationId="{F7C676C1-DD33-4024-9AEB-2FB732697404}"/>
          </ac:spMkLst>
        </pc:spChg>
        <pc:spChg chg="mod">
          <ac:chgData name="Stefan Novaković" userId="48d5634ac72bd80c" providerId="LiveId" clId="{1B6AF299-FB31-4038-B770-7BB0EFF6B67D}" dt="2023-10-29T13:01:58.306" v="8013" actId="21"/>
          <ac:spMkLst>
            <pc:docMk/>
            <pc:sldMk cId="2733798617" sldId="366"/>
            <ac:spMk id="8" creationId="{72F685E2-5EA2-4B26-9613-F126264AE215}"/>
          </ac:spMkLst>
        </pc:spChg>
        <pc:spChg chg="mod">
          <ac:chgData name="Stefan Novaković" userId="48d5634ac72bd80c" providerId="LiveId" clId="{1B6AF299-FB31-4038-B770-7BB0EFF6B67D}" dt="2023-10-29T13:04:43.352" v="8034" actId="20577"/>
          <ac:spMkLst>
            <pc:docMk/>
            <pc:sldMk cId="2733798617" sldId="366"/>
            <ac:spMk id="19" creationId="{AAC97A78-960C-453F-8BEB-1BE5DBE45BC2}"/>
          </ac:spMkLst>
        </pc:spChg>
      </pc:sldChg>
      <pc:sldChg chg="modSp">
        <pc:chgData name="Stefan Novaković" userId="48d5634ac72bd80c" providerId="LiveId" clId="{1B6AF299-FB31-4038-B770-7BB0EFF6B67D}" dt="2023-10-29T17:27:42.823" v="9418" actId="20577"/>
        <pc:sldMkLst>
          <pc:docMk/>
          <pc:sldMk cId="2098596" sldId="368"/>
        </pc:sldMkLst>
        <pc:spChg chg="mod">
          <ac:chgData name="Stefan Novaković" userId="48d5634ac72bd80c" providerId="LiveId" clId="{1B6AF299-FB31-4038-B770-7BB0EFF6B67D}" dt="2023-10-29T17:27:42.823" v="9418" actId="20577"/>
          <ac:spMkLst>
            <pc:docMk/>
            <pc:sldMk cId="2098596" sldId="368"/>
            <ac:spMk id="3" creationId="{D451D417-08BB-45D1-833A-8FF3714BB64F}"/>
          </ac:spMkLst>
        </pc:spChg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3724346160" sldId="369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2032713832" sldId="370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4037112640" sldId="371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3841179163" sldId="372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488280995" sldId="373"/>
        </pc:sldMkLst>
      </pc:sldChg>
      <pc:sldChg chg="del">
        <pc:chgData name="Stefan Novaković" userId="48d5634ac72bd80c" providerId="LiveId" clId="{1B6AF299-FB31-4038-B770-7BB0EFF6B67D}" dt="2023-10-29T00:02:46.458" v="1396" actId="47"/>
        <pc:sldMkLst>
          <pc:docMk/>
          <pc:sldMk cId="685143188" sldId="374"/>
        </pc:sldMkLst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3971571053" sldId="375"/>
        </pc:sldMkLst>
      </pc:sldChg>
      <pc:sldChg chg="del">
        <pc:chgData name="Stefan Novaković" userId="48d5634ac72bd80c" providerId="LiveId" clId="{1B6AF299-FB31-4038-B770-7BB0EFF6B67D}" dt="2023-10-29T00:02:46.458" v="1396" actId="47"/>
        <pc:sldMkLst>
          <pc:docMk/>
          <pc:sldMk cId="976777662" sldId="377"/>
        </pc:sldMkLst>
      </pc:sldChg>
      <pc:sldChg chg="modSp">
        <pc:chgData name="Stefan Novaković" userId="48d5634ac72bd80c" providerId="LiveId" clId="{1B6AF299-FB31-4038-B770-7BB0EFF6B67D}" dt="2023-10-29T15:24:26.706" v="8788" actId="20577"/>
        <pc:sldMkLst>
          <pc:docMk/>
          <pc:sldMk cId="3034679670" sldId="379"/>
        </pc:sldMkLst>
        <pc:spChg chg="mod">
          <ac:chgData name="Stefan Novaković" userId="48d5634ac72bd80c" providerId="LiveId" clId="{1B6AF299-FB31-4038-B770-7BB0EFF6B67D}" dt="2023-10-29T15:24:26.706" v="8788" actId="20577"/>
          <ac:spMkLst>
            <pc:docMk/>
            <pc:sldMk cId="3034679670" sldId="379"/>
            <ac:spMk id="3" creationId="{8035EEB5-5D68-4E7E-B791-D67A4F98FCC3}"/>
          </ac:spMkLst>
        </pc:spChg>
      </pc:sldChg>
      <pc:sldChg chg="del">
        <pc:chgData name="Stefan Novaković" userId="48d5634ac72bd80c" providerId="LiveId" clId="{1B6AF299-FB31-4038-B770-7BB0EFF6B67D}" dt="2023-10-26T11:09:32.330" v="0" actId="47"/>
        <pc:sldMkLst>
          <pc:docMk/>
          <pc:sldMk cId="2224707265" sldId="380"/>
        </pc:sldMkLst>
      </pc:sldChg>
      <pc:sldChg chg="del">
        <pc:chgData name="Stefan Novaković" userId="48d5634ac72bd80c" providerId="LiveId" clId="{1B6AF299-FB31-4038-B770-7BB0EFF6B67D}" dt="2023-10-29T00:02:46.458" v="1396" actId="47"/>
        <pc:sldMkLst>
          <pc:docMk/>
          <pc:sldMk cId="2762751761" sldId="381"/>
        </pc:sldMkLst>
      </pc:sldChg>
      <pc:sldChg chg="addSp delSp modSp add mod ord delAnim modAnim chgLayout">
        <pc:chgData name="Stefan Novaković" userId="48d5634ac72bd80c" providerId="LiveId" clId="{1B6AF299-FB31-4038-B770-7BB0EFF6B67D}" dt="2023-10-29T12:06:48.997" v="7576" actId="20577"/>
        <pc:sldMkLst>
          <pc:docMk/>
          <pc:sldMk cId="2130956120" sldId="382"/>
        </pc:sldMkLst>
        <pc:spChg chg="mod ord">
          <ac:chgData name="Stefan Novaković" userId="48d5634ac72bd80c" providerId="LiveId" clId="{1B6AF299-FB31-4038-B770-7BB0EFF6B67D}" dt="2023-10-29T12:06:42.538" v="7574" actId="114"/>
          <ac:spMkLst>
            <pc:docMk/>
            <pc:sldMk cId="2130956120" sldId="382"/>
            <ac:spMk id="2" creationId="{B9776CDA-5B55-4BC5-B51E-D6F6BB2817BE}"/>
          </ac:spMkLst>
        </pc:spChg>
        <pc:spChg chg="del mod">
          <ac:chgData name="Stefan Novaković" userId="48d5634ac72bd80c" providerId="LiveId" clId="{1B6AF299-FB31-4038-B770-7BB0EFF6B67D}" dt="2023-10-26T11:12:42.543" v="82" actId="478"/>
          <ac:spMkLst>
            <pc:docMk/>
            <pc:sldMk cId="2130956120" sldId="382"/>
            <ac:spMk id="3" creationId="{D451D417-08BB-45D1-833A-8FF3714BB64F}"/>
          </ac:spMkLst>
        </pc:spChg>
        <pc:spChg chg="add del mod">
          <ac:chgData name="Stefan Novaković" userId="48d5634ac72bd80c" providerId="LiveId" clId="{1B6AF299-FB31-4038-B770-7BB0EFF6B67D}" dt="2023-10-26T11:12:49.759" v="87" actId="478"/>
          <ac:spMkLst>
            <pc:docMk/>
            <pc:sldMk cId="2130956120" sldId="382"/>
            <ac:spMk id="5" creationId="{A53DBD29-EE07-C9D7-5E47-479857F4D946}"/>
          </ac:spMkLst>
        </pc:spChg>
        <pc:spChg chg="add del mod">
          <ac:chgData name="Stefan Novaković" userId="48d5634ac72bd80c" providerId="LiveId" clId="{1B6AF299-FB31-4038-B770-7BB0EFF6B67D}" dt="2023-10-26T11:12:49.103" v="86"/>
          <ac:spMkLst>
            <pc:docMk/>
            <pc:sldMk cId="2130956120" sldId="382"/>
            <ac:spMk id="6" creationId="{263B239C-492A-039A-C871-9EE47156D903}"/>
          </ac:spMkLst>
        </pc:spChg>
        <pc:spChg chg="add del mod">
          <ac:chgData name="Stefan Novaković" userId="48d5634ac72bd80c" providerId="LiveId" clId="{1B6AF299-FB31-4038-B770-7BB0EFF6B67D}" dt="2023-10-26T11:12:48.900" v="85"/>
          <ac:spMkLst>
            <pc:docMk/>
            <pc:sldMk cId="2130956120" sldId="382"/>
            <ac:spMk id="7" creationId="{48165584-220E-878A-98D2-B40D1FE5C6D5}"/>
          </ac:spMkLst>
        </pc:spChg>
        <pc:spChg chg="add del mod">
          <ac:chgData name="Stefan Novaković" userId="48d5634ac72bd80c" providerId="LiveId" clId="{1B6AF299-FB31-4038-B770-7BB0EFF6B67D}" dt="2023-10-26T11:12:51.474" v="91"/>
          <ac:spMkLst>
            <pc:docMk/>
            <pc:sldMk cId="2130956120" sldId="382"/>
            <ac:spMk id="8" creationId="{7AF70CF2-90BB-CE45-40AC-F9A45B03461A}"/>
          </ac:spMkLst>
        </pc:spChg>
        <pc:spChg chg="add del mod">
          <ac:chgData name="Stefan Novaković" userId="48d5634ac72bd80c" providerId="LiveId" clId="{1B6AF299-FB31-4038-B770-7BB0EFF6B67D}" dt="2023-10-26T11:12:51.316" v="90"/>
          <ac:spMkLst>
            <pc:docMk/>
            <pc:sldMk cId="2130956120" sldId="382"/>
            <ac:spMk id="9" creationId="{8A9F118E-1A25-33D1-F2EE-03927C7D910E}"/>
          </ac:spMkLst>
        </pc:spChg>
        <pc:spChg chg="add mod ord">
          <ac:chgData name="Stefan Novaković" userId="48d5634ac72bd80c" providerId="LiveId" clId="{1B6AF299-FB31-4038-B770-7BB0EFF6B67D}" dt="2023-10-29T12:06:48.997" v="7576" actId="20577"/>
          <ac:spMkLst>
            <pc:docMk/>
            <pc:sldMk cId="2130956120" sldId="382"/>
            <ac:spMk id="10" creationId="{24DC01FA-8DB6-7705-FAD7-4F88D8BD5EB6}"/>
          </ac:spMkLst>
        </pc:spChg>
      </pc:sldChg>
      <pc:sldChg chg="addSp delSp modSp new mod">
        <pc:chgData name="Stefan Novaković" userId="48d5634ac72bd80c" providerId="LiveId" clId="{1B6AF299-FB31-4038-B770-7BB0EFF6B67D}" dt="2023-10-29T00:24:29.442" v="2692" actId="20577"/>
        <pc:sldMkLst>
          <pc:docMk/>
          <pc:sldMk cId="1272582203" sldId="383"/>
        </pc:sldMkLst>
        <pc:spChg chg="mod">
          <ac:chgData name="Stefan Novaković" userId="48d5634ac72bd80c" providerId="LiveId" clId="{1B6AF299-FB31-4038-B770-7BB0EFF6B67D}" dt="2023-10-29T00:24:29.442" v="2692" actId="20577"/>
          <ac:spMkLst>
            <pc:docMk/>
            <pc:sldMk cId="1272582203" sldId="383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00:24:00.692" v="2642" actId="20577"/>
          <ac:spMkLst>
            <pc:docMk/>
            <pc:sldMk cId="1272582203" sldId="383"/>
            <ac:spMk id="3" creationId="{5D179177-4928-9075-1BD8-64651D0F4A0A}"/>
          </ac:spMkLst>
        </pc:spChg>
        <pc:spChg chg="add del mod">
          <ac:chgData name="Stefan Novaković" userId="48d5634ac72bd80c" providerId="LiveId" clId="{1B6AF299-FB31-4038-B770-7BB0EFF6B67D}" dt="2023-10-29T00:24:13.804" v="2646" actId="22"/>
          <ac:spMkLst>
            <pc:docMk/>
            <pc:sldMk cId="1272582203" sldId="383"/>
            <ac:spMk id="5" creationId="{BBBAF1E6-6A6B-B6F6-899D-6CB5AD244CD3}"/>
          </ac:spMkLst>
        </pc:spChg>
      </pc:sldChg>
      <pc:sldChg chg="addSp modSp add mod">
        <pc:chgData name="Stefan Novaković" userId="48d5634ac72bd80c" providerId="LiveId" clId="{1B6AF299-FB31-4038-B770-7BB0EFF6B67D}" dt="2023-10-29T12:12:26.853" v="7860" actId="1076"/>
        <pc:sldMkLst>
          <pc:docMk/>
          <pc:sldMk cId="4125996443" sldId="384"/>
        </pc:sldMkLst>
        <pc:spChg chg="mod">
          <ac:chgData name="Stefan Novaković" userId="48d5634ac72bd80c" providerId="LiveId" clId="{1B6AF299-FB31-4038-B770-7BB0EFF6B67D}" dt="2023-10-29T00:24:18.235" v="2658" actId="20577"/>
          <ac:spMkLst>
            <pc:docMk/>
            <pc:sldMk cId="4125996443" sldId="384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01:12:49.834" v="3037"/>
          <ac:spMkLst>
            <pc:docMk/>
            <pc:sldMk cId="4125996443" sldId="384"/>
            <ac:spMk id="3" creationId="{5D179177-4928-9075-1BD8-64651D0F4A0A}"/>
          </ac:spMkLst>
        </pc:spChg>
        <pc:picChg chg="add mod">
          <ac:chgData name="Stefan Novaković" userId="48d5634ac72bd80c" providerId="LiveId" clId="{1B6AF299-FB31-4038-B770-7BB0EFF6B67D}" dt="2023-10-29T12:12:26.853" v="7860" actId="1076"/>
          <ac:picMkLst>
            <pc:docMk/>
            <pc:sldMk cId="4125996443" sldId="384"/>
            <ac:picMk id="5" creationId="{C062489E-9342-9CF9-DFB8-08514F303004}"/>
          </ac:picMkLst>
        </pc:picChg>
      </pc:sldChg>
      <pc:sldChg chg="addSp delSp modSp add mod ord">
        <pc:chgData name="Stefan Novaković" userId="48d5634ac72bd80c" providerId="LiveId" clId="{1B6AF299-FB31-4038-B770-7BB0EFF6B67D}" dt="2023-10-29T15:18:46.791" v="8787" actId="20577"/>
        <pc:sldMkLst>
          <pc:docMk/>
          <pc:sldMk cId="1607369598" sldId="385"/>
        </pc:sldMkLst>
        <pc:spChg chg="mod">
          <ac:chgData name="Stefan Novaković" userId="48d5634ac72bd80c" providerId="LiveId" clId="{1B6AF299-FB31-4038-B770-7BB0EFF6B67D}" dt="2023-10-29T15:09:45.677" v="8197" actId="20577"/>
          <ac:spMkLst>
            <pc:docMk/>
            <pc:sldMk cId="1607369598" sldId="385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15:18:46.791" v="8787" actId="20577"/>
          <ac:spMkLst>
            <pc:docMk/>
            <pc:sldMk cId="1607369598" sldId="385"/>
            <ac:spMk id="3" creationId="{5D179177-4928-9075-1BD8-64651D0F4A0A}"/>
          </ac:spMkLst>
        </pc:spChg>
        <pc:spChg chg="add del mod">
          <ac:chgData name="Stefan Novaković" userId="48d5634ac72bd80c" providerId="LiveId" clId="{1B6AF299-FB31-4038-B770-7BB0EFF6B67D}" dt="2023-10-29T02:54:43.001" v="5514" actId="22"/>
          <ac:spMkLst>
            <pc:docMk/>
            <pc:sldMk cId="1607369598" sldId="385"/>
            <ac:spMk id="5" creationId="{58701D3D-18BA-DE77-BD3E-3E9A65D2DAF8}"/>
          </ac:spMkLst>
        </pc:spChg>
      </pc:sldChg>
      <pc:sldChg chg="add del ord">
        <pc:chgData name="Stefan Novaković" userId="48d5634ac72bd80c" providerId="LiveId" clId="{1B6AF299-FB31-4038-B770-7BB0EFF6B67D}" dt="2023-10-29T00:24:33.518" v="2693" actId="47"/>
        <pc:sldMkLst>
          <pc:docMk/>
          <pc:sldMk cId="3475424676" sldId="385"/>
        </pc:sldMkLst>
      </pc:sldChg>
      <pc:sldChg chg="modSp add mod">
        <pc:chgData name="Stefan Novaković" userId="48d5634ac72bd80c" providerId="LiveId" clId="{1B6AF299-FB31-4038-B770-7BB0EFF6B67D}" dt="2023-10-29T10:34:56.810" v="6419" actId="20577"/>
        <pc:sldMkLst>
          <pc:docMk/>
          <pc:sldMk cId="972552809" sldId="386"/>
        </pc:sldMkLst>
        <pc:spChg chg="mod">
          <ac:chgData name="Stefan Novaković" userId="48d5634ac72bd80c" providerId="LiveId" clId="{1B6AF299-FB31-4038-B770-7BB0EFF6B67D}" dt="2023-10-29T10:34:56.810" v="6419" actId="20577"/>
          <ac:spMkLst>
            <pc:docMk/>
            <pc:sldMk cId="972552809" sldId="386"/>
            <ac:spMk id="3" creationId="{5D179177-4928-9075-1BD8-64651D0F4A0A}"/>
          </ac:spMkLst>
        </pc:spChg>
      </pc:sldChg>
      <pc:sldChg chg="modSp add del mod">
        <pc:chgData name="Stefan Novaković" userId="48d5634ac72bd80c" providerId="LiveId" clId="{1B6AF299-FB31-4038-B770-7BB0EFF6B67D}" dt="2023-10-29T10:06:55.866" v="5660" actId="2696"/>
        <pc:sldMkLst>
          <pc:docMk/>
          <pc:sldMk cId="2157714604" sldId="386"/>
        </pc:sldMkLst>
        <pc:spChg chg="mod">
          <ac:chgData name="Stefan Novaković" userId="48d5634ac72bd80c" providerId="LiveId" clId="{1B6AF299-FB31-4038-B770-7BB0EFF6B67D}" dt="2023-10-29T02:54:51.441" v="5539" actId="20577"/>
          <ac:spMkLst>
            <pc:docMk/>
            <pc:sldMk cId="2157714604" sldId="386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02:56:48.863" v="5653" actId="20577"/>
          <ac:spMkLst>
            <pc:docMk/>
            <pc:sldMk cId="2157714604" sldId="386"/>
            <ac:spMk id="3" creationId="{5D179177-4928-9075-1BD8-64651D0F4A0A}"/>
          </ac:spMkLst>
        </pc:spChg>
      </pc:sldChg>
      <pc:sldChg chg="addSp delSp modSp add mod ord">
        <pc:chgData name="Stefan Novaković" userId="48d5634ac72bd80c" providerId="LiveId" clId="{1B6AF299-FB31-4038-B770-7BB0EFF6B67D}" dt="2023-10-29T14:54:40.473" v="8038" actId="22"/>
        <pc:sldMkLst>
          <pc:docMk/>
          <pc:sldMk cId="2888992160" sldId="387"/>
        </pc:sldMkLst>
        <pc:spChg chg="mod">
          <ac:chgData name="Stefan Novaković" userId="48d5634ac72bd80c" providerId="LiveId" clId="{1B6AF299-FB31-4038-B770-7BB0EFF6B67D}" dt="2023-10-29T11:55:06.557" v="6942" actId="114"/>
          <ac:spMkLst>
            <pc:docMk/>
            <pc:sldMk cId="2888992160" sldId="387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12:11:51.399" v="7852" actId="20577"/>
          <ac:spMkLst>
            <pc:docMk/>
            <pc:sldMk cId="2888992160" sldId="387"/>
            <ac:spMk id="3" creationId="{5D179177-4928-9075-1BD8-64651D0F4A0A}"/>
          </ac:spMkLst>
        </pc:spChg>
        <pc:spChg chg="add del mod">
          <ac:chgData name="Stefan Novaković" userId="48d5634ac72bd80c" providerId="LiveId" clId="{1B6AF299-FB31-4038-B770-7BB0EFF6B67D}" dt="2023-10-29T14:54:40.473" v="8038" actId="22"/>
          <ac:spMkLst>
            <pc:docMk/>
            <pc:sldMk cId="2888992160" sldId="387"/>
            <ac:spMk id="5" creationId="{80AA75B8-C0C5-2E12-B2F8-C6B953358FD1}"/>
          </ac:spMkLst>
        </pc:spChg>
      </pc:sldChg>
      <pc:sldChg chg="delSp modSp add mod">
        <pc:chgData name="Stefan Novaković" userId="48d5634ac72bd80c" providerId="LiveId" clId="{1B6AF299-FB31-4038-B770-7BB0EFF6B67D}" dt="2023-10-29T16:23:54.063" v="9363" actId="14"/>
        <pc:sldMkLst>
          <pc:docMk/>
          <pc:sldMk cId="3258122485" sldId="388"/>
        </pc:sldMkLst>
        <pc:spChg chg="mod">
          <ac:chgData name="Stefan Novaković" userId="48d5634ac72bd80c" providerId="LiveId" clId="{1B6AF299-FB31-4038-B770-7BB0EFF6B67D}" dt="2023-10-29T16:23:54.063" v="9363" actId="14"/>
          <ac:spMkLst>
            <pc:docMk/>
            <pc:sldMk cId="3258122485" sldId="388"/>
            <ac:spMk id="3" creationId="{5D179177-4928-9075-1BD8-64651D0F4A0A}"/>
          </ac:spMkLst>
        </pc:spChg>
        <pc:picChg chg="del">
          <ac:chgData name="Stefan Novaković" userId="48d5634ac72bd80c" providerId="LiveId" clId="{1B6AF299-FB31-4038-B770-7BB0EFF6B67D}" dt="2023-10-29T12:12:19.831" v="7853" actId="478"/>
          <ac:picMkLst>
            <pc:docMk/>
            <pc:sldMk cId="3258122485" sldId="388"/>
            <ac:picMk id="5" creationId="{C062489E-9342-9CF9-DFB8-08514F303004}"/>
          </ac:picMkLst>
        </pc:picChg>
      </pc:sldChg>
      <pc:sldChg chg="addSp delSp modSp add mod ord">
        <pc:chgData name="Stefan Novaković" userId="48d5634ac72bd80c" providerId="LiveId" clId="{1B6AF299-FB31-4038-B770-7BB0EFF6B67D}" dt="2023-10-29T17:12:07.978" v="9367" actId="26606"/>
        <pc:sldMkLst>
          <pc:docMk/>
          <pc:sldMk cId="1274083083" sldId="389"/>
        </pc:sldMkLst>
        <pc:spChg chg="mod">
          <ac:chgData name="Stefan Novaković" userId="48d5634ac72bd80c" providerId="LiveId" clId="{1B6AF299-FB31-4038-B770-7BB0EFF6B67D}" dt="2023-10-29T15:14:17.653" v="8428" actId="20577"/>
          <ac:spMkLst>
            <pc:docMk/>
            <pc:sldMk cId="1274083083" sldId="389"/>
            <ac:spMk id="2" creationId="{C33282F7-31B6-A4E4-4D75-F0BF15C793CC}"/>
          </ac:spMkLst>
        </pc:spChg>
        <pc:spChg chg="add del mod">
          <ac:chgData name="Stefan Novaković" userId="48d5634ac72bd80c" providerId="LiveId" clId="{1B6AF299-FB31-4038-B770-7BB0EFF6B67D}" dt="2023-10-29T17:12:07.978" v="9367" actId="26606"/>
          <ac:spMkLst>
            <pc:docMk/>
            <pc:sldMk cId="1274083083" sldId="389"/>
            <ac:spMk id="3" creationId="{5D179177-4928-9075-1BD8-64651D0F4A0A}"/>
          </ac:spMkLst>
        </pc:spChg>
        <pc:graphicFrameChg chg="add del">
          <ac:chgData name="Stefan Novaković" userId="48d5634ac72bd80c" providerId="LiveId" clId="{1B6AF299-FB31-4038-B770-7BB0EFF6B67D}" dt="2023-10-29T17:12:03.224" v="9365" actId="26606"/>
          <ac:graphicFrameMkLst>
            <pc:docMk/>
            <pc:sldMk cId="1274083083" sldId="389"/>
            <ac:graphicFrameMk id="5" creationId="{58D26AF1-A87E-D0CD-D854-B08F70A3B897}"/>
          </ac:graphicFrameMkLst>
        </pc:graphicFrameChg>
        <pc:graphicFrameChg chg="add del">
          <ac:chgData name="Stefan Novaković" userId="48d5634ac72bd80c" providerId="LiveId" clId="{1B6AF299-FB31-4038-B770-7BB0EFF6B67D}" dt="2023-10-29T17:12:07.978" v="9367" actId="26606"/>
          <ac:graphicFrameMkLst>
            <pc:docMk/>
            <pc:sldMk cId="1274083083" sldId="389"/>
            <ac:graphicFrameMk id="6" creationId="{AD129F7B-4374-6CA6-879A-EDD44AA0923D}"/>
          </ac:graphicFrameMkLst>
        </pc:graphicFrameChg>
      </pc:sldChg>
      <pc:sldChg chg="modSp add mod ord">
        <pc:chgData name="Stefan Novaković" userId="48d5634ac72bd80c" providerId="LiveId" clId="{1B6AF299-FB31-4038-B770-7BB0EFF6B67D}" dt="2023-10-29T15:16:12.217" v="8616" actId="27636"/>
        <pc:sldMkLst>
          <pc:docMk/>
          <pc:sldMk cId="1766835692" sldId="390"/>
        </pc:sldMkLst>
        <pc:spChg chg="mod">
          <ac:chgData name="Stefan Novaković" userId="48d5634ac72bd80c" providerId="LiveId" clId="{1B6AF299-FB31-4038-B770-7BB0EFF6B67D}" dt="2023-10-29T15:16:12.217" v="8616" actId="27636"/>
          <ac:spMkLst>
            <pc:docMk/>
            <pc:sldMk cId="1766835692" sldId="390"/>
            <ac:spMk id="3" creationId="{5D179177-4928-9075-1BD8-64651D0F4A0A}"/>
          </ac:spMkLst>
        </pc:spChg>
      </pc:sldChg>
      <pc:sldChg chg="modSp add mod">
        <pc:chgData name="Stefan Novaković" userId="48d5634ac72bd80c" providerId="LiveId" clId="{1B6AF299-FB31-4038-B770-7BB0EFF6B67D}" dt="2023-10-29T15:17:22.753" v="8678" actId="20577"/>
        <pc:sldMkLst>
          <pc:docMk/>
          <pc:sldMk cId="3796311531" sldId="391"/>
        </pc:sldMkLst>
        <pc:spChg chg="mod">
          <ac:chgData name="Stefan Novaković" userId="48d5634ac72bd80c" providerId="LiveId" clId="{1B6AF299-FB31-4038-B770-7BB0EFF6B67D}" dt="2023-10-29T15:16:07.374" v="8614" actId="20577"/>
          <ac:spMkLst>
            <pc:docMk/>
            <pc:sldMk cId="3796311531" sldId="391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15:17:22.753" v="8678" actId="20577"/>
          <ac:spMkLst>
            <pc:docMk/>
            <pc:sldMk cId="3796311531" sldId="391"/>
            <ac:spMk id="3" creationId="{5D179177-4928-9075-1BD8-64651D0F4A0A}"/>
          </ac:spMkLst>
        </pc:spChg>
      </pc:sldChg>
      <pc:sldChg chg="modSp add mod">
        <pc:chgData name="Stefan Novaković" userId="48d5634ac72bd80c" providerId="LiveId" clId="{1B6AF299-FB31-4038-B770-7BB0EFF6B67D}" dt="2023-10-29T15:17:17.562" v="8672"/>
        <pc:sldMkLst>
          <pc:docMk/>
          <pc:sldMk cId="2874959799" sldId="392"/>
        </pc:sldMkLst>
        <pc:spChg chg="mod">
          <ac:chgData name="Stefan Novaković" userId="48d5634ac72bd80c" providerId="LiveId" clId="{1B6AF299-FB31-4038-B770-7BB0EFF6B67D}" dt="2023-10-29T15:16:54.970" v="8661" actId="20577"/>
          <ac:spMkLst>
            <pc:docMk/>
            <pc:sldMk cId="2874959799" sldId="392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15:17:17.562" v="8672"/>
          <ac:spMkLst>
            <pc:docMk/>
            <pc:sldMk cId="2874959799" sldId="392"/>
            <ac:spMk id="3" creationId="{5D179177-4928-9075-1BD8-64651D0F4A0A}"/>
          </ac:spMkLst>
        </pc:spChg>
      </pc:sldChg>
      <pc:sldChg chg="modSp add mod">
        <pc:chgData name="Stefan Novaković" userId="48d5634ac72bd80c" providerId="LiveId" clId="{1B6AF299-FB31-4038-B770-7BB0EFF6B67D}" dt="2023-10-29T15:26:30.417" v="9150" actId="20577"/>
        <pc:sldMkLst>
          <pc:docMk/>
          <pc:sldMk cId="1023141036" sldId="393"/>
        </pc:sldMkLst>
        <pc:spChg chg="mod">
          <ac:chgData name="Stefan Novaković" userId="48d5634ac72bd80c" providerId="LiveId" clId="{1B6AF299-FB31-4038-B770-7BB0EFF6B67D}" dt="2023-10-29T15:24:40.056" v="8797" actId="20577"/>
          <ac:spMkLst>
            <pc:docMk/>
            <pc:sldMk cId="1023141036" sldId="393"/>
            <ac:spMk id="2" creationId="{C33282F7-31B6-A4E4-4D75-F0BF15C793CC}"/>
          </ac:spMkLst>
        </pc:spChg>
        <pc:spChg chg="mod">
          <ac:chgData name="Stefan Novaković" userId="48d5634ac72bd80c" providerId="LiveId" clId="{1B6AF299-FB31-4038-B770-7BB0EFF6B67D}" dt="2023-10-29T15:26:30.417" v="9150" actId="20577"/>
          <ac:spMkLst>
            <pc:docMk/>
            <pc:sldMk cId="1023141036" sldId="393"/>
            <ac:spMk id="3" creationId="{5D179177-4928-9075-1BD8-64651D0F4A0A}"/>
          </ac:spMkLst>
        </pc:spChg>
      </pc:sldChg>
    </pc:docChg>
  </pc:docChgLst>
  <pc:docChgLst>
    <pc:chgData name="Stefan Novaković" userId="48d5634ac72bd80c" providerId="LiveId" clId="{8C4A5425-E382-437B-8153-08316C6AEEA9}"/>
    <pc:docChg chg="undo custSel addSld delSld modSld sldOrd delSection modSection">
      <pc:chgData name="Stefan Novaković" userId="48d5634ac72bd80c" providerId="LiveId" clId="{8C4A5425-E382-437B-8153-08316C6AEEA9}" dt="2022-10-31T19:48:47.522" v="1644" actId="20577"/>
      <pc:docMkLst>
        <pc:docMk/>
      </pc:docMkLst>
      <pc:sldChg chg="add del ord">
        <pc:chgData name="Stefan Novaković" userId="48d5634ac72bd80c" providerId="LiveId" clId="{8C4A5425-E382-437B-8153-08316C6AEEA9}" dt="2022-10-27T15:55:22.306" v="170"/>
        <pc:sldMkLst>
          <pc:docMk/>
          <pc:sldMk cId="4215596471" sldId="285"/>
        </pc:sldMkLst>
      </pc:sldChg>
      <pc:sldChg chg="modSp ord modAnim">
        <pc:chgData name="Stefan Novaković" userId="48d5634ac72bd80c" providerId="LiveId" clId="{8C4A5425-E382-437B-8153-08316C6AEEA9}" dt="2022-10-27T15:56:21.768" v="178"/>
        <pc:sldMkLst>
          <pc:docMk/>
          <pc:sldMk cId="2551141026" sldId="324"/>
        </pc:sldMkLst>
        <pc:spChg chg="mod">
          <ac:chgData name="Stefan Novaković" userId="48d5634ac72bd80c" providerId="LiveId" clId="{8C4A5425-E382-437B-8153-08316C6AEEA9}" dt="2022-10-27T15:13:27.605" v="119" actId="20577"/>
          <ac:spMkLst>
            <pc:docMk/>
            <pc:sldMk cId="2551141026" sldId="324"/>
            <ac:spMk id="3" creationId="{D451D417-08BB-45D1-833A-8FF3714BB64F}"/>
          </ac:spMkLst>
        </pc:spChg>
      </pc:sldChg>
      <pc:sldChg chg="del">
        <pc:chgData name="Stefan Novaković" userId="48d5634ac72bd80c" providerId="LiveId" clId="{8C4A5425-E382-437B-8153-08316C6AEEA9}" dt="2022-10-27T15:12:34.898" v="0" actId="47"/>
        <pc:sldMkLst>
          <pc:docMk/>
          <pc:sldMk cId="3883978126" sldId="327"/>
        </pc:sldMkLst>
      </pc:sldChg>
      <pc:sldChg chg="modSp add ord">
        <pc:chgData name="Stefan Novaković" userId="48d5634ac72bd80c" providerId="LiveId" clId="{8C4A5425-E382-437B-8153-08316C6AEEA9}" dt="2022-10-31T19:48:47.522" v="1644" actId="20577"/>
        <pc:sldMkLst>
          <pc:docMk/>
          <pc:sldMk cId="1910483375" sldId="334"/>
        </pc:sldMkLst>
        <pc:spChg chg="mod">
          <ac:chgData name="Stefan Novaković" userId="48d5634ac72bd80c" providerId="LiveId" clId="{8C4A5425-E382-437B-8153-08316C6AEEA9}" dt="2022-10-31T19:48:47.522" v="1644" actId="20577"/>
          <ac:spMkLst>
            <pc:docMk/>
            <pc:sldMk cId="1910483375" sldId="334"/>
            <ac:spMk id="3" creationId="{8035EEB5-5D68-4E7E-B791-D67A4F98FCC3}"/>
          </ac:spMkLst>
        </pc:spChg>
      </pc:sldChg>
      <pc:sldChg chg="add del ord">
        <pc:chgData name="Stefan Novaković" userId="48d5634ac72bd80c" providerId="LiveId" clId="{8C4A5425-E382-437B-8153-08316C6AEEA9}" dt="2022-10-27T15:55:22.306" v="170"/>
        <pc:sldMkLst>
          <pc:docMk/>
          <pc:sldMk cId="1668169255" sldId="345"/>
        </pc:sldMkLst>
      </pc:sldChg>
      <pc:sldChg chg="add del ord">
        <pc:chgData name="Stefan Novaković" userId="48d5634ac72bd80c" providerId="LiveId" clId="{8C4A5425-E382-437B-8153-08316C6AEEA9}" dt="2022-10-27T15:55:22.306" v="170"/>
        <pc:sldMkLst>
          <pc:docMk/>
          <pc:sldMk cId="2770172430" sldId="350"/>
        </pc:sldMkLst>
      </pc:sldChg>
      <pc:sldChg chg="modSp add del ord">
        <pc:chgData name="Stefan Novaković" userId="48d5634ac72bd80c" providerId="LiveId" clId="{8C4A5425-E382-437B-8153-08316C6AEEA9}" dt="2022-10-31T19:42:29.351" v="1596" actId="20577"/>
        <pc:sldMkLst>
          <pc:docMk/>
          <pc:sldMk cId="4037451239" sldId="352"/>
        </pc:sldMkLst>
        <pc:spChg chg="mod">
          <ac:chgData name="Stefan Novaković" userId="48d5634ac72bd80c" providerId="LiveId" clId="{8C4A5425-E382-437B-8153-08316C6AEEA9}" dt="2022-10-31T19:42:29.351" v="1596" actId="20577"/>
          <ac:spMkLst>
            <pc:docMk/>
            <pc:sldMk cId="4037451239" sldId="352"/>
            <ac:spMk id="6" creationId="{D1FC476A-26FE-44CD-92A2-4C85D09B9D72}"/>
          </ac:spMkLst>
        </pc:spChg>
        <pc:spChg chg="mod">
          <ac:chgData name="Stefan Novaković" userId="48d5634ac72bd80c" providerId="LiveId" clId="{8C4A5425-E382-437B-8153-08316C6AEEA9}" dt="2022-10-31T10:35:19.383" v="387" actId="20577"/>
          <ac:spMkLst>
            <pc:docMk/>
            <pc:sldMk cId="4037451239" sldId="352"/>
            <ac:spMk id="10" creationId="{13393BD1-73E1-44AD-AC14-42CEAAE17EC9}"/>
          </ac:spMkLst>
        </pc:spChg>
      </pc:sldChg>
      <pc:sldChg chg="modSp mod modAnim">
        <pc:chgData name="Stefan Novaković" userId="48d5634ac72bd80c" providerId="LiveId" clId="{8C4A5425-E382-437B-8153-08316C6AEEA9}" dt="2022-10-27T15:53:47.442" v="166" actId="27636"/>
        <pc:sldMkLst>
          <pc:docMk/>
          <pc:sldMk cId="3728755227" sldId="355"/>
        </pc:sldMkLst>
        <pc:spChg chg="mod">
          <ac:chgData name="Stefan Novaković" userId="48d5634ac72bd80c" providerId="LiveId" clId="{8C4A5425-E382-437B-8153-08316C6AEEA9}" dt="2022-10-27T15:53:47.442" v="166" actId="27636"/>
          <ac:spMkLst>
            <pc:docMk/>
            <pc:sldMk cId="3728755227" sldId="355"/>
            <ac:spMk id="3" creationId="{D451D417-08BB-45D1-833A-8FF3714BB64F}"/>
          </ac:spMkLst>
        </pc:spChg>
      </pc:sldChg>
      <pc:sldChg chg="del ord">
        <pc:chgData name="Stefan Novaković" userId="48d5634ac72bd80c" providerId="LiveId" clId="{8C4A5425-E382-437B-8153-08316C6AEEA9}" dt="2022-10-31T19:48:21.846" v="1614" actId="2696"/>
        <pc:sldMkLst>
          <pc:docMk/>
          <pc:sldMk cId="3050182063" sldId="359"/>
        </pc:sldMkLst>
      </pc:sldChg>
      <pc:sldChg chg="modSp mod ord">
        <pc:chgData name="Stefan Novaković" userId="48d5634ac72bd80c" providerId="LiveId" clId="{8C4A5425-E382-437B-8153-08316C6AEEA9}" dt="2022-10-27T15:56:21.768" v="178"/>
        <pc:sldMkLst>
          <pc:docMk/>
          <pc:sldMk cId="2825594350" sldId="364"/>
        </pc:sldMkLst>
        <pc:spChg chg="mod">
          <ac:chgData name="Stefan Novaković" userId="48d5634ac72bd80c" providerId="LiveId" clId="{8C4A5425-E382-437B-8153-08316C6AEEA9}" dt="2022-10-27T15:14:01.767" v="164" actId="20577"/>
          <ac:spMkLst>
            <pc:docMk/>
            <pc:sldMk cId="2825594350" sldId="364"/>
            <ac:spMk id="2" creationId="{B9776CDA-5B55-4BC5-B51E-D6F6BB2817BE}"/>
          </ac:spMkLst>
        </pc:spChg>
      </pc:sldChg>
      <pc:sldChg chg="del">
        <pc:chgData name="Stefan Novaković" userId="48d5634ac72bd80c" providerId="LiveId" clId="{8C4A5425-E382-437B-8153-08316C6AEEA9}" dt="2022-10-27T15:12:34.898" v="0" actId="47"/>
        <pc:sldMkLst>
          <pc:docMk/>
          <pc:sldMk cId="2715077365" sldId="365"/>
        </pc:sldMkLst>
      </pc:sldChg>
      <pc:sldChg chg="modSp mod">
        <pc:chgData name="Stefan Novaković" userId="48d5634ac72bd80c" providerId="LiveId" clId="{8C4A5425-E382-437B-8153-08316C6AEEA9}" dt="2022-10-31T10:45:41.655" v="484" actId="20577"/>
        <pc:sldMkLst>
          <pc:docMk/>
          <pc:sldMk cId="685143188" sldId="374"/>
        </pc:sldMkLst>
        <pc:spChg chg="mod">
          <ac:chgData name="Stefan Novaković" userId="48d5634ac72bd80c" providerId="LiveId" clId="{8C4A5425-E382-437B-8153-08316C6AEEA9}" dt="2022-10-31T10:44:02.745" v="388" actId="20577"/>
          <ac:spMkLst>
            <pc:docMk/>
            <pc:sldMk cId="685143188" sldId="374"/>
            <ac:spMk id="2" creationId="{DD91FDE7-A19F-4C96-B708-F04D135E9DD6}"/>
          </ac:spMkLst>
        </pc:spChg>
        <pc:spChg chg="mod">
          <ac:chgData name="Stefan Novaković" userId="48d5634ac72bd80c" providerId="LiveId" clId="{8C4A5425-E382-437B-8153-08316C6AEEA9}" dt="2022-10-31T10:45:41.655" v="484" actId="20577"/>
          <ac:spMkLst>
            <pc:docMk/>
            <pc:sldMk cId="685143188" sldId="374"/>
            <ac:spMk id="3" creationId="{09454CF6-E225-4DC8-ADAD-9E5F0B214210}"/>
          </ac:spMkLst>
        </pc:spChg>
      </pc:sldChg>
      <pc:sldChg chg="modSp mod">
        <pc:chgData name="Stefan Novaković" userId="48d5634ac72bd80c" providerId="LiveId" clId="{8C4A5425-E382-437B-8153-08316C6AEEA9}" dt="2022-10-31T10:44:04.552" v="389" actId="20577"/>
        <pc:sldMkLst>
          <pc:docMk/>
          <pc:sldMk cId="976777662" sldId="377"/>
        </pc:sldMkLst>
        <pc:spChg chg="mod">
          <ac:chgData name="Stefan Novaković" userId="48d5634ac72bd80c" providerId="LiveId" clId="{8C4A5425-E382-437B-8153-08316C6AEEA9}" dt="2022-10-31T10:44:04.552" v="389" actId="20577"/>
          <ac:spMkLst>
            <pc:docMk/>
            <pc:sldMk cId="976777662" sldId="377"/>
            <ac:spMk id="2" creationId="{DD91FDE7-A19F-4C96-B708-F04D135E9DD6}"/>
          </ac:spMkLst>
        </pc:spChg>
      </pc:sldChg>
      <pc:sldChg chg="modSp add ord modAnim">
        <pc:chgData name="Stefan Novaković" userId="48d5634ac72bd80c" providerId="LiveId" clId="{8C4A5425-E382-437B-8153-08316C6AEEA9}" dt="2022-10-31T19:46:10.678" v="1613" actId="113"/>
        <pc:sldMkLst>
          <pc:docMk/>
          <pc:sldMk cId="3034679670" sldId="379"/>
        </pc:sldMkLst>
        <pc:spChg chg="mod">
          <ac:chgData name="Stefan Novaković" userId="48d5634ac72bd80c" providerId="LiveId" clId="{8C4A5425-E382-437B-8153-08316C6AEEA9}" dt="2022-10-31T19:46:10.678" v="1613" actId="113"/>
          <ac:spMkLst>
            <pc:docMk/>
            <pc:sldMk cId="3034679670" sldId="379"/>
            <ac:spMk id="3" creationId="{8035EEB5-5D68-4E7E-B791-D67A4F98FCC3}"/>
          </ac:spMkLst>
        </pc:spChg>
      </pc:sldChg>
      <pc:sldChg chg="modSp add mod ord modAnim">
        <pc:chgData name="Stefan Novaković" userId="48d5634ac72bd80c" providerId="LiveId" clId="{8C4A5425-E382-437B-8153-08316C6AEEA9}" dt="2022-10-31T19:45:58.493" v="1611" actId="113"/>
        <pc:sldMkLst>
          <pc:docMk/>
          <pc:sldMk cId="2224707265" sldId="380"/>
        </pc:sldMkLst>
        <pc:spChg chg="mod">
          <ac:chgData name="Stefan Novaković" userId="48d5634ac72bd80c" providerId="LiveId" clId="{8C4A5425-E382-437B-8153-08316C6AEEA9}" dt="2022-10-31T19:45:58.493" v="1611" actId="113"/>
          <ac:spMkLst>
            <pc:docMk/>
            <pc:sldMk cId="2224707265" sldId="380"/>
            <ac:spMk id="3" creationId="{8035EEB5-5D68-4E7E-B791-D67A4F98FCC3}"/>
          </ac:spMkLst>
        </pc:spChg>
      </pc:sldChg>
      <pc:sldChg chg="modSp add mod ord">
        <pc:chgData name="Stefan Novaković" userId="48d5634ac72bd80c" providerId="LiveId" clId="{8C4A5425-E382-437B-8153-08316C6AEEA9}" dt="2022-10-31T10:51:28.248" v="1589" actId="20577"/>
        <pc:sldMkLst>
          <pc:docMk/>
          <pc:sldMk cId="2762751761" sldId="381"/>
        </pc:sldMkLst>
        <pc:spChg chg="mod">
          <ac:chgData name="Stefan Novaković" userId="48d5634ac72bd80c" providerId="LiveId" clId="{8C4A5425-E382-437B-8153-08316C6AEEA9}" dt="2022-10-31T10:44:08.679" v="395" actId="20577"/>
          <ac:spMkLst>
            <pc:docMk/>
            <pc:sldMk cId="2762751761" sldId="381"/>
            <ac:spMk id="2" creationId="{DD91FDE7-A19F-4C96-B708-F04D135E9DD6}"/>
          </ac:spMkLst>
        </pc:spChg>
        <pc:spChg chg="mod">
          <ac:chgData name="Stefan Novaković" userId="48d5634ac72bd80c" providerId="LiveId" clId="{8C4A5425-E382-437B-8153-08316C6AEEA9}" dt="2022-10-31T10:51:28.248" v="1589" actId="20577"/>
          <ac:spMkLst>
            <pc:docMk/>
            <pc:sldMk cId="2762751761" sldId="381"/>
            <ac:spMk id="3" creationId="{09454CF6-E225-4DC8-ADAD-9E5F0B214210}"/>
          </ac:spMkLst>
        </pc:spChg>
      </pc:sldChg>
      <pc:sldChg chg="modSp add ord">
        <pc:chgData name="Stefan Novaković" userId="48d5634ac72bd80c" providerId="LiveId" clId="{8C4A5425-E382-437B-8153-08316C6AEEA9}" dt="2022-10-31T19:45:40.380" v="1608" actId="20577"/>
        <pc:sldMkLst>
          <pc:docMk/>
          <pc:sldMk cId="4104576786" sldId="382"/>
        </pc:sldMkLst>
        <pc:spChg chg="mod">
          <ac:chgData name="Stefan Novaković" userId="48d5634ac72bd80c" providerId="LiveId" clId="{8C4A5425-E382-437B-8153-08316C6AEEA9}" dt="2022-10-31T19:45:40.380" v="1608" actId="20577"/>
          <ac:spMkLst>
            <pc:docMk/>
            <pc:sldMk cId="4104576786" sldId="382"/>
            <ac:spMk id="3" creationId="{8035EEB5-5D68-4E7E-B791-D67A4F98FCC3}"/>
          </ac:spMkLst>
        </pc:spChg>
      </pc:sldChg>
    </pc:docChg>
  </pc:docChgLst>
  <pc:docChgLst>
    <pc:chgData name="Stefan Novaković" userId="48d5634ac72bd80c" providerId="LiveId" clId="{9A47ED04-19FC-4C8F-9871-55042B95C07F}"/>
    <pc:docChg chg="undo redo custSel addSld delSld modSld sldOrd modSection">
      <pc:chgData name="Stefan Novaković" userId="48d5634ac72bd80c" providerId="LiveId" clId="{9A47ED04-19FC-4C8F-9871-55042B95C07F}" dt="2023-10-29T22:07:32.850" v="2528" actId="113"/>
      <pc:docMkLst>
        <pc:docMk/>
      </pc:docMkLst>
      <pc:sldChg chg="modSp mod">
        <pc:chgData name="Stefan Novaković" userId="48d5634ac72bd80c" providerId="LiveId" clId="{9A47ED04-19FC-4C8F-9871-55042B95C07F}" dt="2023-10-29T18:05:42.187" v="1698" actId="20577"/>
        <pc:sldMkLst>
          <pc:docMk/>
          <pc:sldMk cId="4064907739" sldId="354"/>
        </pc:sldMkLst>
        <pc:spChg chg="mod">
          <ac:chgData name="Stefan Novaković" userId="48d5634ac72bd80c" providerId="LiveId" clId="{9A47ED04-19FC-4C8F-9871-55042B95C07F}" dt="2023-10-29T18:05:39.234" v="1687" actId="20577"/>
          <ac:spMkLst>
            <pc:docMk/>
            <pc:sldMk cId="4064907739" sldId="354"/>
            <ac:spMk id="2" creationId="{B9776CDA-5B55-4BC5-B51E-D6F6BB2817BE}"/>
          </ac:spMkLst>
        </pc:spChg>
        <pc:spChg chg="mod">
          <ac:chgData name="Stefan Novaković" userId="48d5634ac72bd80c" providerId="LiveId" clId="{9A47ED04-19FC-4C8F-9871-55042B95C07F}" dt="2023-10-29T18:05:42.187" v="1698" actId="20577"/>
          <ac:spMkLst>
            <pc:docMk/>
            <pc:sldMk cId="4064907739" sldId="354"/>
            <ac:spMk id="3" creationId="{D451D417-08BB-45D1-833A-8FF3714BB64F}"/>
          </ac:spMkLst>
        </pc:spChg>
      </pc:sldChg>
      <pc:sldChg chg="modSp mod modAnim">
        <pc:chgData name="Stefan Novaković" userId="48d5634ac72bd80c" providerId="LiveId" clId="{9A47ED04-19FC-4C8F-9871-55042B95C07F}" dt="2023-10-29T18:11:26.522" v="2051" actId="6549"/>
        <pc:sldMkLst>
          <pc:docMk/>
          <pc:sldMk cId="3728755227" sldId="355"/>
        </pc:sldMkLst>
        <pc:spChg chg="mod">
          <ac:chgData name="Stefan Novaković" userId="48d5634ac72bd80c" providerId="LiveId" clId="{9A47ED04-19FC-4C8F-9871-55042B95C07F}" dt="2023-10-29T18:06:55.224" v="1755" actId="20577"/>
          <ac:spMkLst>
            <pc:docMk/>
            <pc:sldMk cId="3728755227" sldId="355"/>
            <ac:spMk id="2" creationId="{B9776CDA-5B55-4BC5-B51E-D6F6BB2817BE}"/>
          </ac:spMkLst>
        </pc:spChg>
        <pc:spChg chg="mod">
          <ac:chgData name="Stefan Novaković" userId="48d5634ac72bd80c" providerId="LiveId" clId="{9A47ED04-19FC-4C8F-9871-55042B95C07F}" dt="2023-10-29T18:11:26.522" v="2051" actId="6549"/>
          <ac:spMkLst>
            <pc:docMk/>
            <pc:sldMk cId="3728755227" sldId="355"/>
            <ac:spMk id="3" creationId="{D451D417-08BB-45D1-833A-8FF3714BB64F}"/>
          </ac:spMkLst>
        </pc:spChg>
      </pc:sldChg>
      <pc:sldChg chg="modSp mod">
        <pc:chgData name="Stefan Novaković" userId="48d5634ac72bd80c" providerId="LiveId" clId="{9A47ED04-19FC-4C8F-9871-55042B95C07F}" dt="2023-10-29T18:06:35.692" v="1736" actId="404"/>
        <pc:sldMkLst>
          <pc:docMk/>
          <pc:sldMk cId="2733798617" sldId="366"/>
        </pc:sldMkLst>
        <pc:spChg chg="mod">
          <ac:chgData name="Stefan Novaković" userId="48d5634ac72bd80c" providerId="LiveId" clId="{9A47ED04-19FC-4C8F-9871-55042B95C07F}" dt="2023-10-29T18:06:35.692" v="1736" actId="404"/>
          <ac:spMkLst>
            <pc:docMk/>
            <pc:sldMk cId="2733798617" sldId="366"/>
            <ac:spMk id="2" creationId="{B9776CDA-5B55-4BC5-B51E-D6F6BB2817BE}"/>
          </ac:spMkLst>
        </pc:spChg>
      </pc:sldChg>
      <pc:sldChg chg="modSp mod modAnim">
        <pc:chgData name="Stefan Novaković" userId="48d5634ac72bd80c" providerId="LiveId" clId="{9A47ED04-19FC-4C8F-9871-55042B95C07F}" dt="2023-10-29T22:01:29.388" v="2240" actId="20578"/>
        <pc:sldMkLst>
          <pc:docMk/>
          <pc:sldMk cId="3426088470" sldId="367"/>
        </pc:sldMkLst>
        <pc:spChg chg="mod">
          <ac:chgData name="Stefan Novaković" userId="48d5634ac72bd80c" providerId="LiveId" clId="{9A47ED04-19FC-4C8F-9871-55042B95C07F}" dt="2023-10-29T18:07:06.649" v="1772" actId="20577"/>
          <ac:spMkLst>
            <pc:docMk/>
            <pc:sldMk cId="3426088470" sldId="367"/>
            <ac:spMk id="2" creationId="{8F1CE8FE-A635-4FF8-9293-69B9B9DECA58}"/>
          </ac:spMkLst>
        </pc:spChg>
        <pc:spChg chg="mod">
          <ac:chgData name="Stefan Novaković" userId="48d5634ac72bd80c" providerId="LiveId" clId="{9A47ED04-19FC-4C8F-9871-55042B95C07F}" dt="2023-10-29T22:01:28.013" v="2239" actId="20578"/>
          <ac:spMkLst>
            <pc:docMk/>
            <pc:sldMk cId="3426088470" sldId="367"/>
            <ac:spMk id="3" creationId="{69180B4A-A82D-48A9-8839-B86A6CB90A23}"/>
          </ac:spMkLst>
        </pc:spChg>
      </pc:sldChg>
      <pc:sldChg chg="modSp mod">
        <pc:chgData name="Stefan Novaković" userId="48d5634ac72bd80c" providerId="LiveId" clId="{9A47ED04-19FC-4C8F-9871-55042B95C07F}" dt="2023-10-29T18:09:41.695" v="1802" actId="20577"/>
        <pc:sldMkLst>
          <pc:docMk/>
          <pc:sldMk cId="2098596" sldId="368"/>
        </pc:sldMkLst>
        <pc:spChg chg="mod">
          <ac:chgData name="Stefan Novaković" userId="48d5634ac72bd80c" providerId="LiveId" clId="{9A47ED04-19FC-4C8F-9871-55042B95C07F}" dt="2023-10-29T18:06:13.178" v="1701" actId="20577"/>
          <ac:spMkLst>
            <pc:docMk/>
            <pc:sldMk cId="2098596" sldId="368"/>
            <ac:spMk id="2" creationId="{B9776CDA-5B55-4BC5-B51E-D6F6BB2817BE}"/>
          </ac:spMkLst>
        </pc:spChg>
        <pc:spChg chg="mod">
          <ac:chgData name="Stefan Novaković" userId="48d5634ac72bd80c" providerId="LiveId" clId="{9A47ED04-19FC-4C8F-9871-55042B95C07F}" dt="2023-10-29T18:09:41.695" v="1802" actId="20577"/>
          <ac:spMkLst>
            <pc:docMk/>
            <pc:sldMk cId="2098596" sldId="368"/>
            <ac:spMk id="3" creationId="{D451D417-08BB-45D1-833A-8FF3714BB64F}"/>
          </ac:spMkLst>
        </pc:spChg>
      </pc:sldChg>
      <pc:sldChg chg="modSp mod modAnim">
        <pc:chgData name="Stefan Novaković" userId="48d5634ac72bd80c" providerId="LiveId" clId="{9A47ED04-19FC-4C8F-9871-55042B95C07F}" dt="2023-10-29T22:02:16.498" v="2313" actId="20577"/>
        <pc:sldMkLst>
          <pc:docMk/>
          <pc:sldMk cId="424781133" sldId="378"/>
        </pc:sldMkLst>
        <pc:spChg chg="mod">
          <ac:chgData name="Stefan Novaković" userId="48d5634ac72bd80c" providerId="LiveId" clId="{9A47ED04-19FC-4C8F-9871-55042B95C07F}" dt="2023-10-29T22:02:16.498" v="2313" actId="20577"/>
          <ac:spMkLst>
            <pc:docMk/>
            <pc:sldMk cId="424781133" sldId="378"/>
            <ac:spMk id="3" creationId="{69180B4A-A82D-48A9-8839-B86A6CB90A23}"/>
          </ac:spMkLst>
        </pc:spChg>
      </pc:sldChg>
      <pc:sldChg chg="modSp modAnim">
        <pc:chgData name="Stefan Novaković" userId="48d5634ac72bd80c" providerId="LiveId" clId="{9A47ED04-19FC-4C8F-9871-55042B95C07F}" dt="2023-10-29T22:07:04.384" v="2523"/>
        <pc:sldMkLst>
          <pc:docMk/>
          <pc:sldMk cId="3034679670" sldId="379"/>
        </pc:sldMkLst>
        <pc:spChg chg="mod">
          <ac:chgData name="Stefan Novaković" userId="48d5634ac72bd80c" providerId="LiveId" clId="{9A47ED04-19FC-4C8F-9871-55042B95C07F}" dt="2023-10-29T17:42:50.100" v="34" actId="20577"/>
          <ac:spMkLst>
            <pc:docMk/>
            <pc:sldMk cId="3034679670" sldId="379"/>
            <ac:spMk id="3" creationId="{8035EEB5-5D68-4E7E-B791-D67A4F98FCC3}"/>
          </ac:spMkLst>
        </pc:spChg>
      </pc:sldChg>
      <pc:sldChg chg="modSp mod ord modAnim">
        <pc:chgData name="Stefan Novaković" userId="48d5634ac72bd80c" providerId="LiveId" clId="{9A47ED04-19FC-4C8F-9871-55042B95C07F}" dt="2023-10-29T22:06:57.138" v="2522"/>
        <pc:sldMkLst>
          <pc:docMk/>
          <pc:sldMk cId="2130956120" sldId="382"/>
        </pc:sldMkLst>
        <pc:spChg chg="mod">
          <ac:chgData name="Stefan Novaković" userId="48d5634ac72bd80c" providerId="LiveId" clId="{9A47ED04-19FC-4C8F-9871-55042B95C07F}" dt="2023-10-29T17:58:10.780" v="1540" actId="20577"/>
          <ac:spMkLst>
            <pc:docMk/>
            <pc:sldMk cId="2130956120" sldId="382"/>
            <ac:spMk id="2" creationId="{B9776CDA-5B55-4BC5-B51E-D6F6BB2817BE}"/>
          </ac:spMkLst>
        </pc:spChg>
        <pc:spChg chg="mod">
          <ac:chgData name="Stefan Novaković" userId="48d5634ac72bd80c" providerId="LiveId" clId="{9A47ED04-19FC-4C8F-9871-55042B95C07F}" dt="2023-10-29T18:04:02.537" v="1674" actId="113"/>
          <ac:spMkLst>
            <pc:docMk/>
            <pc:sldMk cId="2130956120" sldId="382"/>
            <ac:spMk id="10" creationId="{24DC01FA-8DB6-7705-FAD7-4F88D8BD5EB6}"/>
          </ac:spMkLst>
        </pc:spChg>
      </pc:sldChg>
      <pc:sldChg chg="modSp del mod ord">
        <pc:chgData name="Stefan Novaković" userId="48d5634ac72bd80c" providerId="LiveId" clId="{9A47ED04-19FC-4C8F-9871-55042B95C07F}" dt="2023-10-29T18:00:18.346" v="1597" actId="47"/>
        <pc:sldMkLst>
          <pc:docMk/>
          <pc:sldMk cId="1272582203" sldId="383"/>
        </pc:sldMkLst>
        <pc:spChg chg="mod">
          <ac:chgData name="Stefan Novaković" userId="48d5634ac72bd80c" providerId="LiveId" clId="{9A47ED04-19FC-4C8F-9871-55042B95C07F}" dt="2023-10-29T17:57:23.356" v="1498" actId="20577"/>
          <ac:spMkLst>
            <pc:docMk/>
            <pc:sldMk cId="1272582203" sldId="383"/>
            <ac:spMk id="2" creationId="{C33282F7-31B6-A4E4-4D75-F0BF15C793CC}"/>
          </ac:spMkLst>
        </pc:spChg>
      </pc:sldChg>
      <pc:sldChg chg="del">
        <pc:chgData name="Stefan Novaković" userId="48d5634ac72bd80c" providerId="LiveId" clId="{9A47ED04-19FC-4C8F-9871-55042B95C07F}" dt="2023-10-29T17:57:48.760" v="1499" actId="47"/>
        <pc:sldMkLst>
          <pc:docMk/>
          <pc:sldMk cId="4125996443" sldId="384"/>
        </pc:sldMkLst>
      </pc:sldChg>
      <pc:sldChg chg="modSp add del mod modAnim">
        <pc:chgData name="Stefan Novaković" userId="48d5634ac72bd80c" providerId="LiveId" clId="{9A47ED04-19FC-4C8F-9871-55042B95C07F}" dt="2023-10-29T22:07:32.850" v="2528" actId="113"/>
        <pc:sldMkLst>
          <pc:docMk/>
          <pc:sldMk cId="1607369598" sldId="385"/>
        </pc:sldMkLst>
        <pc:spChg chg="mod">
          <ac:chgData name="Stefan Novaković" userId="48d5634ac72bd80c" providerId="LiveId" clId="{9A47ED04-19FC-4C8F-9871-55042B95C07F}" dt="2023-10-29T22:07:32.850" v="2528" actId="113"/>
          <ac:spMkLst>
            <pc:docMk/>
            <pc:sldMk cId="1607369598" sldId="385"/>
            <ac:spMk id="3" creationId="{5D179177-4928-9075-1BD8-64651D0F4A0A}"/>
          </ac:spMkLst>
        </pc:spChg>
      </pc:sldChg>
      <pc:sldChg chg="del">
        <pc:chgData name="Stefan Novaković" userId="48d5634ac72bd80c" providerId="LiveId" clId="{9A47ED04-19FC-4C8F-9871-55042B95C07F}" dt="2023-10-29T17:43:08.257" v="36" actId="47"/>
        <pc:sldMkLst>
          <pc:docMk/>
          <pc:sldMk cId="972552809" sldId="386"/>
        </pc:sldMkLst>
      </pc:sldChg>
      <pc:sldChg chg="modSp mod ord modAnim">
        <pc:chgData name="Stefan Novaković" userId="48d5634ac72bd80c" providerId="LiveId" clId="{9A47ED04-19FC-4C8F-9871-55042B95C07F}" dt="2023-10-29T20:46:12.527" v="2238" actId="27636"/>
        <pc:sldMkLst>
          <pc:docMk/>
          <pc:sldMk cId="2888992160" sldId="387"/>
        </pc:sldMkLst>
        <pc:spChg chg="mod">
          <ac:chgData name="Stefan Novaković" userId="48d5634ac72bd80c" providerId="LiveId" clId="{9A47ED04-19FC-4C8F-9871-55042B95C07F}" dt="2023-10-29T17:56:41.054" v="1473" actId="20577"/>
          <ac:spMkLst>
            <pc:docMk/>
            <pc:sldMk cId="2888992160" sldId="387"/>
            <ac:spMk id="2" creationId="{C33282F7-31B6-A4E4-4D75-F0BF15C793CC}"/>
          </ac:spMkLst>
        </pc:spChg>
        <pc:spChg chg="mod">
          <ac:chgData name="Stefan Novaković" userId="48d5634ac72bd80c" providerId="LiveId" clId="{9A47ED04-19FC-4C8F-9871-55042B95C07F}" dt="2023-10-29T20:46:12.527" v="2238" actId="27636"/>
          <ac:spMkLst>
            <pc:docMk/>
            <pc:sldMk cId="2888992160" sldId="387"/>
            <ac:spMk id="3" creationId="{5D179177-4928-9075-1BD8-64651D0F4A0A}"/>
          </ac:spMkLst>
        </pc:spChg>
      </pc:sldChg>
      <pc:sldChg chg="del">
        <pc:chgData name="Stefan Novaković" userId="48d5634ac72bd80c" providerId="LiveId" clId="{9A47ED04-19FC-4C8F-9871-55042B95C07F}" dt="2023-10-29T18:02:55.352" v="1663" actId="47"/>
        <pc:sldMkLst>
          <pc:docMk/>
          <pc:sldMk cId="3258122485" sldId="388"/>
        </pc:sldMkLst>
      </pc:sldChg>
      <pc:sldChg chg="add del">
        <pc:chgData name="Stefan Novaković" userId="48d5634ac72bd80c" providerId="LiveId" clId="{9A47ED04-19FC-4C8F-9871-55042B95C07F}" dt="2023-10-29T17:54:49.636" v="1442" actId="47"/>
        <pc:sldMkLst>
          <pc:docMk/>
          <pc:sldMk cId="1274083083" sldId="389"/>
        </pc:sldMkLst>
      </pc:sldChg>
      <pc:sldChg chg="add del">
        <pc:chgData name="Stefan Novaković" userId="48d5634ac72bd80c" providerId="LiveId" clId="{9A47ED04-19FC-4C8F-9871-55042B95C07F}" dt="2023-10-29T17:54:49.636" v="1442" actId="47"/>
        <pc:sldMkLst>
          <pc:docMk/>
          <pc:sldMk cId="1766835692" sldId="390"/>
        </pc:sldMkLst>
      </pc:sldChg>
      <pc:sldChg chg="modSp del mod ord">
        <pc:chgData name="Stefan Novaković" userId="48d5634ac72bd80c" providerId="LiveId" clId="{9A47ED04-19FC-4C8F-9871-55042B95C07F}" dt="2023-10-29T17:56:33.090" v="1469" actId="47"/>
        <pc:sldMkLst>
          <pc:docMk/>
          <pc:sldMk cId="3796311531" sldId="391"/>
        </pc:sldMkLst>
        <pc:spChg chg="mod">
          <ac:chgData name="Stefan Novaković" userId="48d5634ac72bd80c" providerId="LiveId" clId="{9A47ED04-19FC-4C8F-9871-55042B95C07F}" dt="2023-10-29T17:54:43.189" v="1441"/>
          <ac:spMkLst>
            <pc:docMk/>
            <pc:sldMk cId="3796311531" sldId="391"/>
            <ac:spMk id="3" creationId="{5D179177-4928-9075-1BD8-64651D0F4A0A}"/>
          </ac:spMkLst>
        </pc:spChg>
      </pc:sldChg>
      <pc:sldChg chg="add del">
        <pc:chgData name="Stefan Novaković" userId="48d5634ac72bd80c" providerId="LiveId" clId="{9A47ED04-19FC-4C8F-9871-55042B95C07F}" dt="2023-10-29T17:54:49.636" v="1442" actId="47"/>
        <pc:sldMkLst>
          <pc:docMk/>
          <pc:sldMk cId="2874959799" sldId="392"/>
        </pc:sldMkLst>
      </pc:sldChg>
      <pc:sldChg chg="modSp mod modAnim">
        <pc:chgData name="Stefan Novaković" userId="48d5634ac72bd80c" providerId="LiveId" clId="{9A47ED04-19FC-4C8F-9871-55042B95C07F}" dt="2023-10-29T18:03:13.461" v="1665"/>
        <pc:sldMkLst>
          <pc:docMk/>
          <pc:sldMk cId="1023141036" sldId="393"/>
        </pc:sldMkLst>
        <pc:spChg chg="mod">
          <ac:chgData name="Stefan Novaković" userId="48d5634ac72bd80c" providerId="LiveId" clId="{9A47ED04-19FC-4C8F-9871-55042B95C07F}" dt="2023-10-29T18:01:01.121" v="1621" actId="1076"/>
          <ac:spMkLst>
            <pc:docMk/>
            <pc:sldMk cId="1023141036" sldId="393"/>
            <ac:spMk id="2" creationId="{C33282F7-31B6-A4E4-4D75-F0BF15C793CC}"/>
          </ac:spMkLst>
        </pc:spChg>
        <pc:spChg chg="mod">
          <ac:chgData name="Stefan Novaković" userId="48d5634ac72bd80c" providerId="LiveId" clId="{9A47ED04-19FC-4C8F-9871-55042B95C07F}" dt="2023-10-29T18:02:28.825" v="1661" actId="20577"/>
          <ac:spMkLst>
            <pc:docMk/>
            <pc:sldMk cId="1023141036" sldId="393"/>
            <ac:spMk id="3" creationId="{5D179177-4928-9075-1BD8-64651D0F4A0A}"/>
          </ac:spMkLst>
        </pc:spChg>
      </pc:sldChg>
    </pc:docChg>
  </pc:docChgLst>
  <pc:docChgLst>
    <pc:chgData name="Stefan Novaković" userId="48d5634ac72bd80c" providerId="LiveId" clId="{5A097114-EF2D-4B1E-B7B7-1B6B418DEBE6}"/>
    <pc:docChg chg="custSel modSld">
      <pc:chgData name="Stefan Novaković" userId="48d5634ac72bd80c" providerId="LiveId" clId="{5A097114-EF2D-4B1E-B7B7-1B6B418DEBE6}" dt="2023-10-30T13:52:51.741" v="696" actId="20577"/>
      <pc:docMkLst>
        <pc:docMk/>
      </pc:docMkLst>
      <pc:sldChg chg="modSp mod">
        <pc:chgData name="Stefan Novaković" userId="48d5634ac72bd80c" providerId="LiveId" clId="{5A097114-EF2D-4B1E-B7B7-1B6B418DEBE6}" dt="2023-10-30T13:25:04.342" v="15" actId="20577"/>
        <pc:sldMkLst>
          <pc:docMk/>
          <pc:sldMk cId="2733798617" sldId="366"/>
        </pc:sldMkLst>
        <pc:spChg chg="mod">
          <ac:chgData name="Stefan Novaković" userId="48d5634ac72bd80c" providerId="LiveId" clId="{5A097114-EF2D-4B1E-B7B7-1B6B418DEBE6}" dt="2023-10-30T13:25:04.342" v="15" actId="20577"/>
          <ac:spMkLst>
            <pc:docMk/>
            <pc:sldMk cId="2733798617" sldId="366"/>
            <ac:spMk id="19" creationId="{AAC97A78-960C-453F-8BEB-1BE5DBE45BC2}"/>
          </ac:spMkLst>
        </pc:spChg>
      </pc:sldChg>
      <pc:sldChg chg="modSp">
        <pc:chgData name="Stefan Novaković" userId="48d5634ac72bd80c" providerId="LiveId" clId="{5A097114-EF2D-4B1E-B7B7-1B6B418DEBE6}" dt="2023-10-30T13:29:00.143" v="17" actId="404"/>
        <pc:sldMkLst>
          <pc:docMk/>
          <pc:sldMk cId="3426088470" sldId="367"/>
        </pc:sldMkLst>
        <pc:spChg chg="mod">
          <ac:chgData name="Stefan Novaković" userId="48d5634ac72bd80c" providerId="LiveId" clId="{5A097114-EF2D-4B1E-B7B7-1B6B418DEBE6}" dt="2023-10-30T13:29:00.143" v="17" actId="404"/>
          <ac:spMkLst>
            <pc:docMk/>
            <pc:sldMk cId="3426088470" sldId="367"/>
            <ac:spMk id="3" creationId="{69180B4A-A82D-48A9-8839-B86A6CB90A23}"/>
          </ac:spMkLst>
        </pc:spChg>
      </pc:sldChg>
      <pc:sldChg chg="modSp mod">
        <pc:chgData name="Stefan Novaković" userId="48d5634ac72bd80c" providerId="LiveId" clId="{5A097114-EF2D-4B1E-B7B7-1B6B418DEBE6}" dt="2023-10-30T13:52:51.741" v="696" actId="20577"/>
        <pc:sldMkLst>
          <pc:docMk/>
          <pc:sldMk cId="424781133" sldId="378"/>
        </pc:sldMkLst>
        <pc:spChg chg="mod">
          <ac:chgData name="Stefan Novaković" userId="48d5634ac72bd80c" providerId="LiveId" clId="{5A097114-EF2D-4B1E-B7B7-1B6B418DEBE6}" dt="2023-10-30T13:52:51.741" v="696" actId="20577"/>
          <ac:spMkLst>
            <pc:docMk/>
            <pc:sldMk cId="424781133" sldId="378"/>
            <ac:spMk id="2" creationId="{8F1CE8FE-A635-4FF8-9293-69B9B9DECA58}"/>
          </ac:spMkLst>
        </pc:spChg>
      </pc:sldChg>
      <pc:sldChg chg="modSp mod modAnim">
        <pc:chgData name="Stefan Novaković" userId="48d5634ac72bd80c" providerId="LiveId" clId="{5A097114-EF2D-4B1E-B7B7-1B6B418DEBE6}" dt="2023-10-30T13:50:00.951" v="514" actId="20577"/>
        <pc:sldMkLst>
          <pc:docMk/>
          <pc:sldMk cId="2130956120" sldId="382"/>
        </pc:sldMkLst>
        <pc:spChg chg="mod">
          <ac:chgData name="Stefan Novaković" userId="48d5634ac72bd80c" providerId="LiveId" clId="{5A097114-EF2D-4B1E-B7B7-1B6B418DEBE6}" dt="2023-10-30T13:50:00.951" v="514" actId="20577"/>
          <ac:spMkLst>
            <pc:docMk/>
            <pc:sldMk cId="2130956120" sldId="382"/>
            <ac:spMk id="10" creationId="{24DC01FA-8DB6-7705-FAD7-4F88D8BD5EB6}"/>
          </ac:spMkLst>
        </pc:spChg>
      </pc:sldChg>
      <pc:sldChg chg="modSp">
        <pc:chgData name="Stefan Novaković" userId="48d5634ac72bd80c" providerId="LiveId" clId="{5A097114-EF2D-4B1E-B7B7-1B6B418DEBE6}" dt="2023-10-30T13:51:39.009" v="648" actId="20577"/>
        <pc:sldMkLst>
          <pc:docMk/>
          <pc:sldMk cId="1607369598" sldId="385"/>
        </pc:sldMkLst>
        <pc:spChg chg="mod">
          <ac:chgData name="Stefan Novaković" userId="48d5634ac72bd80c" providerId="LiveId" clId="{5A097114-EF2D-4B1E-B7B7-1B6B418DEBE6}" dt="2023-10-30T13:51:39.009" v="648" actId="20577"/>
          <ac:spMkLst>
            <pc:docMk/>
            <pc:sldMk cId="1607369598" sldId="385"/>
            <ac:spMk id="3" creationId="{5D179177-4928-9075-1BD8-64651D0F4A0A}"/>
          </ac:spMkLst>
        </pc:spChg>
      </pc:sldChg>
      <pc:sldChg chg="modSp">
        <pc:chgData name="Stefan Novaković" userId="48d5634ac72bd80c" providerId="LiveId" clId="{5A097114-EF2D-4B1E-B7B7-1B6B418DEBE6}" dt="2023-10-30T13:51:24.945" v="637" actId="20577"/>
        <pc:sldMkLst>
          <pc:docMk/>
          <pc:sldMk cId="2888992160" sldId="387"/>
        </pc:sldMkLst>
        <pc:spChg chg="mod">
          <ac:chgData name="Stefan Novaković" userId="48d5634ac72bd80c" providerId="LiveId" clId="{5A097114-EF2D-4B1E-B7B7-1B6B418DEBE6}" dt="2023-10-30T13:51:24.945" v="637" actId="20577"/>
          <ac:spMkLst>
            <pc:docMk/>
            <pc:sldMk cId="2888992160" sldId="387"/>
            <ac:spMk id="3" creationId="{5D179177-4928-9075-1BD8-64651D0F4A0A}"/>
          </ac:spMkLst>
        </pc:spChg>
      </pc:sldChg>
      <pc:sldChg chg="modSp">
        <pc:chgData name="Stefan Novaković" userId="48d5634ac72bd80c" providerId="LiveId" clId="{5A097114-EF2D-4B1E-B7B7-1B6B418DEBE6}" dt="2023-10-30T13:17:15.165" v="3" actId="404"/>
        <pc:sldMkLst>
          <pc:docMk/>
          <pc:sldMk cId="1023141036" sldId="393"/>
        </pc:sldMkLst>
        <pc:spChg chg="mod">
          <ac:chgData name="Stefan Novaković" userId="48d5634ac72bd80c" providerId="LiveId" clId="{5A097114-EF2D-4B1E-B7B7-1B6B418DEBE6}" dt="2023-10-30T13:17:15.165" v="3" actId="404"/>
          <ac:spMkLst>
            <pc:docMk/>
            <pc:sldMk cId="1023141036" sldId="393"/>
            <ac:spMk id="3" creationId="{5D179177-4928-9075-1BD8-64651D0F4A0A}"/>
          </ac:spMkLst>
        </pc:spChg>
      </pc:sldChg>
    </pc:docChg>
  </pc:docChgLst>
  <pc:docChgLst>
    <pc:chgData name="Stefan Novaković" userId="48d5634ac72bd80c" providerId="LiveId" clId="{5C7C73AB-383C-4902-A9ED-FB23205C8DAB}"/>
    <pc:docChg chg="undo custSel addSld delSld modSld delSection modSection">
      <pc:chgData name="Stefan Novaković" userId="48d5634ac72bd80c" providerId="LiveId" clId="{5C7C73AB-383C-4902-A9ED-FB23205C8DAB}" dt="2023-10-21T19:26:35.381" v="12" actId="17851"/>
      <pc:docMkLst>
        <pc:docMk/>
      </pc:docMkLst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4215596471" sldId="285"/>
        </pc:sldMkLst>
      </pc:sldChg>
      <pc:sldChg chg="add del">
        <pc:chgData name="Stefan Novaković" userId="48d5634ac72bd80c" providerId="LiveId" clId="{5C7C73AB-383C-4902-A9ED-FB23205C8DAB}" dt="2023-10-21T19:26:15.961" v="9" actId="2696"/>
        <pc:sldMkLst>
          <pc:docMk/>
          <pc:sldMk cId="2551141026" sldId="324"/>
        </pc:sldMkLst>
      </pc:sldChg>
      <pc:sldChg chg="add del">
        <pc:chgData name="Stefan Novaković" userId="48d5634ac72bd80c" providerId="LiveId" clId="{5C7C73AB-383C-4902-A9ED-FB23205C8DAB}" dt="2023-10-21T19:26:15.961" v="9" actId="2696"/>
        <pc:sldMkLst>
          <pc:docMk/>
          <pc:sldMk cId="1910483375" sldId="334"/>
        </pc:sldMkLst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1668169255" sldId="345"/>
        </pc:sldMkLst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2770172430" sldId="350"/>
        </pc:sldMkLst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4037451239" sldId="352"/>
        </pc:sldMkLst>
      </pc:sldChg>
      <pc:sldChg chg="add del">
        <pc:chgData name="Stefan Novaković" userId="48d5634ac72bd80c" providerId="LiveId" clId="{5C7C73AB-383C-4902-A9ED-FB23205C8DAB}" dt="2023-10-21T19:26:15.961" v="9" actId="2696"/>
        <pc:sldMkLst>
          <pc:docMk/>
          <pc:sldMk cId="2825594350" sldId="364"/>
        </pc:sldMkLst>
      </pc:sldChg>
      <pc:sldChg chg="modSp mod">
        <pc:chgData name="Stefan Novaković" userId="48d5634ac72bd80c" providerId="LiveId" clId="{5C7C73AB-383C-4902-A9ED-FB23205C8DAB}" dt="2023-10-13T13:02:14.128" v="1" actId="123"/>
        <pc:sldMkLst>
          <pc:docMk/>
          <pc:sldMk cId="685143188" sldId="374"/>
        </pc:sldMkLst>
        <pc:spChg chg="mod">
          <ac:chgData name="Stefan Novaković" userId="48d5634ac72bd80c" providerId="LiveId" clId="{5C7C73AB-383C-4902-A9ED-FB23205C8DAB}" dt="2023-10-13T13:02:14.128" v="1" actId="123"/>
          <ac:spMkLst>
            <pc:docMk/>
            <pc:sldMk cId="685143188" sldId="374"/>
            <ac:spMk id="3" creationId="{09454CF6-E225-4DC8-ADAD-9E5F0B214210}"/>
          </ac:spMkLst>
        </pc:spChg>
      </pc:sldChg>
      <pc:sldChg chg="modSp mod">
        <pc:chgData name="Stefan Novaković" userId="48d5634ac72bd80c" providerId="LiveId" clId="{5C7C73AB-383C-4902-A9ED-FB23205C8DAB}" dt="2023-10-13T13:02:17.315" v="2" actId="123"/>
        <pc:sldMkLst>
          <pc:docMk/>
          <pc:sldMk cId="976777662" sldId="377"/>
        </pc:sldMkLst>
        <pc:spChg chg="mod">
          <ac:chgData name="Stefan Novaković" userId="48d5634ac72bd80c" providerId="LiveId" clId="{5C7C73AB-383C-4902-A9ED-FB23205C8DAB}" dt="2023-10-13T13:02:17.315" v="2" actId="123"/>
          <ac:spMkLst>
            <pc:docMk/>
            <pc:sldMk cId="976777662" sldId="377"/>
            <ac:spMk id="3" creationId="{09454CF6-E225-4DC8-ADAD-9E5F0B214210}"/>
          </ac:spMkLst>
        </pc:spChg>
      </pc:sldChg>
      <pc:sldChg chg="modSp mod">
        <pc:chgData name="Stefan Novaković" userId="48d5634ac72bd80c" providerId="LiveId" clId="{5C7C73AB-383C-4902-A9ED-FB23205C8DAB}" dt="2023-10-13T13:02:08.639" v="0" actId="123"/>
        <pc:sldMkLst>
          <pc:docMk/>
          <pc:sldMk cId="2762751761" sldId="381"/>
        </pc:sldMkLst>
        <pc:spChg chg="mod">
          <ac:chgData name="Stefan Novaković" userId="48d5634ac72bd80c" providerId="LiveId" clId="{5C7C73AB-383C-4902-A9ED-FB23205C8DAB}" dt="2023-10-13T13:02:08.639" v="0" actId="123"/>
          <ac:spMkLst>
            <pc:docMk/>
            <pc:sldMk cId="2762751761" sldId="381"/>
            <ac:spMk id="3" creationId="{09454CF6-E225-4DC8-ADAD-9E5F0B214210}"/>
          </ac:spMkLst>
        </pc:spChg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4104576786" sldId="3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08759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206790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4354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373810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1165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28952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 dirty="0"/>
              <a:t>Fifth level</a:t>
            </a:r>
            <a:endParaRPr lang="sr-Latn-B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r-Latn-B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30.10.2023.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4" y="801541"/>
            <a:ext cx="8156895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5845735" cy="1616978"/>
          </a:xfrm>
        </p:spPr>
        <p:txBody>
          <a:bodyPr/>
          <a:lstStyle/>
          <a:p>
            <a:pPr algn="l"/>
            <a:r>
              <a:rPr lang="sr-Latn-BA" b="1"/>
              <a:t>Relacije</a:t>
            </a:r>
            <a:r>
              <a:rPr lang="en-US" b="1"/>
              <a:t> izme</a:t>
            </a:r>
            <a:r>
              <a:rPr lang="sr-Latn-BA" b="1"/>
              <a:t>đu klasa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7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82F7-31B6-A4E4-4D75-F0BF15C7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Relacije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9177-4928-9075-1BD8-64651D0F4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Relacije</a:t>
            </a:r>
            <a:r>
              <a:rPr lang="en-US"/>
              <a:t> (odnosi</a:t>
            </a:r>
            <a:r>
              <a:rPr lang="sr-Latn-BA"/>
              <a:t> ili veze, eng. </a:t>
            </a:r>
            <a:r>
              <a:rPr lang="sr-Latn-BA" b="1" i="1"/>
              <a:t>relationships</a:t>
            </a:r>
            <a:r>
              <a:rPr lang="en-US"/>
              <a:t>)</a:t>
            </a:r>
          </a:p>
          <a:p>
            <a:pPr lvl="1"/>
            <a:r>
              <a:rPr lang="en-US" b="1"/>
              <a:t>Z</a:t>
            </a:r>
            <a:r>
              <a:rPr lang="sr-Latn-BA" b="1"/>
              <a:t>avisnosti</a:t>
            </a:r>
            <a:r>
              <a:rPr lang="sr-Latn-BA"/>
              <a:t> (</a:t>
            </a:r>
            <a:r>
              <a:rPr lang="sr-Latn-BA" b="1" i="1"/>
              <a:t>dependencies</a:t>
            </a:r>
            <a:r>
              <a:rPr lang="sr-Latn-BA"/>
              <a:t>)</a:t>
            </a:r>
            <a:endParaRPr lang="en-US"/>
          </a:p>
          <a:p>
            <a:pPr lvl="1"/>
            <a:r>
              <a:rPr lang="en-US" b="1"/>
              <a:t>A</a:t>
            </a:r>
            <a:r>
              <a:rPr lang="sr-Latn-BA" b="1"/>
              <a:t>socijacije – strukturalne relacije</a:t>
            </a:r>
          </a:p>
          <a:p>
            <a:pPr lvl="1"/>
            <a:r>
              <a:rPr lang="sr-Latn-BA" sz="1400"/>
              <a:t>Kasnije: Generalizacije/specijalizacije</a:t>
            </a:r>
            <a:r>
              <a:rPr lang="en-US" sz="1400"/>
              <a:t> i</a:t>
            </a:r>
            <a:r>
              <a:rPr lang="sr-Latn-BA" sz="1400"/>
              <a:t> realizacije</a:t>
            </a:r>
            <a:endParaRPr lang="en-US" sz="1400"/>
          </a:p>
          <a:p>
            <a:r>
              <a:rPr lang="sr-Latn-BA"/>
              <a:t>Klasa A </a:t>
            </a:r>
            <a:r>
              <a:rPr lang="sr-Latn-BA" b="1"/>
              <a:t>zavisi</a:t>
            </a:r>
            <a:r>
              <a:rPr lang="sr-Latn-BA"/>
              <a:t> od klase B ukoliko A u svojim metodama koristi klasu B</a:t>
            </a:r>
          </a:p>
          <a:p>
            <a:r>
              <a:rPr lang="sr-Latn-BA"/>
              <a:t>Postoji </a:t>
            </a:r>
            <a:r>
              <a:rPr lang="sr-Latn-BA" b="1"/>
              <a:t>asocijacija</a:t>
            </a:r>
            <a:r>
              <a:rPr lang="sr-Latn-BA"/>
              <a:t> između klase A i B ukoliko bar jedna od njih sadrži, kao član podatak, instancu druge ili referencu na instancu druge</a:t>
            </a:r>
          </a:p>
          <a:p>
            <a:r>
              <a:rPr lang="sr-Latn-BA"/>
              <a:t>Cjelina-dio asocijacije: </a:t>
            </a:r>
            <a:r>
              <a:rPr lang="sr-Latn-BA" b="1"/>
              <a:t>kompozicija</a:t>
            </a:r>
            <a:r>
              <a:rPr lang="sr-Latn-BA"/>
              <a:t> i </a:t>
            </a:r>
            <a:r>
              <a:rPr lang="sr-Latn-BA" b="1"/>
              <a:t>agregacija</a:t>
            </a:r>
          </a:p>
        </p:txBody>
      </p:sp>
    </p:spTree>
    <p:extLst>
      <p:ext uri="{BB962C8B-B14F-4D97-AF65-F5344CB8AC3E}">
        <p14:creationId xmlns:p14="http://schemas.microsoft.com/office/powerpoint/2010/main" val="102314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82F7-31B6-A4E4-4D75-F0BF15C7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Zavisnosti</a:t>
            </a:r>
            <a:r>
              <a:rPr lang="sr-Latn-BA"/>
              <a:t> između </a:t>
            </a:r>
            <a:r>
              <a:rPr lang="en-US"/>
              <a:t>funkcija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9177-4928-9075-1BD8-64651D0F4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BA"/>
              <a:t>Prvo par neophodnih riječi o zavisnostima između funkcija. Neka su F i G funkcije.</a:t>
            </a:r>
          </a:p>
          <a:p>
            <a:r>
              <a:rPr lang="sr-Latn-BA" b="1"/>
              <a:t>F</a:t>
            </a:r>
            <a:r>
              <a:rPr lang="en-US" b="1"/>
              <a:t> mo</a:t>
            </a:r>
            <a:r>
              <a:rPr lang="sr-Latn-BA" b="1"/>
              <a:t>že transformisati nelokalno stanje </a:t>
            </a:r>
            <a:r>
              <a:rPr lang="en-US" b="1"/>
              <a:t>&lt;=&gt; F</a:t>
            </a:r>
            <a:r>
              <a:rPr lang="sr-Latn-BA" b="1"/>
              <a:t> </a:t>
            </a:r>
            <a:r>
              <a:rPr lang="en-US" b="1"/>
              <a:t>m</a:t>
            </a:r>
            <a:r>
              <a:rPr lang="sr-Latn-BA" b="1"/>
              <a:t>ože da ima bočne efekte</a:t>
            </a:r>
            <a:endParaRPr lang="en-US" b="1"/>
          </a:p>
          <a:p>
            <a:r>
              <a:rPr lang="en-US" b="1"/>
              <a:t>Postojanje bo</a:t>
            </a:r>
            <a:r>
              <a:rPr lang="sr-Latn-BA" b="1"/>
              <a:t>čnih efekata </a:t>
            </a:r>
            <a:r>
              <a:rPr lang="en-US" b="1"/>
              <a:t>=&gt; zavisnost stanja ostatka programa od funkcije</a:t>
            </a:r>
            <a:endParaRPr lang="sr-Latn-BA" b="1"/>
          </a:p>
          <a:p>
            <a:r>
              <a:rPr lang="sr-Latn-BA"/>
              <a:t>Kažemo da je F </a:t>
            </a:r>
            <a:r>
              <a:rPr lang="sr-Latn-BA" b="1"/>
              <a:t>čista funkcija (pure function) </a:t>
            </a:r>
            <a:r>
              <a:rPr lang="sr-Latn-BA"/>
              <a:t>ukoliko važe tvrdnje: </a:t>
            </a:r>
            <a:endParaRPr lang="en-US"/>
          </a:p>
          <a:p>
            <a:pPr lvl="1"/>
            <a:r>
              <a:rPr lang="sr-Latn-BA"/>
              <a:t>1) </a:t>
            </a:r>
            <a:r>
              <a:rPr lang="sr-Latn-BA" b="1"/>
              <a:t>F je deterministička</a:t>
            </a:r>
            <a:r>
              <a:rPr lang="sr-Latn-BA"/>
              <a:t>, </a:t>
            </a:r>
            <a:endParaRPr lang="en-US"/>
          </a:p>
          <a:p>
            <a:pPr lvl="1"/>
            <a:r>
              <a:rPr lang="sr-Latn-BA"/>
              <a:t>2</a:t>
            </a:r>
            <a:r>
              <a:rPr lang="sr-Latn-BA" b="1"/>
              <a:t>) F nema I/O</a:t>
            </a:r>
            <a:r>
              <a:rPr lang="sr-Latn-BA"/>
              <a:t>,  </a:t>
            </a:r>
            <a:endParaRPr lang="en-US"/>
          </a:p>
          <a:p>
            <a:pPr lvl="1"/>
            <a:r>
              <a:rPr lang="sr-Latn-BA"/>
              <a:t>3) </a:t>
            </a:r>
            <a:r>
              <a:rPr lang="sr-Latn-BA" b="1"/>
              <a:t>F ne zavisi od nelokalnog stanja,</a:t>
            </a:r>
            <a:endParaRPr lang="en-US" b="1"/>
          </a:p>
          <a:p>
            <a:pPr lvl="1"/>
            <a:r>
              <a:rPr lang="sr-Latn-BA"/>
              <a:t>4) </a:t>
            </a:r>
            <a:r>
              <a:rPr lang="sr-Latn-BA" b="1"/>
              <a:t>Rezultat koji F proizvodi zavisi isključivo od argumenata </a:t>
            </a:r>
            <a:r>
              <a:rPr lang="en-US" b="1"/>
              <a:t>i</a:t>
            </a:r>
          </a:p>
          <a:p>
            <a:pPr lvl="1"/>
            <a:r>
              <a:rPr lang="sr-Latn-BA"/>
              <a:t>5) </a:t>
            </a:r>
            <a:r>
              <a:rPr lang="sr-Latn-BA" b="1"/>
              <a:t>F nema bočne efekte</a:t>
            </a:r>
            <a:r>
              <a:rPr lang="sr-Latn-BA"/>
              <a:t>.</a:t>
            </a:r>
          </a:p>
          <a:p>
            <a:r>
              <a:rPr lang="en-US"/>
              <a:t>F poziva G</a:t>
            </a:r>
            <a:r>
              <a:rPr lang="sr-Latn-BA"/>
              <a:t> </a:t>
            </a:r>
            <a:r>
              <a:rPr lang="en-US"/>
              <a:t>=&gt; </a:t>
            </a:r>
            <a:r>
              <a:rPr lang="en-US" b="1"/>
              <a:t>v</a:t>
            </a:r>
            <a:r>
              <a:rPr lang="sr-Latn-BA" b="1"/>
              <a:t>alidnost F zavisi od prototipa G</a:t>
            </a:r>
            <a:r>
              <a:rPr lang="en-US" b="1"/>
              <a:t> </a:t>
            </a:r>
            <a:r>
              <a:rPr lang="en-US"/>
              <a:t>i </a:t>
            </a:r>
            <a:r>
              <a:rPr lang="en-US" b="1"/>
              <a:t>pona</a:t>
            </a:r>
            <a:r>
              <a:rPr lang="sr-Latn-BA" b="1"/>
              <a:t>šanje F zavisi od implementacije G</a:t>
            </a:r>
            <a:r>
              <a:rPr lang="sr-Latn-BA"/>
              <a:t>.</a:t>
            </a:r>
          </a:p>
          <a:p>
            <a:r>
              <a:rPr lang="sr-Latn-BA"/>
              <a:t>F poziva G </a:t>
            </a:r>
            <a:r>
              <a:rPr lang="en-US"/>
              <a:t>=&gt; F ima </a:t>
            </a:r>
            <a:r>
              <a:rPr lang="en-US" b="1"/>
              <a:t>pozivnu zavisnost</a:t>
            </a:r>
            <a:r>
              <a:rPr lang="sr-Latn-BA"/>
              <a:t> (</a:t>
            </a:r>
            <a:r>
              <a:rPr lang="sr-Latn-BA" b="1" i="1"/>
              <a:t>call dependency</a:t>
            </a:r>
            <a:r>
              <a:rPr lang="sr-Latn-BA"/>
              <a:t>)</a:t>
            </a:r>
            <a:r>
              <a:rPr lang="en-US"/>
              <a:t> od G</a:t>
            </a: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0736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82F7-31B6-A4E4-4D75-F0BF15C7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Zavisnosti</a:t>
            </a:r>
            <a:r>
              <a:rPr lang="sr-Latn-BA"/>
              <a:t> između klasa</a:t>
            </a:r>
            <a:r>
              <a:rPr lang="en-US"/>
              <a:t> (</a:t>
            </a:r>
            <a:r>
              <a:rPr lang="sr-Latn-BA"/>
              <a:t>d</a:t>
            </a:r>
            <a:r>
              <a:rPr lang="en-US" i="1"/>
              <a:t>ependencies</a:t>
            </a:r>
            <a:r>
              <a:rPr lang="en-US"/>
              <a:t>)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9177-4928-9075-1BD8-64651D0F4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/>
              <a:t>Direktne zavisnosti </a:t>
            </a:r>
            <a:r>
              <a:rPr lang="en-US"/>
              <a:t>(</a:t>
            </a:r>
            <a:r>
              <a:rPr lang="en-US" b="1"/>
              <a:t>direct dependency</a:t>
            </a:r>
            <a:r>
              <a:rPr lang="en-US"/>
              <a:t>):</a:t>
            </a:r>
          </a:p>
          <a:p>
            <a:pPr lvl="1"/>
            <a:r>
              <a:rPr lang="sr-Latn-BA" b="1"/>
              <a:t>Upotrebna zavisnost</a:t>
            </a:r>
            <a:r>
              <a:rPr lang="sr-Latn-BA"/>
              <a:t> (</a:t>
            </a:r>
            <a:r>
              <a:rPr lang="sr-Latn-BA" b="1" i="1"/>
              <a:t>usage dependency</a:t>
            </a:r>
            <a:r>
              <a:rPr lang="sr-Latn-BA"/>
              <a:t>)</a:t>
            </a:r>
            <a:r>
              <a:rPr lang="sr-Latn-BA" i="1"/>
              <a:t>:</a:t>
            </a:r>
            <a:r>
              <a:rPr lang="sr-Latn-BA"/>
              <a:t> klasa propisuje da neka njena metoda raspolaže sa </a:t>
            </a:r>
            <a:r>
              <a:rPr lang="en-US"/>
              <a:t>instancom</a:t>
            </a:r>
            <a:r>
              <a:rPr lang="sr-Latn-BA"/>
              <a:t> </a:t>
            </a:r>
            <a:r>
              <a:rPr lang="en-US"/>
              <a:t>nekog tipa, ili referencom na instancu nekog tipa</a:t>
            </a:r>
          </a:p>
          <a:p>
            <a:pPr lvl="1"/>
            <a:r>
              <a:rPr lang="en-US" b="1"/>
              <a:t>Pozivna zavisnost</a:t>
            </a:r>
            <a:r>
              <a:rPr lang="sr-Latn-BA"/>
              <a:t> (</a:t>
            </a:r>
            <a:r>
              <a:rPr lang="sr-Latn-BA" b="1" i="1"/>
              <a:t>call dependency</a:t>
            </a:r>
            <a:r>
              <a:rPr lang="sr-Latn-BA"/>
              <a:t>)</a:t>
            </a:r>
            <a:r>
              <a:rPr lang="en-US"/>
              <a:t>: klasa propisuje da neka njena metoda poziva metode nad instancom nekog tipa</a:t>
            </a:r>
            <a:r>
              <a:rPr lang="sr-Latn-BA"/>
              <a:t> (opet i pozivna zavisnost između funkcija)</a:t>
            </a:r>
            <a:endParaRPr lang="en-US"/>
          </a:p>
          <a:p>
            <a:pPr lvl="1"/>
            <a:r>
              <a:rPr lang="en-US" b="1"/>
              <a:t>Parametarska zavisnost</a:t>
            </a:r>
            <a:r>
              <a:rPr lang="sr-Latn-BA"/>
              <a:t> (</a:t>
            </a:r>
            <a:r>
              <a:rPr lang="sr-Latn-BA" b="1" i="1"/>
              <a:t>parameter dependency</a:t>
            </a:r>
            <a:r>
              <a:rPr lang="sr-Latn-BA"/>
              <a:t>)</a:t>
            </a:r>
            <a:r>
              <a:rPr lang="en-US"/>
              <a:t>: klasa propisuje da neka njena metoda prihvata argument </a:t>
            </a:r>
            <a:r>
              <a:rPr lang="sr-Latn-BA"/>
              <a:t>koji je </a:t>
            </a:r>
            <a:r>
              <a:rPr lang="en-US"/>
              <a:t>instanca nekog tipa</a:t>
            </a:r>
          </a:p>
          <a:p>
            <a:pPr lvl="1"/>
            <a:r>
              <a:rPr lang="en-US"/>
              <a:t>Ovi tipovi zavisnosti nisu me</a:t>
            </a:r>
            <a:r>
              <a:rPr lang="sr-Latn-BA"/>
              <a:t>đusobno isključivi</a:t>
            </a:r>
            <a:endParaRPr lang="en-US"/>
          </a:p>
          <a:p>
            <a:r>
              <a:rPr lang="en-US" b="1"/>
              <a:t>Indirektna (tranzitivna) zavisnost </a:t>
            </a:r>
            <a:r>
              <a:rPr lang="en-US"/>
              <a:t>–</a:t>
            </a:r>
            <a:r>
              <a:rPr lang="en-US" b="1"/>
              <a:t> </a:t>
            </a:r>
            <a:r>
              <a:rPr lang="en-US"/>
              <a:t>ako klasa A zavisi direktno od klase B, a klasa B zavisi direktno ili indirektno od klase C, onda klasa A zavisi indirektno od klase C</a:t>
            </a:r>
            <a:endParaRPr lang="en-US" b="1"/>
          </a:p>
          <a:p>
            <a:r>
              <a:rPr lang="en-US" b="1"/>
              <a:t>I</a:t>
            </a:r>
            <a:r>
              <a:rPr lang="sr-Latn-BA" b="1"/>
              <a:t>mutabilna zavisnost – </a:t>
            </a:r>
            <a:r>
              <a:rPr lang="sr-Latn-BA"/>
              <a:t>objekat je imutabilan ako mu se, nakon inicijalizacije, ne može promijeniti stanje.</a:t>
            </a:r>
          </a:p>
        </p:txBody>
      </p:sp>
    </p:spTree>
    <p:extLst>
      <p:ext uri="{BB962C8B-B14F-4D97-AF65-F5344CB8AC3E}">
        <p14:creationId xmlns:p14="http://schemas.microsoft.com/office/powerpoint/2010/main" val="288899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Asocijacije između klasa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4DC01FA-8DB6-7705-FAD7-4F88D8BD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/>
              <a:t>Navigabilnost</a:t>
            </a:r>
            <a:r>
              <a:rPr lang="en-US"/>
              <a:t>: </a:t>
            </a:r>
            <a:r>
              <a:rPr lang="sr-Latn-BA"/>
              <a:t>jednosmjerna (</a:t>
            </a:r>
            <a:r>
              <a:rPr lang="sr-Latn-BA" i="1"/>
              <a:t>unidirectional</a:t>
            </a:r>
            <a:r>
              <a:rPr lang="sr-Latn-BA"/>
              <a:t>) i dvosmjerna (</a:t>
            </a:r>
            <a:r>
              <a:rPr lang="sr-Latn-BA" i="1"/>
              <a:t>bidirectional</a:t>
            </a:r>
            <a:r>
              <a:rPr lang="sr-Latn-BA"/>
              <a:t>)</a:t>
            </a:r>
          </a:p>
          <a:p>
            <a:r>
              <a:rPr lang="sr-Latn-BA" b="1"/>
              <a:t>Višestrukost</a:t>
            </a:r>
            <a:r>
              <a:rPr lang="sr-Latn-BA"/>
              <a:t> (</a:t>
            </a:r>
            <a:r>
              <a:rPr lang="sr-Latn-BA" b="1"/>
              <a:t>multiplicity</a:t>
            </a:r>
            <a:r>
              <a:rPr lang="sr-Latn-BA"/>
              <a:t>): 1, 0..1, 0..∞, 1..∞, 0..N, 1..N, N..∞, N..M</a:t>
            </a:r>
          </a:p>
          <a:p>
            <a:r>
              <a:rPr lang="sr-Latn-BA" b="1"/>
              <a:t>N-arnost</a:t>
            </a:r>
            <a:r>
              <a:rPr lang="sr-Latn-BA"/>
              <a:t>: binarne, unarne (refleksivne), ternarne, n-arne</a:t>
            </a:r>
          </a:p>
          <a:p>
            <a:r>
              <a:rPr lang="sr-Latn-BA" b="1"/>
              <a:t>Asocijacije predstavljene posebnim klasama </a:t>
            </a:r>
            <a:r>
              <a:rPr lang="sr-Latn-BA"/>
              <a:t>(ako trebaju dodatne informacije o vezi)</a:t>
            </a:r>
          </a:p>
          <a:p>
            <a:pPr lvl="1"/>
            <a:r>
              <a:rPr lang="sr-Latn-BA"/>
              <a:t>Npr. radnik – zaposlenje – firma</a:t>
            </a:r>
            <a:r>
              <a:rPr lang="en-US"/>
              <a:t>; zaposlenje, kao asocijacija, </a:t>
            </a:r>
            <a:r>
              <a:rPr lang="sr-Latn-BA"/>
              <a:t>čuva npr. datum potpisivanja ugovora</a:t>
            </a:r>
          </a:p>
          <a:p>
            <a:r>
              <a:rPr lang="sr-Latn-BA" b="1"/>
              <a:t>Kvalifikovane asocijacije </a:t>
            </a:r>
            <a:r>
              <a:rPr lang="sr-Latn-BA"/>
              <a:t>(nema pristup instanci, već se čuva kvalifikator, tj. ID, podatka)</a:t>
            </a:r>
          </a:p>
          <a:p>
            <a:pPr lvl="1"/>
            <a:r>
              <a:rPr lang="sr-Latn-BA"/>
              <a:t>Obično se onda identifikator koristi za pretraživanje neke vanjske kolekcije</a:t>
            </a:r>
          </a:p>
          <a:p>
            <a:r>
              <a:rPr lang="sr-Latn-BA" b="1"/>
              <a:t>Cjelina-dio asocijacije</a:t>
            </a:r>
            <a:r>
              <a:rPr lang="sr-Latn-BA"/>
              <a:t>: </a:t>
            </a:r>
            <a:r>
              <a:rPr lang="sr-Latn-BA" b="1"/>
              <a:t>kompozicija</a:t>
            </a:r>
            <a:r>
              <a:rPr lang="sr-Latn-BA"/>
              <a:t> i </a:t>
            </a:r>
            <a:r>
              <a:rPr lang="sr-Latn-BA" b="1"/>
              <a:t>agregacija</a:t>
            </a:r>
            <a:endParaRPr lang="en-US"/>
          </a:p>
          <a:p>
            <a:r>
              <a:rPr lang="sr-Latn-BA"/>
              <a:t>Ukoliko</a:t>
            </a:r>
            <a:r>
              <a:rPr lang="en-US"/>
              <a:t> objekat tipa</a:t>
            </a:r>
            <a:r>
              <a:rPr lang="sr-Latn-BA"/>
              <a:t> A sadrži član tipa B i životni vijek tog člana </a:t>
            </a:r>
            <a:r>
              <a:rPr lang="en-US"/>
              <a:t>je </a:t>
            </a:r>
            <a:r>
              <a:rPr lang="sr-Latn-BA"/>
              <a:t>isti kao i životni vij</a:t>
            </a:r>
            <a:r>
              <a:rPr lang="en-US"/>
              <a:t>ek sadr</a:t>
            </a:r>
            <a:r>
              <a:rPr lang="sr-Latn-BA"/>
              <a:t>žavajućeg objekta, onda se radi o </a:t>
            </a:r>
            <a:r>
              <a:rPr lang="sr-Latn-BA" b="1"/>
              <a:t>kompoziciji</a:t>
            </a:r>
          </a:p>
          <a:p>
            <a:r>
              <a:rPr lang="sr-Latn-BA"/>
              <a:t>Ukoliko</a:t>
            </a:r>
            <a:r>
              <a:rPr lang="en-US"/>
              <a:t> objekat tipa</a:t>
            </a:r>
            <a:r>
              <a:rPr lang="sr-Latn-BA"/>
              <a:t> A, kao semantička cjelina, </a:t>
            </a:r>
            <a:r>
              <a:rPr lang="en-US"/>
              <a:t>ima</a:t>
            </a:r>
            <a:r>
              <a:rPr lang="sr-Latn-BA"/>
              <a:t> član tipa B, kao semantički dio, te životni vijek tog člana nije</a:t>
            </a:r>
            <a:r>
              <a:rPr lang="en-US"/>
              <a:t> </a:t>
            </a:r>
            <a:r>
              <a:rPr lang="sr-Latn-BA"/>
              <a:t>isti kao i životni vij</a:t>
            </a:r>
            <a:r>
              <a:rPr lang="en-US"/>
              <a:t>ek sadr</a:t>
            </a:r>
            <a:r>
              <a:rPr lang="sr-Latn-BA"/>
              <a:t>žavajućeg objekta, radi se o </a:t>
            </a:r>
            <a:r>
              <a:rPr lang="sr-Latn-BA" b="1"/>
              <a:t>agregacij</a:t>
            </a:r>
            <a:r>
              <a:rPr lang="en-US" b="1"/>
              <a:t>i</a:t>
            </a: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3095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Asocijacije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350"/>
            <a:ext cx="10515600" cy="50292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sr-Latn-BA" sz="9600" b="1"/>
              <a:t>Asocijacije</a:t>
            </a:r>
            <a:r>
              <a:rPr lang="sr-Latn-BA" sz="9600"/>
              <a:t>: </a:t>
            </a:r>
            <a:r>
              <a:rPr lang="en-US" sz="9600" dirty="0"/>
              <a:t>Objekti kao </a:t>
            </a:r>
            <a:r>
              <a:rPr lang="sr-Latn-BA" sz="9600" dirty="0"/>
              <a:t>poda</a:t>
            </a:r>
            <a:r>
              <a:rPr lang="en-US" sz="9600" dirty="0"/>
              <a:t>ci </a:t>
            </a:r>
            <a:r>
              <a:rPr lang="sr-Latn-BA" sz="9600" dirty="0"/>
              <a:t>članov</a:t>
            </a:r>
            <a:r>
              <a:rPr lang="en-US" sz="9600" dirty="0"/>
              <a:t>i klase</a:t>
            </a:r>
            <a:endParaRPr lang="sr-Latn-BA" sz="9600" dirty="0"/>
          </a:p>
          <a:p>
            <a:pPr>
              <a:lnSpc>
                <a:spcPct val="120000"/>
              </a:lnSpc>
            </a:pPr>
            <a:r>
              <a:rPr lang="sr-Latn-BA" sz="9600" dirty="0"/>
              <a:t>Klasa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LineSegment</a:t>
            </a:r>
            <a:r>
              <a:rPr lang="sr-Latn-BA" sz="9600" dirty="0"/>
              <a:t> za predstavljanje duži u 2D prostoru može imati dva objekta člana tipa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sz="9600" dirty="0"/>
              <a:t> koji predstavljaju krajnje tačke duži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b="1" dirty="0"/>
              <a:t>Kompozicija</a:t>
            </a:r>
            <a:r>
              <a:rPr lang="en-US" sz="9600" dirty="0"/>
              <a:t>:</a:t>
            </a:r>
            <a:r>
              <a:rPr lang="sr-Latn-BA" sz="9600" dirty="0"/>
              <a:t>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sz="9600" dirty="0"/>
              <a:t> objekti članovi se konstruišu (ovo uključuje i kopiranje postojećih tačaka) pri konstrukciji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LineSegment</a:t>
            </a:r>
            <a:r>
              <a:rPr lang="sr-Latn-BA" sz="9600" dirty="0"/>
              <a:t> i uništavaju kada se uništi i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LineSegment</a:t>
            </a:r>
            <a:r>
              <a:rPr lang="sr-Latn-BA" sz="9600" b="1" dirty="0"/>
              <a:t> – </a:t>
            </a:r>
            <a:r>
              <a:rPr lang="sr-Latn-BA" sz="9600" dirty="0"/>
              <a:t>ovo uključuje i dinamičku alokaciju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sz="9600" dirty="0"/>
              <a:t> objekata članova</a:t>
            </a:r>
            <a:endParaRPr lang="sr-Latn-BA" sz="9600" b="1" dirty="0"/>
          </a:p>
          <a:p>
            <a:pPr>
              <a:lnSpc>
                <a:spcPct val="120000"/>
              </a:lnSpc>
            </a:pPr>
            <a:r>
              <a:rPr lang="sr-Latn-BA" sz="9600" b="1" dirty="0"/>
              <a:t>Agregacija</a:t>
            </a:r>
            <a:r>
              <a:rPr lang="sr-Latn-BA" sz="9600"/>
              <a:t>: pri konstrukciji </a:t>
            </a:r>
            <a:r>
              <a:rPr lang="sr-Latn-BA" sz="9600" b="1" dirty="0">
                <a:solidFill>
                  <a:srgbClr val="267F99"/>
                </a:solidFill>
                <a:latin typeface="Consolas" panose="020B0609020204030204" pitchFamily="49" charset="0"/>
              </a:rPr>
              <a:t>LineSegment</a:t>
            </a:r>
            <a:r>
              <a:rPr lang="sr-Latn-BA" sz="9600" dirty="0"/>
              <a:t> inicijalizuju se članovi reference (ili pokazivači) </a:t>
            </a:r>
            <a:r>
              <a:rPr lang="sr-Latn-BA" sz="9600"/>
              <a:t>na </a:t>
            </a:r>
            <a:r>
              <a:rPr lang="sr-Latn-BA" sz="96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sz="9600"/>
              <a:t> objekte </a:t>
            </a:r>
            <a:r>
              <a:rPr lang="en-US" sz="9600"/>
              <a:t>koji </a:t>
            </a:r>
            <a:r>
              <a:rPr lang="sr-Latn-BA" sz="9600"/>
              <a:t>ne </a:t>
            </a:r>
            <a:r>
              <a:rPr lang="en-US" sz="9600"/>
              <a:t>mora da se </a:t>
            </a:r>
            <a:r>
              <a:rPr lang="sr-Latn-BA" sz="9600"/>
              <a:t>uništ</a:t>
            </a:r>
            <a:r>
              <a:rPr lang="en-US" sz="9600"/>
              <a:t>e</a:t>
            </a:r>
            <a:r>
              <a:rPr lang="sr-Latn-BA" sz="9600"/>
              <a:t> </a:t>
            </a:r>
            <a:r>
              <a:rPr lang="en-US" sz="9600"/>
              <a:t>kada i </a:t>
            </a:r>
            <a:r>
              <a:rPr lang="sr-Latn-BA" sz="9600" b="1">
                <a:solidFill>
                  <a:srgbClr val="267F99"/>
                </a:solidFill>
                <a:latin typeface="Consolas" panose="020B0609020204030204" pitchFamily="49" charset="0"/>
              </a:rPr>
              <a:t>LineSegment</a:t>
            </a:r>
            <a:endParaRPr lang="sr-Latn-BA" sz="9600" b="1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sr-Latn-BA" sz="9600" b="1" dirty="0"/>
              <a:t>Odluka o dizajnu –</a:t>
            </a:r>
            <a:r>
              <a:rPr lang="sr-Latn-BA" sz="9600" dirty="0"/>
              <a:t> često je neku relaciju između objekata moguće i smisleno predstaviti i kao kompoziciju, ali i kao agregaciju</a:t>
            </a:r>
          </a:p>
          <a:p>
            <a:pPr>
              <a:lnSpc>
                <a:spcPct val="120000"/>
              </a:lnSpc>
            </a:pPr>
            <a:r>
              <a:rPr lang="sr-Latn-BA" sz="9600" b="1" dirty="0"/>
              <a:t>Izbor između kompozicije i agregacije može zavisiti od konteksta i zahtjeva</a:t>
            </a:r>
          </a:p>
        </p:txBody>
      </p:sp>
    </p:spTree>
    <p:extLst>
      <p:ext uri="{BB962C8B-B14F-4D97-AF65-F5344CB8AC3E}">
        <p14:creationId xmlns:p14="http://schemas.microsoft.com/office/powerpoint/2010/main" val="406490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Kompozicija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50292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sr-Latn-BA" sz="9600" b="1" dirty="0"/>
              <a:t>Prilikom </a:t>
            </a:r>
            <a:r>
              <a:rPr lang="sr-Latn-BA" sz="9600" b="1"/>
              <a:t>kreiranja složenog</a:t>
            </a:r>
            <a:r>
              <a:rPr lang="en-US" sz="9600" b="1"/>
              <a:t> (kompozitnog)</a:t>
            </a:r>
            <a:r>
              <a:rPr lang="sr-Latn-BA" sz="9600" b="1"/>
              <a:t> </a:t>
            </a:r>
            <a:r>
              <a:rPr lang="sr-Latn-BA" sz="9600" b="1" dirty="0"/>
              <a:t>objekta, prvo se kreiraju </a:t>
            </a:r>
            <a:r>
              <a:rPr lang="sr-Latn-BA" sz="9600" b="1"/>
              <a:t>svi objekti </a:t>
            </a:r>
            <a:r>
              <a:rPr lang="sr-Latn-BA" sz="9600" b="1" dirty="0"/>
              <a:t>članovi (podobjekti), a zatim objekat koji ih sadrži</a:t>
            </a:r>
          </a:p>
          <a:p>
            <a:pPr>
              <a:lnSpc>
                <a:spcPct val="120000"/>
              </a:lnSpc>
            </a:pPr>
            <a:r>
              <a:rPr lang="sr-Latn-BA" sz="9600" dirty="0"/>
              <a:t>Redoslijed konstrukcije nestatičkih članova – onim redom kojim su članovi navedeni u definiciji klase</a:t>
            </a:r>
          </a:p>
          <a:p>
            <a:pPr>
              <a:lnSpc>
                <a:spcPct val="120000"/>
              </a:lnSpc>
            </a:pPr>
            <a:r>
              <a:rPr lang="sr-Latn-BA" sz="9600" b="1" dirty="0"/>
              <a:t>Napomena: ne redom kojim su navedeni u inicijalizatorskoj listi članova!</a:t>
            </a:r>
          </a:p>
          <a:p>
            <a:pPr lvl="1">
              <a:lnSpc>
                <a:spcPct val="120000"/>
              </a:lnSpc>
            </a:pPr>
            <a:r>
              <a:rPr lang="sr-Latn-BA" sz="9200" dirty="0"/>
              <a:t>Ovo može biti problem ako se za inicijalizaciju nekog člana koristi neki drugi član</a:t>
            </a:r>
          </a:p>
          <a:p>
            <a:pPr lvl="1">
              <a:lnSpc>
                <a:spcPct val="120000"/>
              </a:lnSpc>
            </a:pPr>
            <a:r>
              <a:rPr lang="sr-Latn-BA" sz="9200" dirty="0"/>
              <a:t>Programer može pogrešno pretpostaviti da je taj drugi član već inicijalizovan!</a:t>
            </a:r>
          </a:p>
          <a:p>
            <a:pPr>
              <a:lnSpc>
                <a:spcPct val="120000"/>
              </a:lnSpc>
            </a:pPr>
            <a:r>
              <a:rPr lang="sr-Latn-BA" sz="9600" dirty="0"/>
              <a:t>Kompozicija sa statičkim</a:t>
            </a:r>
            <a:r>
              <a:rPr lang="en-US" sz="9600" dirty="0"/>
              <a:t> </a:t>
            </a:r>
            <a:r>
              <a:rPr lang="sr-Latn-BA" sz="9600" dirty="0"/>
              <a:t>članovima objektima – životni vijek do kraja izvršavanja</a:t>
            </a:r>
          </a:p>
          <a:p>
            <a:pPr>
              <a:lnSpc>
                <a:spcPct val="120000"/>
              </a:lnSpc>
            </a:pPr>
            <a:r>
              <a:rPr lang="sr-Latn-BA" sz="9600" dirty="0"/>
              <a:t>Statički članovi se inicijalizuju samo jednom, prema redoslijedu njihovih definicija</a:t>
            </a:r>
          </a:p>
        </p:txBody>
      </p:sp>
    </p:spTree>
    <p:extLst>
      <p:ext uri="{BB962C8B-B14F-4D97-AF65-F5344CB8AC3E}">
        <p14:creationId xmlns:p14="http://schemas.microsoft.com/office/powerpoint/2010/main" val="209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Redoslijed konstrukcije i uni</a:t>
            </a:r>
            <a:r>
              <a:rPr lang="sr-Latn-BA" sz="2800"/>
              <a:t>štavanja kod složenih objekata </a:t>
            </a:r>
            <a:r>
              <a:rPr lang="en-US" sz="2800"/>
              <a:t> </a:t>
            </a:r>
            <a:r>
              <a:rPr lang="en-US" sz="2800" dirty="0"/>
              <a:t>– primjer</a:t>
            </a:r>
            <a:endParaRPr lang="sr-Latn-BA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676C1-DD33-4024-9AEB-2FB732697404}"/>
              </a:ext>
            </a:extLst>
          </p:cNvPr>
          <p:cNvSpPr txBox="1"/>
          <p:nvPr/>
        </p:nvSpPr>
        <p:spPr>
          <a:xfrm>
            <a:off x="58946" y="1580262"/>
            <a:ext cx="5157216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&lt;cstdio&gt;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type alias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 A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%s%s</a:t>
            </a:r>
            <a:r>
              <a:rPr lang="en-US" sz="1600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 A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%s%s</a:t>
            </a:r>
            <a:r>
              <a:rPr lang="en-US" sz="1600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"ga1"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a2s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a2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".a2"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".a1"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 B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600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~B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 B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600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en-US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C97A78-960C-453F-8BEB-1BE5DBE45BC2}"/>
              </a:ext>
            </a:extLst>
          </p:cNvPr>
          <p:cNvSpPr txBox="1"/>
          <p:nvPr/>
        </p:nvSpPr>
        <p:spPr>
          <a:xfrm>
            <a:off x="5193792" y="1580262"/>
            <a:ext cx="3008919" cy="50259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a1s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"B::a1s"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"gb"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fb1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"fb1"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fb2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"fb2"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latin typeface="Consolas" panose="020B0609020204030204" pitchFamily="49" charset="0"/>
              </a:rPr>
              <a:t>fb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"fb3"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a2s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"B::a2s"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ga2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"ga2"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685E2-5EA2-4B26-9613-F126264AE215}"/>
              </a:ext>
            </a:extLst>
          </p:cNvPr>
          <p:cNvSpPr txBox="1"/>
          <p:nvPr/>
        </p:nvSpPr>
        <p:spPr>
          <a:xfrm>
            <a:off x="8148839" y="1391756"/>
            <a:ext cx="1690245" cy="5466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1" rtlCol="0">
            <a:noAutofit/>
          </a:bodyPr>
          <a:lstStyle/>
          <a:p>
            <a:r>
              <a:rPr lang="pt-BR" sz="1600" b="1">
                <a:latin typeface="Consolas" panose="020B0609020204030204" pitchFamily="49" charset="0"/>
              </a:rPr>
              <a:t>cons A ga1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B::a1s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gb.a1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gb.a2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B gb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B::a2s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ga2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fb1.a1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fb1.a2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B fb1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fb2.a1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fb2.a2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B fb2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fb3.a1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fb3.a2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B fb3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B fb3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fb3.a2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fb3.a1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B fb1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fb1.a2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fb1.a1</a:t>
            </a:r>
          </a:p>
          <a:p>
            <a:endParaRPr lang="it-IT" sz="16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BD922-0B27-49FA-97EB-1614982DEA35}"/>
              </a:ext>
            </a:extLst>
          </p:cNvPr>
          <p:cNvSpPr txBox="1"/>
          <p:nvPr/>
        </p:nvSpPr>
        <p:spPr>
          <a:xfrm>
            <a:off x="9839085" y="1387667"/>
            <a:ext cx="1690246" cy="54703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pt-BR" sz="1600" b="1">
                <a:latin typeface="Consolas" panose="020B0609020204030204" pitchFamily="49" charset="0"/>
              </a:rPr>
              <a:t>cons A fb1.a1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fb1.a2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B fb1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fb3.a1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A fb3.a2</a:t>
            </a:r>
          </a:p>
          <a:p>
            <a:r>
              <a:rPr lang="pt-BR" sz="1600" b="1">
                <a:latin typeface="Consolas" panose="020B0609020204030204" pitchFamily="49" charset="0"/>
              </a:rPr>
              <a:t>cons B fb3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B fb3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fb3.a2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fb3.a1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B fb1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fb1.a2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fb1.a1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B fb2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fb2.a2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fb2.a1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ga2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B::a2s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B gb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gb.a2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gb.a1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B::a1s</a:t>
            </a:r>
          </a:p>
          <a:p>
            <a:r>
              <a:rPr lang="pt-BR" sz="1600" b="1">
                <a:latin typeface="Consolas" panose="020B0609020204030204" pitchFamily="49" charset="0"/>
              </a:rPr>
              <a:t>dest A ga1</a:t>
            </a:r>
            <a:endParaRPr lang="it-IT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79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Asocijacije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50292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sr-Latn-BA" dirty="0"/>
              <a:t>Može li klasa </a:t>
            </a:r>
            <a:r>
              <a:rPr lang="sr-Latn-BA" b="1" dirty="0">
                <a:latin typeface="Consolas" panose="020B0609020204030204" pitchFamily="49" charset="0"/>
              </a:rPr>
              <a:t>A</a:t>
            </a:r>
            <a:r>
              <a:rPr lang="sr-Latn-BA" dirty="0"/>
              <a:t> da sadrži objekat član čiji je tip klasa </a:t>
            </a:r>
            <a:r>
              <a:rPr lang="sr-Latn-BA" b="1" dirty="0">
                <a:latin typeface="Consolas" panose="020B0609020204030204" pitchFamily="49" charset="0"/>
              </a:rPr>
              <a:t>A</a:t>
            </a:r>
            <a:r>
              <a:rPr lang="sr-Latn-BA" dirty="0"/>
              <a:t>?</a:t>
            </a:r>
          </a:p>
          <a:p>
            <a:pPr>
              <a:lnSpc>
                <a:spcPct val="120000"/>
              </a:lnSpc>
            </a:pPr>
            <a:r>
              <a:rPr lang="sr-Latn-BA" dirty="0"/>
              <a:t>Dva slučaja: statički član, nestatički član</a:t>
            </a:r>
          </a:p>
          <a:p>
            <a:pPr>
              <a:lnSpc>
                <a:spcPct val="120000"/>
              </a:lnSpc>
            </a:pPr>
            <a:r>
              <a:rPr lang="sr-Latn-BA" dirty="0"/>
              <a:t>Objekti članovi neke klase </a:t>
            </a:r>
            <a:r>
              <a:rPr lang="sr-Latn-BA" b="1" dirty="0">
                <a:latin typeface="Consolas" panose="020B0609020204030204" pitchFamily="49" charset="0"/>
              </a:rPr>
              <a:t>A</a:t>
            </a:r>
            <a:r>
              <a:rPr lang="sr-Latn-BA" dirty="0"/>
              <a:t> mogu biti pokazivači na objekte čiji je tip klasa </a:t>
            </a:r>
            <a:r>
              <a:rPr lang="sr-Latn-BA" b="1" dirty="0">
                <a:latin typeface="Consolas" panose="020B0609020204030204" pitchFamily="49" charset="0"/>
              </a:rPr>
              <a:t>A</a:t>
            </a:r>
            <a:r>
              <a:rPr lang="sr-Latn-BA" dirty="0"/>
              <a:t>: čvor ulančane liste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sr-Latn-BA" dirty="0"/>
              <a:t> sadrži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sr-Latn-BA" b="1" dirty="0">
                <a:latin typeface="Consolas" panose="020B0609020204030204" pitchFamily="49" charset="0"/>
              </a:rPr>
              <a:t>*</a:t>
            </a:r>
            <a:r>
              <a:rPr lang="sr-Latn-BA" dirty="0"/>
              <a:t> pokazivač na sljedeći čvor </a:t>
            </a:r>
            <a:r>
              <a:rPr lang="sr-Latn-BA"/>
              <a:t>ulančane liste</a:t>
            </a:r>
            <a:endParaRPr lang="sr-Latn-BA" dirty="0"/>
          </a:p>
          <a:p>
            <a:pPr>
              <a:lnSpc>
                <a:spcPct val="120000"/>
              </a:lnSpc>
            </a:pPr>
            <a:r>
              <a:rPr lang="sr-Latn-BA" dirty="0"/>
              <a:t>Može li u klasi </a:t>
            </a:r>
            <a:r>
              <a:rPr lang="sr-Latn-BA" b="1" dirty="0">
                <a:latin typeface="Consolas" panose="020B0609020204030204" pitchFamily="49" charset="0"/>
              </a:rPr>
              <a:t>A</a:t>
            </a:r>
            <a:r>
              <a:rPr lang="sr-Latn-BA" dirty="0"/>
              <a:t> da postoji objekat član čiji je tip klasa </a:t>
            </a:r>
            <a:r>
              <a:rPr lang="sr-Latn-BA" b="1" dirty="0">
                <a:latin typeface="Consolas" panose="020B0609020204030204" pitchFamily="49" charset="0"/>
              </a:rPr>
              <a:t>A</a:t>
            </a:r>
            <a:r>
              <a:rPr lang="sr-Latn-BA" dirty="0"/>
              <a:t> tako da se ne radi o pokazivaču (ni referenci)?</a:t>
            </a:r>
          </a:p>
          <a:p>
            <a:pPr>
              <a:lnSpc>
                <a:spcPct val="120000"/>
              </a:lnSpc>
            </a:pPr>
            <a:r>
              <a:rPr lang="sr-Latn-BA" dirty="0"/>
              <a:t>Potrebno beskonačno memorije? Objekat tipa A sadrži objekat tipa A koji sadrži objekat tipa A koji sadrži objekat tipa A, </a:t>
            </a:r>
            <a:r>
              <a:rPr lang="sr-Latn-BA"/>
              <a:t>itd.</a:t>
            </a:r>
            <a:endParaRPr lang="en-US"/>
          </a:p>
          <a:p>
            <a:pPr>
              <a:lnSpc>
                <a:spcPct val="120000"/>
              </a:lnSpc>
            </a:pPr>
            <a:r>
              <a:rPr lang="sr-Latn-BA" i="1"/>
              <a:t>Forward </a:t>
            </a:r>
            <a:r>
              <a:rPr lang="sr-Latn-BA"/>
              <a:t>deklaracije kod unakrsnih referenci između klasa – bidirekcionalnih veza</a:t>
            </a:r>
            <a:endParaRPr lang="en-US"/>
          </a:p>
          <a:p>
            <a:pPr marL="0" indent="0">
              <a:lnSpc>
                <a:spcPct val="120000"/>
              </a:lnSpc>
              <a:buNone/>
            </a:pPr>
            <a:endParaRPr lang="sr-Latn-BA" dirty="0"/>
          </a:p>
          <a:p>
            <a:pPr marL="0" indent="0">
              <a:lnSpc>
                <a:spcPct val="120000"/>
              </a:lnSpc>
              <a:buNone/>
            </a:pPr>
            <a:endParaRPr lang="sr-Latn-BA" dirty="0"/>
          </a:p>
        </p:txBody>
      </p:sp>
    </p:spTree>
    <p:extLst>
      <p:ext uri="{BB962C8B-B14F-4D97-AF65-F5344CB8AC3E}">
        <p14:creationId xmlns:p14="http://schemas.microsoft.com/office/powerpoint/2010/main" val="372875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E8FE-A635-4FF8-9293-69B9B9DE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Asocijacije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80B4A-A82D-48A9-8839-B86A6CB90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266" cy="4433132"/>
          </a:xfrm>
        </p:spPr>
        <p:txBody>
          <a:bodyPr>
            <a:normAutofit fontScale="85000" lnSpcReduction="20000"/>
          </a:bodyPr>
          <a:lstStyle/>
          <a:p>
            <a:r>
              <a:rPr lang="sr-Latn-BA" dirty="0"/>
              <a:t>Objekat može da opcionalno sadrži objekat nekog drugog tipa</a:t>
            </a:r>
          </a:p>
          <a:p>
            <a:pPr lvl="1"/>
            <a:r>
              <a:rPr lang="sr-Latn-BA" dirty="0"/>
              <a:t>Primjer: stambena zgrada može da ima parking, a može i da nema parking</a:t>
            </a:r>
          </a:p>
          <a:p>
            <a:pPr lvl="1"/>
            <a:r>
              <a:rPr lang="sr-Latn-BA" dirty="0"/>
              <a:t>Može se implementirati pokazivačem koji može biti i prazan</a:t>
            </a:r>
          </a:p>
          <a:p>
            <a:r>
              <a:rPr lang="en-US" dirty="0"/>
              <a:t>Objekat mo</a:t>
            </a:r>
            <a:r>
              <a:rPr lang="sr-Latn-BA" dirty="0"/>
              <a:t>že da sadrži i konačan, veći broj objekata nekog tipa</a:t>
            </a:r>
          </a:p>
          <a:p>
            <a:pPr lvl="1"/>
            <a:r>
              <a:rPr lang="sr-Latn-BA" dirty="0"/>
              <a:t>Automobil ima 4 točka, klavir ima 88 dirki, 3D vektor ima 3 komponente, itd.</a:t>
            </a:r>
          </a:p>
          <a:p>
            <a:pPr lvl="1"/>
            <a:r>
              <a:rPr lang="sr-Latn-BA" dirty="0"/>
              <a:t>Može se implementirati kao N različitih članova ili kao kolekcija od N članova</a:t>
            </a:r>
          </a:p>
          <a:p>
            <a:r>
              <a:rPr lang="sr-Latn-BA" dirty="0"/>
              <a:t>Objekat može da sadrži i </a:t>
            </a:r>
            <a:r>
              <a:rPr lang="en-US" dirty="0"/>
              <a:t>“</a:t>
            </a:r>
            <a:r>
              <a:rPr lang="sr-Latn-BA" dirty="0"/>
              <a:t>neograničen“ broj objekata nekog tipa</a:t>
            </a:r>
          </a:p>
          <a:p>
            <a:pPr lvl="1"/>
            <a:r>
              <a:rPr lang="sr-Latn-BA" dirty="0"/>
              <a:t>Primjer: </a:t>
            </a:r>
            <a:r>
              <a:rPr lang="en-US" dirty="0"/>
              <a:t>fakultet ima ve</a:t>
            </a:r>
            <a:r>
              <a:rPr lang="sr-Latn-BA" dirty="0"/>
              <a:t>ći broj studenata, čovjek ima veći broj poznanika</a:t>
            </a:r>
            <a:r>
              <a:rPr lang="sr-Latn-BA"/>
              <a:t>, nečiji kanal na video platformi ima veći broj pretplatnika, prodavnica </a:t>
            </a:r>
            <a:r>
              <a:rPr lang="sr-Latn-BA" dirty="0"/>
              <a:t>ima veći broj proizvoda, </a:t>
            </a:r>
            <a:r>
              <a:rPr lang="sr-Latn-BA"/>
              <a:t>itd.</a:t>
            </a:r>
            <a:endParaRPr lang="sr-Latn-BA" dirty="0"/>
          </a:p>
          <a:p>
            <a:pPr lvl="1"/>
            <a:r>
              <a:rPr lang="sr-Latn-BA" dirty="0"/>
              <a:t>Može se implementirati kao proširiva kolekcija podataka</a:t>
            </a:r>
          </a:p>
          <a:p>
            <a:r>
              <a:rPr lang="sr-Latn-BA" sz="2100" dirty="0"/>
              <a:t>Objekat može da sadrži i više podobjekata različitih tipova, kao i kolekciju podobjekata različitih tipova (mehanizmima nasljeđivanja i polimorfizma)</a:t>
            </a:r>
          </a:p>
        </p:txBody>
      </p:sp>
    </p:spTree>
    <p:extLst>
      <p:ext uri="{BB962C8B-B14F-4D97-AF65-F5344CB8AC3E}">
        <p14:creationId xmlns:p14="http://schemas.microsoft.com/office/powerpoint/2010/main" val="342608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E8FE-A635-4FF8-9293-69B9B9DE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Kompozitni (složeni) objekti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80B4A-A82D-48A9-8839-B86A6CB90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266" cy="4433132"/>
          </a:xfrm>
        </p:spPr>
        <p:txBody>
          <a:bodyPr>
            <a:normAutofit lnSpcReduction="10000"/>
          </a:bodyPr>
          <a:lstStyle/>
          <a:p>
            <a:r>
              <a:rPr lang="sr-Latn-BA" dirty="0"/>
              <a:t>Kompozicija: modelovanje cjelina – dio</a:t>
            </a:r>
          </a:p>
          <a:p>
            <a:r>
              <a:rPr lang="sr-Latn-BA"/>
              <a:t>Izgradnja </a:t>
            </a:r>
            <a:r>
              <a:rPr lang="sr-Latn-BA" dirty="0"/>
              <a:t>složenih objekata od jednostavnijih objekata</a:t>
            </a:r>
            <a:endParaRPr lang="en-US" dirty="0"/>
          </a:p>
          <a:p>
            <a:r>
              <a:rPr lang="sr-Latn-BA" dirty="0"/>
              <a:t>Korisno jer om</a:t>
            </a:r>
            <a:r>
              <a:rPr lang="en-US" dirty="0"/>
              <a:t>o</a:t>
            </a:r>
            <a:r>
              <a:rPr lang="sr-Latn-BA" dirty="0"/>
              <a:t>gućava da</a:t>
            </a:r>
            <a:r>
              <a:rPr lang="en-US" dirty="0"/>
              <a:t> se kreiraju</a:t>
            </a:r>
            <a:r>
              <a:rPr lang="sr-Latn-BA" dirty="0"/>
              <a:t> kompleksne klase upotrebom jednostavnijih dijelova kojima </a:t>
            </a:r>
            <a:r>
              <a:rPr lang="en-US" dirty="0"/>
              <a:t>se </a:t>
            </a:r>
            <a:r>
              <a:rPr lang="sr-Latn-BA" dirty="0"/>
              <a:t>može lakše upravlja</a:t>
            </a:r>
            <a:r>
              <a:rPr lang="en-US" dirty="0"/>
              <a:t>ti</a:t>
            </a:r>
          </a:p>
          <a:p>
            <a:r>
              <a:rPr lang="sr-Latn-BA" dirty="0"/>
              <a:t>Idealno, podobjekti ne bi trebali da budu svjesni objekta koji </a:t>
            </a:r>
            <a:r>
              <a:rPr lang="sr-Latn-BA"/>
              <a:t>ih sadrži</a:t>
            </a:r>
            <a:r>
              <a:rPr lang="en-US"/>
              <a:t> (izbjegavati nepotrebne bidirekcionalne veze)</a:t>
            </a:r>
            <a:endParaRPr lang="sr-Latn-BA" dirty="0"/>
          </a:p>
          <a:p>
            <a:r>
              <a:rPr lang="sr-Latn-BA" dirty="0"/>
              <a:t>Manja kompleksnost pojedinih modula, kraći ciklusi razvoja</a:t>
            </a:r>
          </a:p>
          <a:p>
            <a:r>
              <a:rPr lang="sr-Latn-BA" dirty="0"/>
              <a:t>Može</a:t>
            </a:r>
            <a:r>
              <a:rPr lang="en-US" dirty="0"/>
              <a:t> se </a:t>
            </a:r>
            <a:r>
              <a:rPr lang="sr-Latn-BA" dirty="0"/>
              <a:t>ponovno upotrijebiti već napisan, testiran i verifikovan kod</a:t>
            </a:r>
          </a:p>
          <a:p>
            <a:r>
              <a:rPr lang="sr-Latn-BA" dirty="0"/>
              <a:t>DRY</a:t>
            </a:r>
            <a:r>
              <a:rPr lang="en-US" dirty="0"/>
              <a:t> princip</a:t>
            </a:r>
            <a:r>
              <a:rPr lang="sr-Latn-BA" dirty="0"/>
              <a:t>: </a:t>
            </a:r>
            <a:r>
              <a:rPr lang="en-US" dirty="0"/>
              <a:t>Don’t Repeat Yourself</a:t>
            </a:r>
          </a:p>
        </p:txBody>
      </p:sp>
    </p:spTree>
    <p:extLst>
      <p:ext uri="{BB962C8B-B14F-4D97-AF65-F5344CB8AC3E}">
        <p14:creationId xmlns:p14="http://schemas.microsoft.com/office/powerpoint/2010/main" val="42478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1555</Words>
  <Application>Microsoft Office PowerPoint</Application>
  <PresentationFormat>Widescreen</PresentationFormat>
  <Paragraphs>173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Programski jezici 1</vt:lpstr>
      <vt:lpstr>Relacije</vt:lpstr>
      <vt:lpstr>Zavisnosti između funkcija</vt:lpstr>
      <vt:lpstr>Zavisnosti između klasa (dependencies)</vt:lpstr>
      <vt:lpstr>Asocijacije između klasa </vt:lpstr>
      <vt:lpstr>Asocijacije</vt:lpstr>
      <vt:lpstr>Kompozicija</vt:lpstr>
      <vt:lpstr>Redoslijed konstrukcije i uništavanja kod složenih objekata  – primjer</vt:lpstr>
      <vt:lpstr>Asocijacije</vt:lpstr>
      <vt:lpstr>Asocijacije</vt:lpstr>
      <vt:lpstr>Kompozitni (složeni) objekti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6</cp:revision>
  <dcterms:created xsi:type="dcterms:W3CDTF">2021-09-29T13:55:43Z</dcterms:created>
  <dcterms:modified xsi:type="dcterms:W3CDTF">2023-10-30T13:52:52Z</dcterms:modified>
</cp:coreProperties>
</file>