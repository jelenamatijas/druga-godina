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441" r:id="rId2"/>
    <p:sldId id="336" r:id="rId3"/>
    <p:sldId id="335" r:id="rId4"/>
    <p:sldId id="337" r:id="rId5"/>
    <p:sldId id="334" r:id="rId6"/>
    <p:sldId id="380" r:id="rId7"/>
    <p:sldId id="381" r:id="rId8"/>
    <p:sldId id="445" r:id="rId9"/>
    <p:sldId id="382" r:id="rId10"/>
    <p:sldId id="446" r:id="rId11"/>
    <p:sldId id="386" r:id="rId12"/>
    <p:sldId id="448" r:id="rId13"/>
    <p:sldId id="447" r:id="rId14"/>
    <p:sldId id="449" r:id="rId15"/>
    <p:sldId id="450" r:id="rId16"/>
    <p:sldId id="385" r:id="rId17"/>
    <p:sldId id="387" r:id="rId18"/>
    <p:sldId id="393" r:id="rId19"/>
    <p:sldId id="400" r:id="rId20"/>
    <p:sldId id="442" r:id="rId21"/>
    <p:sldId id="443" r:id="rId22"/>
    <p:sldId id="357" r:id="rId23"/>
    <p:sldId id="44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um i vrijeme" id="{682DAE10-08F4-4B8F-B834-74A0864D920F}">
          <p14:sldIdLst>
            <p14:sldId id="441"/>
            <p14:sldId id="336"/>
            <p14:sldId id="335"/>
            <p14:sldId id="337"/>
          </p14:sldIdLst>
        </p14:section>
        <p14:section name="Tokovi, rad sa fajlovima i fajl sistemom" id="{E682D6CA-311E-46D9-BC22-C1078CB05716}">
          <p14:sldIdLst>
            <p14:sldId id="334"/>
            <p14:sldId id="380"/>
            <p14:sldId id="381"/>
            <p14:sldId id="445"/>
            <p14:sldId id="382"/>
            <p14:sldId id="446"/>
            <p14:sldId id="386"/>
            <p14:sldId id="448"/>
            <p14:sldId id="447"/>
            <p14:sldId id="449"/>
            <p14:sldId id="450"/>
            <p14:sldId id="385"/>
            <p14:sldId id="387"/>
          </p14:sldIdLst>
        </p14:section>
        <p14:section name="Standardna biblioteka šablona" id="{D57E6939-19FC-4C9D-9D79-1DF6DFA69FA8}">
          <p14:sldIdLst>
            <p14:sldId id="393"/>
            <p14:sldId id="400"/>
            <p14:sldId id="442"/>
          </p14:sldIdLst>
        </p14:section>
        <p14:section name="SOLID principi" id="{0FDF693B-7F6F-4AD1-9F32-BA56ECFC0D84}">
          <p14:sldIdLst>
            <p14:sldId id="443"/>
            <p14:sldId id="357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080"/>
    <a:srgbClr val="2B91AF"/>
    <a:srgbClr val="795E26"/>
    <a:srgbClr val="098658"/>
    <a:srgbClr val="267F99"/>
    <a:srgbClr val="0000FF"/>
    <a:srgbClr val="008000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9C96C-D9F3-42C3-8EFD-B660191CBC31}" v="35" dt="2024-12-26T22:42:12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DAFC6B37-7F42-4106-924A-C6A8F1A996C2}"/>
    <pc:docChg chg="undo custSel delSld modSld modSection">
      <pc:chgData name="Stefan Novaković" userId="48d5634ac72bd80c" providerId="LiveId" clId="{DAFC6B37-7F42-4106-924A-C6A8F1A996C2}" dt="2024-12-25T15:46:38.938" v="157" actId="1076"/>
      <pc:docMkLst>
        <pc:docMk/>
      </pc:docMkLst>
      <pc:sldChg chg="modSp mod modAnim">
        <pc:chgData name="Stefan Novaković" userId="48d5634ac72bd80c" providerId="LiveId" clId="{DAFC6B37-7F42-4106-924A-C6A8F1A996C2}" dt="2024-12-25T15:39:45.816" v="22"/>
        <pc:sldMkLst>
          <pc:docMk/>
          <pc:sldMk cId="23169568" sldId="335"/>
        </pc:sldMkLst>
        <pc:spChg chg="mod">
          <ac:chgData name="Stefan Novaković" userId="48d5634ac72bd80c" providerId="LiveId" clId="{DAFC6B37-7F42-4106-924A-C6A8F1A996C2}" dt="2024-12-25T15:39:45.816" v="22"/>
          <ac:spMkLst>
            <pc:docMk/>
            <pc:sldMk cId="23169568" sldId="335"/>
            <ac:spMk id="6" creationId="{D64C2B62-8C1E-0C60-35DF-F366640C79AC}"/>
          </ac:spMkLst>
        </pc:spChg>
        <pc:spChg chg="mod">
          <ac:chgData name="Stefan Novaković" userId="48d5634ac72bd80c" providerId="LiveId" clId="{DAFC6B37-7F42-4106-924A-C6A8F1A996C2}" dt="2024-12-25T15:39:24.969" v="11" actId="20577"/>
          <ac:spMkLst>
            <pc:docMk/>
            <pc:sldMk cId="23169568" sldId="335"/>
            <ac:spMk id="7" creationId="{7DD6557A-719E-2CA4-CB12-3FB7BDF0E53C}"/>
          </ac:spMkLst>
        </pc:spChg>
      </pc:sldChg>
      <pc:sldChg chg="modSp mod">
        <pc:chgData name="Stefan Novaković" userId="48d5634ac72bd80c" providerId="LiveId" clId="{DAFC6B37-7F42-4106-924A-C6A8F1A996C2}" dt="2024-12-25T15:26:22.582" v="3" actId="20577"/>
        <pc:sldMkLst>
          <pc:docMk/>
          <pc:sldMk cId="3330717325" sldId="336"/>
        </pc:sldMkLst>
        <pc:spChg chg="mod">
          <ac:chgData name="Stefan Novaković" userId="48d5634ac72bd80c" providerId="LiveId" clId="{DAFC6B37-7F42-4106-924A-C6A8F1A996C2}" dt="2024-12-25T15:26:22.582" v="3" actId="20577"/>
          <ac:spMkLst>
            <pc:docMk/>
            <pc:sldMk cId="3330717325" sldId="336"/>
            <ac:spMk id="3" creationId="{C06730BF-C249-5E2F-BDFD-A1BDC7A34378}"/>
          </ac:spMkLst>
        </pc:spChg>
      </pc:sldChg>
      <pc:sldChg chg="modSp mod">
        <pc:chgData name="Stefan Novaković" userId="48d5634ac72bd80c" providerId="LiveId" clId="{DAFC6B37-7F42-4106-924A-C6A8F1A996C2}" dt="2024-12-25T15:43:49.375" v="148" actId="20577"/>
        <pc:sldMkLst>
          <pc:docMk/>
          <pc:sldMk cId="386748012" sldId="380"/>
        </pc:sldMkLst>
        <pc:spChg chg="mod">
          <ac:chgData name="Stefan Novaković" userId="48d5634ac72bd80c" providerId="LiveId" clId="{DAFC6B37-7F42-4106-924A-C6A8F1A996C2}" dt="2024-12-25T15:43:49.375" v="148" actId="20577"/>
          <ac:spMkLst>
            <pc:docMk/>
            <pc:sldMk cId="386748012" sldId="380"/>
            <ac:spMk id="3" creationId="{6AB8E1BC-B9A9-4652-A992-CB474988C045}"/>
          </ac:spMkLst>
        </pc:spChg>
      </pc:sldChg>
      <pc:sldChg chg="modSp mod">
        <pc:chgData name="Stefan Novaković" userId="48d5634ac72bd80c" providerId="LiveId" clId="{DAFC6B37-7F42-4106-924A-C6A8F1A996C2}" dt="2024-12-25T15:44:40.177" v="150" actId="1035"/>
        <pc:sldMkLst>
          <pc:docMk/>
          <pc:sldMk cId="3662533574" sldId="381"/>
        </pc:sldMkLst>
        <pc:spChg chg="mod">
          <ac:chgData name="Stefan Novaković" userId="48d5634ac72bd80c" providerId="LiveId" clId="{DAFC6B37-7F42-4106-924A-C6A8F1A996C2}" dt="2024-12-25T15:44:40.177" v="150" actId="1035"/>
          <ac:spMkLst>
            <pc:docMk/>
            <pc:sldMk cId="3662533574" sldId="381"/>
            <ac:spMk id="3" creationId="{C7D6AFEA-0D88-4684-B583-3049A9F272EA}"/>
          </ac:spMkLst>
        </pc:spChg>
      </pc:sldChg>
      <pc:sldChg chg="del">
        <pc:chgData name="Stefan Novaković" userId="48d5634ac72bd80c" providerId="LiveId" clId="{DAFC6B37-7F42-4106-924A-C6A8F1A996C2}" dt="2024-12-25T15:46:09.243" v="151" actId="2696"/>
        <pc:sldMkLst>
          <pc:docMk/>
          <pc:sldMk cId="3371645026" sldId="418"/>
        </pc:sldMkLst>
      </pc:sldChg>
      <pc:sldChg chg="modSp mod modAnim">
        <pc:chgData name="Stefan Novaković" userId="48d5634ac72bd80c" providerId="LiveId" clId="{DAFC6B37-7F42-4106-924A-C6A8F1A996C2}" dt="2024-12-25T15:46:38.938" v="157" actId="1076"/>
        <pc:sldMkLst>
          <pc:docMk/>
          <pc:sldMk cId="4259977393" sldId="442"/>
        </pc:sldMkLst>
        <pc:spChg chg="mod">
          <ac:chgData name="Stefan Novaković" userId="48d5634ac72bd80c" providerId="LiveId" clId="{DAFC6B37-7F42-4106-924A-C6A8F1A996C2}" dt="2024-12-25T15:46:36.597" v="156" actId="113"/>
          <ac:spMkLst>
            <pc:docMk/>
            <pc:sldMk cId="4259977393" sldId="442"/>
            <ac:spMk id="7" creationId="{EA7077A1-B669-4D52-9532-F11DB42E08C2}"/>
          </ac:spMkLst>
        </pc:spChg>
        <pc:spChg chg="mod">
          <ac:chgData name="Stefan Novaković" userId="48d5634ac72bd80c" providerId="LiveId" clId="{DAFC6B37-7F42-4106-924A-C6A8F1A996C2}" dt="2024-12-25T15:46:38.938" v="157" actId="1076"/>
          <ac:spMkLst>
            <pc:docMk/>
            <pc:sldMk cId="4259977393" sldId="442"/>
            <ac:spMk id="8" creationId="{BCBB2833-F2D1-4668-AA28-098D6876B10D}"/>
          </ac:spMkLst>
        </pc:spChg>
      </pc:sldChg>
    </pc:docChg>
  </pc:docChgLst>
  <pc:docChgLst>
    <pc:chgData name="Stefan Novaković" userId="48d5634ac72bd80c" providerId="LiveId" clId="{F1D9C96C-D9F3-42C3-8EFD-B660191CBC31}"/>
    <pc:docChg chg="undo redo custSel addSld delSld modSld sldOrd modSection">
      <pc:chgData name="Stefan Novaković" userId="48d5634ac72bd80c" providerId="LiveId" clId="{F1D9C96C-D9F3-42C3-8EFD-B660191CBC31}" dt="2024-12-26T22:42:16.695" v="1549" actId="47"/>
      <pc:docMkLst>
        <pc:docMk/>
      </pc:docMkLst>
      <pc:sldChg chg="modSp mod">
        <pc:chgData name="Stefan Novaković" userId="48d5634ac72bd80c" providerId="LiveId" clId="{F1D9C96C-D9F3-42C3-8EFD-B660191CBC31}" dt="2024-12-26T22:36:45.488" v="1422" actId="20577"/>
        <pc:sldMkLst>
          <pc:docMk/>
          <pc:sldMk cId="23169568" sldId="335"/>
        </pc:sldMkLst>
        <pc:spChg chg="mod">
          <ac:chgData name="Stefan Novaković" userId="48d5634ac72bd80c" providerId="LiveId" clId="{F1D9C96C-D9F3-42C3-8EFD-B660191CBC31}" dt="2024-12-26T22:36:32.577" v="1415" actId="1076"/>
          <ac:spMkLst>
            <pc:docMk/>
            <pc:sldMk cId="23169568" sldId="335"/>
            <ac:spMk id="2" creationId="{D2110300-D855-6240-E760-664B5E985C3A}"/>
          </ac:spMkLst>
        </pc:spChg>
        <pc:spChg chg="mod">
          <ac:chgData name="Stefan Novaković" userId="48d5634ac72bd80c" providerId="LiveId" clId="{F1D9C96C-D9F3-42C3-8EFD-B660191CBC31}" dt="2024-12-26T22:36:37.744" v="1417" actId="1076"/>
          <ac:spMkLst>
            <pc:docMk/>
            <pc:sldMk cId="23169568" sldId="335"/>
            <ac:spMk id="6" creationId="{D64C2B62-8C1E-0C60-35DF-F366640C79AC}"/>
          </ac:spMkLst>
        </pc:spChg>
        <pc:spChg chg="mod">
          <ac:chgData name="Stefan Novaković" userId="48d5634ac72bd80c" providerId="LiveId" clId="{F1D9C96C-D9F3-42C3-8EFD-B660191CBC31}" dt="2024-12-26T22:36:45.488" v="1422" actId="20577"/>
          <ac:spMkLst>
            <pc:docMk/>
            <pc:sldMk cId="23169568" sldId="335"/>
            <ac:spMk id="7" creationId="{7DD6557A-719E-2CA4-CB12-3FB7BDF0E53C}"/>
          </ac:spMkLst>
        </pc:spChg>
      </pc:sldChg>
      <pc:sldChg chg="modSp">
        <pc:chgData name="Stefan Novaković" userId="48d5634ac72bd80c" providerId="LiveId" clId="{F1D9C96C-D9F3-42C3-8EFD-B660191CBC31}" dt="2024-12-26T22:39:34.991" v="1525" actId="123"/>
        <pc:sldMkLst>
          <pc:docMk/>
          <pc:sldMk cId="4192016041" sldId="357"/>
        </pc:sldMkLst>
        <pc:spChg chg="mod">
          <ac:chgData name="Stefan Novaković" userId="48d5634ac72bd80c" providerId="LiveId" clId="{F1D9C96C-D9F3-42C3-8EFD-B660191CBC31}" dt="2024-12-26T22:39:34.991" v="1525" actId="123"/>
          <ac:spMkLst>
            <pc:docMk/>
            <pc:sldMk cId="4192016041" sldId="357"/>
            <ac:spMk id="3" creationId="{150A8FF6-B1B5-4D6D-B338-6EE3969AFC07}"/>
          </ac:spMkLst>
        </pc:spChg>
      </pc:sldChg>
      <pc:sldChg chg="modSp mod">
        <pc:chgData name="Stefan Novaković" userId="48d5634ac72bd80c" providerId="LiveId" clId="{F1D9C96C-D9F3-42C3-8EFD-B660191CBC31}" dt="2024-12-26T19:30:28.888" v="373" actId="14100"/>
        <pc:sldMkLst>
          <pc:docMk/>
          <pc:sldMk cId="3662533574" sldId="381"/>
        </pc:sldMkLst>
        <pc:spChg chg="mod">
          <ac:chgData name="Stefan Novaković" userId="48d5634ac72bd80c" providerId="LiveId" clId="{F1D9C96C-D9F3-42C3-8EFD-B660191CBC31}" dt="2024-12-26T19:30:28.888" v="373" actId="14100"/>
          <ac:spMkLst>
            <pc:docMk/>
            <pc:sldMk cId="3662533574" sldId="381"/>
            <ac:spMk id="3" creationId="{C7D6AFEA-0D88-4684-B583-3049A9F272EA}"/>
          </ac:spMkLst>
        </pc:spChg>
      </pc:sldChg>
      <pc:sldChg chg="addSp delSp modSp mod">
        <pc:chgData name="Stefan Novaković" userId="48d5634ac72bd80c" providerId="LiveId" clId="{F1D9C96C-D9F3-42C3-8EFD-B660191CBC31}" dt="2024-12-26T19:37:57.675" v="408" actId="22"/>
        <pc:sldMkLst>
          <pc:docMk/>
          <pc:sldMk cId="3310398059" sldId="382"/>
        </pc:sldMkLst>
        <pc:spChg chg="mod">
          <ac:chgData name="Stefan Novaković" userId="48d5634ac72bd80c" providerId="LiveId" clId="{F1D9C96C-D9F3-42C3-8EFD-B660191CBC31}" dt="2024-12-26T19:32:21.300" v="406" actId="20577"/>
          <ac:spMkLst>
            <pc:docMk/>
            <pc:sldMk cId="3310398059" sldId="382"/>
            <ac:spMk id="3" creationId="{9B5AEE23-2D11-45B2-B1C9-CCFC4ADC9F31}"/>
          </ac:spMkLst>
        </pc:spChg>
        <pc:spChg chg="add del">
          <ac:chgData name="Stefan Novaković" userId="48d5634ac72bd80c" providerId="LiveId" clId="{F1D9C96C-D9F3-42C3-8EFD-B660191CBC31}" dt="2024-12-26T19:37:57.675" v="408" actId="22"/>
          <ac:spMkLst>
            <pc:docMk/>
            <pc:sldMk cId="3310398059" sldId="382"/>
            <ac:spMk id="5" creationId="{81CB9F92-4F2E-654F-CBA2-69CFB1228D2B}"/>
          </ac:spMkLst>
        </pc:spChg>
      </pc:sldChg>
      <pc:sldChg chg="modSp mod">
        <pc:chgData name="Stefan Novaković" userId="48d5634ac72bd80c" providerId="LiveId" clId="{F1D9C96C-D9F3-42C3-8EFD-B660191CBC31}" dt="2024-12-26T22:33:14.585" v="1405" actId="6549"/>
        <pc:sldMkLst>
          <pc:docMk/>
          <pc:sldMk cId="2318631060" sldId="386"/>
        </pc:sldMkLst>
        <pc:spChg chg="mod">
          <ac:chgData name="Stefan Novaković" userId="48d5634ac72bd80c" providerId="LiveId" clId="{F1D9C96C-D9F3-42C3-8EFD-B660191CBC31}" dt="2024-12-26T22:33:14.585" v="1405" actId="6549"/>
          <ac:spMkLst>
            <pc:docMk/>
            <pc:sldMk cId="2318631060" sldId="386"/>
            <ac:spMk id="3" creationId="{B396CD6D-C573-44FF-89DF-CB67F27F0BFC}"/>
          </ac:spMkLst>
        </pc:spChg>
      </pc:sldChg>
      <pc:sldChg chg="modSp modAnim">
        <pc:chgData name="Stefan Novaković" userId="48d5634ac72bd80c" providerId="LiveId" clId="{F1D9C96C-D9F3-42C3-8EFD-B660191CBC31}" dt="2024-12-26T22:42:12.091" v="1547" actId="20577"/>
        <pc:sldMkLst>
          <pc:docMk/>
          <pc:sldMk cId="515741847" sldId="400"/>
        </pc:sldMkLst>
        <pc:spChg chg="mod">
          <ac:chgData name="Stefan Novaković" userId="48d5634ac72bd80c" providerId="LiveId" clId="{F1D9C96C-D9F3-42C3-8EFD-B660191CBC31}" dt="2024-12-26T22:42:12.091" v="1547" actId="20577"/>
          <ac:spMkLst>
            <pc:docMk/>
            <pc:sldMk cId="515741847" sldId="400"/>
            <ac:spMk id="3" creationId="{9CA6AC3A-2325-4B46-8D2A-292DB92D4A47}"/>
          </ac:spMkLst>
        </pc:spChg>
      </pc:sldChg>
      <pc:sldChg chg="del">
        <pc:chgData name="Stefan Novaković" userId="48d5634ac72bd80c" providerId="LiveId" clId="{F1D9C96C-D9F3-42C3-8EFD-B660191CBC31}" dt="2024-12-26T22:42:15.556" v="1548" actId="47"/>
        <pc:sldMkLst>
          <pc:docMk/>
          <pc:sldMk cId="3936540877" sldId="439"/>
        </pc:sldMkLst>
      </pc:sldChg>
      <pc:sldChg chg="del">
        <pc:chgData name="Stefan Novaković" userId="48d5634ac72bd80c" providerId="LiveId" clId="{F1D9C96C-D9F3-42C3-8EFD-B660191CBC31}" dt="2024-12-26T22:42:16.695" v="1549" actId="47"/>
        <pc:sldMkLst>
          <pc:docMk/>
          <pc:sldMk cId="1961842921" sldId="440"/>
        </pc:sldMkLst>
      </pc:sldChg>
      <pc:sldChg chg="addSp delSp modSp mod">
        <pc:chgData name="Stefan Novaković" userId="48d5634ac72bd80c" providerId="LiveId" clId="{F1D9C96C-D9F3-42C3-8EFD-B660191CBC31}" dt="2024-12-26T22:41:06.851" v="1540" actId="12"/>
        <pc:sldMkLst>
          <pc:docMk/>
          <pc:sldMk cId="4259977393" sldId="442"/>
        </pc:sldMkLst>
        <pc:spChg chg="mod">
          <ac:chgData name="Stefan Novaković" userId="48d5634ac72bd80c" providerId="LiveId" clId="{F1D9C96C-D9F3-42C3-8EFD-B660191CBC31}" dt="2024-12-26T22:41:06.851" v="1540" actId="12"/>
          <ac:spMkLst>
            <pc:docMk/>
            <pc:sldMk cId="4259977393" sldId="442"/>
            <ac:spMk id="4" creationId="{115F240A-6EB5-0976-DD24-A1DB9374DB15}"/>
          </ac:spMkLst>
        </pc:spChg>
        <pc:picChg chg="add del">
          <ac:chgData name="Stefan Novaković" userId="48d5634ac72bd80c" providerId="LiveId" clId="{F1D9C96C-D9F3-42C3-8EFD-B660191CBC31}" dt="2024-12-26T22:40:31.809" v="1534" actId="22"/>
          <ac:picMkLst>
            <pc:docMk/>
            <pc:sldMk cId="4259977393" sldId="442"/>
            <ac:picMk id="5" creationId="{83D9A15E-B7F4-A24B-E019-5D9A94D95D74}"/>
          </ac:picMkLst>
        </pc:picChg>
      </pc:sldChg>
      <pc:sldChg chg="modSp">
        <pc:chgData name="Stefan Novaković" userId="48d5634ac72bd80c" providerId="LiveId" clId="{F1D9C96C-D9F3-42C3-8EFD-B660191CBC31}" dt="2024-12-26T22:39:37.618" v="1526" actId="123"/>
        <pc:sldMkLst>
          <pc:docMk/>
          <pc:sldMk cId="2275502191" sldId="444"/>
        </pc:sldMkLst>
        <pc:spChg chg="mod">
          <ac:chgData name="Stefan Novaković" userId="48d5634ac72bd80c" providerId="LiveId" clId="{F1D9C96C-D9F3-42C3-8EFD-B660191CBC31}" dt="2024-12-26T22:39:37.618" v="1526" actId="123"/>
          <ac:spMkLst>
            <pc:docMk/>
            <pc:sldMk cId="2275502191" sldId="444"/>
            <ac:spMk id="3" creationId="{150A8FF6-B1B5-4D6D-B338-6EE3969AFC07}"/>
          </ac:spMkLst>
        </pc:spChg>
      </pc:sldChg>
      <pc:sldChg chg="addSp delSp modSp add mod">
        <pc:chgData name="Stefan Novaković" userId="48d5634ac72bd80c" providerId="LiveId" clId="{F1D9C96C-D9F3-42C3-8EFD-B660191CBC31}" dt="2024-12-26T22:37:15.986" v="1426" actId="2710"/>
        <pc:sldMkLst>
          <pc:docMk/>
          <pc:sldMk cId="576722043" sldId="445"/>
        </pc:sldMkLst>
        <pc:spChg chg="mod">
          <ac:chgData name="Stefan Novaković" userId="48d5634ac72bd80c" providerId="LiveId" clId="{F1D9C96C-D9F3-42C3-8EFD-B660191CBC31}" dt="2024-12-26T18:57:42.042" v="32" actId="20577"/>
          <ac:spMkLst>
            <pc:docMk/>
            <pc:sldMk cId="576722043" sldId="445"/>
            <ac:spMk id="2" creationId="{4616F6A3-E3EE-EB26-7D21-4931790DFA4D}"/>
          </ac:spMkLst>
        </pc:spChg>
        <pc:spChg chg="del">
          <ac:chgData name="Stefan Novaković" userId="48d5634ac72bd80c" providerId="LiveId" clId="{F1D9C96C-D9F3-42C3-8EFD-B660191CBC31}" dt="2024-12-26T18:58:37.280" v="33" actId="478"/>
          <ac:spMkLst>
            <pc:docMk/>
            <pc:sldMk cId="576722043" sldId="445"/>
            <ac:spMk id="3" creationId="{78A9869F-4F1A-8047-5F28-81833B5F28BD}"/>
          </ac:spMkLst>
        </pc:spChg>
        <pc:spChg chg="add del mod">
          <ac:chgData name="Stefan Novaković" userId="48d5634ac72bd80c" providerId="LiveId" clId="{F1D9C96C-D9F3-42C3-8EFD-B660191CBC31}" dt="2024-12-26T18:58:40.438" v="34" actId="478"/>
          <ac:spMkLst>
            <pc:docMk/>
            <pc:sldMk cId="576722043" sldId="445"/>
            <ac:spMk id="5" creationId="{DFF5C896-68D8-DFF9-3C6D-DC74AEA5A2F3}"/>
          </ac:spMkLst>
        </pc:spChg>
        <pc:spChg chg="add mod">
          <ac:chgData name="Stefan Novaković" userId="48d5634ac72bd80c" providerId="LiveId" clId="{F1D9C96C-D9F3-42C3-8EFD-B660191CBC31}" dt="2024-12-26T22:37:15.986" v="1426" actId="2710"/>
          <ac:spMkLst>
            <pc:docMk/>
            <pc:sldMk cId="576722043" sldId="445"/>
            <ac:spMk id="6" creationId="{956B5698-7DF2-3373-3402-1837931ACAA8}"/>
          </ac:spMkLst>
        </pc:spChg>
        <pc:spChg chg="add mod">
          <ac:chgData name="Stefan Novaković" userId="48d5634ac72bd80c" providerId="LiveId" clId="{F1D9C96C-D9F3-42C3-8EFD-B660191CBC31}" dt="2024-12-26T22:37:11.312" v="1424" actId="2710"/>
          <ac:spMkLst>
            <pc:docMk/>
            <pc:sldMk cId="576722043" sldId="445"/>
            <ac:spMk id="7" creationId="{A6025EC5-1AF7-D705-5E9F-2B975B993714}"/>
          </ac:spMkLst>
        </pc:spChg>
      </pc:sldChg>
      <pc:sldChg chg="modSp add mod">
        <pc:chgData name="Stefan Novaković" userId="48d5634ac72bd80c" providerId="LiveId" clId="{F1D9C96C-D9F3-42C3-8EFD-B660191CBC31}" dt="2024-12-26T22:33:41.822" v="1409" actId="1076"/>
        <pc:sldMkLst>
          <pc:docMk/>
          <pc:sldMk cId="1391347628" sldId="446"/>
        </pc:sldMkLst>
        <pc:spChg chg="mod">
          <ac:chgData name="Stefan Novaković" userId="48d5634ac72bd80c" providerId="LiveId" clId="{F1D9C96C-D9F3-42C3-8EFD-B660191CBC31}" dt="2024-12-26T19:38:22.537" v="444" actId="20577"/>
          <ac:spMkLst>
            <pc:docMk/>
            <pc:sldMk cId="1391347628" sldId="446"/>
            <ac:spMk id="2" creationId="{EC9A7A4C-21AC-DF4B-29C5-F0BE94FDE25D}"/>
          </ac:spMkLst>
        </pc:spChg>
        <pc:spChg chg="mod">
          <ac:chgData name="Stefan Novaković" userId="48d5634ac72bd80c" providerId="LiveId" clId="{F1D9C96C-D9F3-42C3-8EFD-B660191CBC31}" dt="2024-12-26T22:33:41.822" v="1409" actId="1076"/>
          <ac:spMkLst>
            <pc:docMk/>
            <pc:sldMk cId="1391347628" sldId="446"/>
            <ac:spMk id="6" creationId="{79198ED9-C4CC-E04C-830C-DB57C443E777}"/>
          </ac:spMkLst>
        </pc:spChg>
        <pc:spChg chg="mod">
          <ac:chgData name="Stefan Novaković" userId="48d5634ac72bd80c" providerId="LiveId" clId="{F1D9C96C-D9F3-42C3-8EFD-B660191CBC31}" dt="2024-12-26T22:33:38.789" v="1408" actId="1076"/>
          <ac:spMkLst>
            <pc:docMk/>
            <pc:sldMk cId="1391347628" sldId="446"/>
            <ac:spMk id="7" creationId="{EC5DCD1F-89EC-F693-C27C-D78AD282E77F}"/>
          </ac:spMkLst>
        </pc:spChg>
      </pc:sldChg>
      <pc:sldChg chg="addSp delSp modSp add mod modClrScheme chgLayout">
        <pc:chgData name="Stefan Novaković" userId="48d5634ac72bd80c" providerId="LiveId" clId="{F1D9C96C-D9F3-42C3-8EFD-B660191CBC31}" dt="2024-12-26T20:11:57.282" v="1336" actId="20577"/>
        <pc:sldMkLst>
          <pc:docMk/>
          <pc:sldMk cId="1987499110" sldId="447"/>
        </pc:sldMkLst>
        <pc:spChg chg="del mod">
          <ac:chgData name="Stefan Novaković" userId="48d5634ac72bd80c" providerId="LiveId" clId="{F1D9C96C-D9F3-42C3-8EFD-B660191CBC31}" dt="2024-12-26T19:43:08.118" v="536" actId="478"/>
          <ac:spMkLst>
            <pc:docMk/>
            <pc:sldMk cId="1987499110" sldId="447"/>
            <ac:spMk id="2" creationId="{646E106A-164E-A8ED-59CF-1DA679F097CC}"/>
          </ac:spMkLst>
        </pc:spChg>
        <pc:spChg chg="add del mod">
          <ac:chgData name="Stefan Novaković" userId="48d5634ac72bd80c" providerId="LiveId" clId="{F1D9C96C-D9F3-42C3-8EFD-B660191CBC31}" dt="2024-12-26T19:43:09.128" v="537" actId="478"/>
          <ac:spMkLst>
            <pc:docMk/>
            <pc:sldMk cId="1987499110" sldId="447"/>
            <ac:spMk id="4" creationId="{560AEDC1-C5B1-6540-6816-7531D004D4FC}"/>
          </ac:spMkLst>
        </pc:spChg>
        <pc:spChg chg="del mod">
          <ac:chgData name="Stefan Novaković" userId="48d5634ac72bd80c" providerId="LiveId" clId="{F1D9C96C-D9F3-42C3-8EFD-B660191CBC31}" dt="2024-12-26T19:41:41.268" v="524" actId="478"/>
          <ac:spMkLst>
            <pc:docMk/>
            <pc:sldMk cId="1987499110" sldId="447"/>
            <ac:spMk id="6" creationId="{908F410B-DB22-E12A-D7C8-FA197D215C3A}"/>
          </ac:spMkLst>
        </pc:spChg>
        <pc:spChg chg="mod">
          <ac:chgData name="Stefan Novaković" userId="48d5634ac72bd80c" providerId="LiveId" clId="{F1D9C96C-D9F3-42C3-8EFD-B660191CBC31}" dt="2024-12-26T20:11:57.282" v="1336" actId="20577"/>
          <ac:spMkLst>
            <pc:docMk/>
            <pc:sldMk cId="1987499110" sldId="447"/>
            <ac:spMk id="7" creationId="{FEB47927-CCA6-0544-5E59-33B4B01E6D34}"/>
          </ac:spMkLst>
        </pc:spChg>
      </pc:sldChg>
      <pc:sldChg chg="add del ord">
        <pc:chgData name="Stefan Novaković" userId="48d5634ac72bd80c" providerId="LiveId" clId="{F1D9C96C-D9F3-42C3-8EFD-B660191CBC31}" dt="2024-12-26T19:49:49.506" v="640" actId="47"/>
        <pc:sldMkLst>
          <pc:docMk/>
          <pc:sldMk cId="244798676" sldId="448"/>
        </pc:sldMkLst>
      </pc:sldChg>
      <pc:sldChg chg="addSp delSp modSp add mod">
        <pc:chgData name="Stefan Novaković" userId="48d5634ac72bd80c" providerId="LiveId" clId="{F1D9C96C-D9F3-42C3-8EFD-B660191CBC31}" dt="2024-12-26T20:07:45.719" v="1300" actId="20577"/>
        <pc:sldMkLst>
          <pc:docMk/>
          <pc:sldMk cId="1343218624" sldId="448"/>
        </pc:sldMkLst>
        <pc:spChg chg="mod">
          <ac:chgData name="Stefan Novaković" userId="48d5634ac72bd80c" providerId="LiveId" clId="{F1D9C96C-D9F3-42C3-8EFD-B660191CBC31}" dt="2024-12-26T19:50:06.992" v="700" actId="20577"/>
          <ac:spMkLst>
            <pc:docMk/>
            <pc:sldMk cId="1343218624" sldId="448"/>
            <ac:spMk id="2" creationId="{556FA549-CF94-CBF1-9E73-42B3420402A7}"/>
          </ac:spMkLst>
        </pc:spChg>
        <pc:spChg chg="add del">
          <ac:chgData name="Stefan Novaković" userId="48d5634ac72bd80c" providerId="LiveId" clId="{F1D9C96C-D9F3-42C3-8EFD-B660191CBC31}" dt="2024-12-26T19:50:12.881" v="702" actId="22"/>
          <ac:spMkLst>
            <pc:docMk/>
            <pc:sldMk cId="1343218624" sldId="448"/>
            <ac:spMk id="4" creationId="{246D9BE4-DD3B-A1FF-CEC2-F2F134965EBD}"/>
          </ac:spMkLst>
        </pc:spChg>
        <pc:spChg chg="add mod">
          <ac:chgData name="Stefan Novaković" userId="48d5634ac72bd80c" providerId="LiveId" clId="{F1D9C96C-D9F3-42C3-8EFD-B660191CBC31}" dt="2024-12-26T19:50:15.353" v="703"/>
          <ac:spMkLst>
            <pc:docMk/>
            <pc:sldMk cId="1343218624" sldId="448"/>
            <ac:spMk id="5" creationId="{BAD8157B-60BF-B19F-4DC4-5F45194CA5E8}"/>
          </ac:spMkLst>
        </pc:spChg>
        <pc:spChg chg="del">
          <ac:chgData name="Stefan Novaković" userId="48d5634ac72bd80c" providerId="LiveId" clId="{F1D9C96C-D9F3-42C3-8EFD-B660191CBC31}" dt="2024-12-26T19:50:18.018" v="704" actId="478"/>
          <ac:spMkLst>
            <pc:docMk/>
            <pc:sldMk cId="1343218624" sldId="448"/>
            <ac:spMk id="6" creationId="{D6A7150D-8373-D3FE-1053-201B7DCE7299}"/>
          </ac:spMkLst>
        </pc:spChg>
        <pc:spChg chg="del">
          <ac:chgData name="Stefan Novaković" userId="48d5634ac72bd80c" providerId="LiveId" clId="{F1D9C96C-D9F3-42C3-8EFD-B660191CBC31}" dt="2024-12-26T19:50:18.897" v="705" actId="478"/>
          <ac:spMkLst>
            <pc:docMk/>
            <pc:sldMk cId="1343218624" sldId="448"/>
            <ac:spMk id="7" creationId="{D57B6EEC-DE78-F3CF-7211-C7F69BC35352}"/>
          </ac:spMkLst>
        </pc:spChg>
        <pc:spChg chg="add del mod">
          <ac:chgData name="Stefan Novaković" userId="48d5634ac72bd80c" providerId="LiveId" clId="{F1D9C96C-D9F3-42C3-8EFD-B660191CBC31}" dt="2024-12-26T19:50:42.867" v="783" actId="478"/>
          <ac:spMkLst>
            <pc:docMk/>
            <pc:sldMk cId="1343218624" sldId="448"/>
            <ac:spMk id="8" creationId="{7FF71710-52FC-BE8A-9310-A23A469AF200}"/>
          </ac:spMkLst>
        </pc:spChg>
        <pc:spChg chg="add mod">
          <ac:chgData name="Stefan Novaković" userId="48d5634ac72bd80c" providerId="LiveId" clId="{F1D9C96C-D9F3-42C3-8EFD-B660191CBC31}" dt="2024-12-26T20:07:45.719" v="1300" actId="20577"/>
          <ac:spMkLst>
            <pc:docMk/>
            <pc:sldMk cId="1343218624" sldId="448"/>
            <ac:spMk id="9" creationId="{661DAFF8-5F6F-8335-7C06-6B4CC361662E}"/>
          </ac:spMkLst>
        </pc:spChg>
        <pc:grpChg chg="add del mod">
          <ac:chgData name="Stefan Novaković" userId="48d5634ac72bd80c" providerId="LiveId" clId="{F1D9C96C-D9F3-42C3-8EFD-B660191CBC31}" dt="2024-12-26T19:52:57.313" v="1007" actId="165"/>
          <ac:grpSpMkLst>
            <pc:docMk/>
            <pc:sldMk cId="1343218624" sldId="448"/>
            <ac:grpSpMk id="16" creationId="{6151F112-1B0B-D026-5B13-1123F70FC879}"/>
          </ac:grpSpMkLst>
        </pc:grpChg>
        <pc:picChg chg="add mod topLvl">
          <ac:chgData name="Stefan Novaković" userId="48d5634ac72bd80c" providerId="LiveId" clId="{F1D9C96C-D9F3-42C3-8EFD-B660191CBC31}" dt="2024-12-26T19:56:17.343" v="1122" actId="1036"/>
          <ac:picMkLst>
            <pc:docMk/>
            <pc:sldMk cId="1343218624" sldId="448"/>
            <ac:picMk id="11" creationId="{6EDD28F5-0AD4-A6D5-F288-6C4D97E3932E}"/>
          </ac:picMkLst>
        </pc:picChg>
        <pc:picChg chg="add mod topLvl">
          <ac:chgData name="Stefan Novaković" userId="48d5634ac72bd80c" providerId="LiveId" clId="{F1D9C96C-D9F3-42C3-8EFD-B660191CBC31}" dt="2024-12-26T19:56:17.343" v="1122" actId="1036"/>
          <ac:picMkLst>
            <pc:docMk/>
            <pc:sldMk cId="1343218624" sldId="448"/>
            <ac:picMk id="13" creationId="{AA47E4B8-1264-8DD6-E579-9DCA7D1E485A}"/>
          </ac:picMkLst>
        </pc:picChg>
        <pc:picChg chg="add del mod">
          <ac:chgData name="Stefan Novaković" userId="48d5634ac72bd80c" providerId="LiveId" clId="{F1D9C96C-D9F3-42C3-8EFD-B660191CBC31}" dt="2024-12-26T19:52:39.305" v="1001" actId="478"/>
          <ac:picMkLst>
            <pc:docMk/>
            <pc:sldMk cId="1343218624" sldId="448"/>
            <ac:picMk id="15" creationId="{9EA578D9-9947-2121-17BD-7144BF837275}"/>
          </ac:picMkLst>
        </pc:picChg>
        <pc:picChg chg="add mod">
          <ac:chgData name="Stefan Novaković" userId="48d5634ac72bd80c" providerId="LiveId" clId="{F1D9C96C-D9F3-42C3-8EFD-B660191CBC31}" dt="2024-12-26T19:56:15.787" v="1116" actId="571"/>
          <ac:picMkLst>
            <pc:docMk/>
            <pc:sldMk cId="1343218624" sldId="448"/>
            <ac:picMk id="21" creationId="{6A10916E-20BB-ED5D-0C52-FF3ECAC59854}"/>
          </ac:picMkLst>
        </pc:picChg>
        <pc:picChg chg="add mod">
          <ac:chgData name="Stefan Novaković" userId="48d5634ac72bd80c" providerId="LiveId" clId="{F1D9C96C-D9F3-42C3-8EFD-B660191CBC31}" dt="2024-12-26T19:56:15.787" v="1116" actId="571"/>
          <ac:picMkLst>
            <pc:docMk/>
            <pc:sldMk cId="1343218624" sldId="448"/>
            <ac:picMk id="22" creationId="{3655C0E7-A841-97E7-050A-1A98D3C8E85E}"/>
          </ac:picMkLst>
        </pc:picChg>
        <pc:picChg chg="add mod">
          <ac:chgData name="Stefan Novaković" userId="48d5634ac72bd80c" providerId="LiveId" clId="{F1D9C96C-D9F3-42C3-8EFD-B660191CBC31}" dt="2024-12-26T19:56:15.602" v="1115" actId="571"/>
          <ac:picMkLst>
            <pc:docMk/>
            <pc:sldMk cId="1343218624" sldId="448"/>
            <ac:picMk id="24" creationId="{0ADAB774-6951-73CF-86A5-D562A94414C6}"/>
          </ac:picMkLst>
        </pc:picChg>
        <pc:picChg chg="add mod">
          <ac:chgData name="Stefan Novaković" userId="48d5634ac72bd80c" providerId="LiveId" clId="{F1D9C96C-D9F3-42C3-8EFD-B660191CBC31}" dt="2024-12-26T19:56:15.602" v="1115" actId="571"/>
          <ac:picMkLst>
            <pc:docMk/>
            <pc:sldMk cId="1343218624" sldId="448"/>
            <ac:picMk id="25" creationId="{23285AB2-D1A7-0BA4-15D8-2429EB117331}"/>
          </ac:picMkLst>
        </pc:picChg>
        <pc:picChg chg="add mod">
          <ac:chgData name="Stefan Novaković" userId="48d5634ac72bd80c" providerId="LiveId" clId="{F1D9C96C-D9F3-42C3-8EFD-B660191CBC31}" dt="2024-12-26T19:56:15.417" v="1114" actId="571"/>
          <ac:picMkLst>
            <pc:docMk/>
            <pc:sldMk cId="1343218624" sldId="448"/>
            <ac:picMk id="27" creationId="{4C942925-C124-D94E-B49A-ACCA4C1DFEA7}"/>
          </ac:picMkLst>
        </pc:picChg>
        <pc:picChg chg="add mod">
          <ac:chgData name="Stefan Novaković" userId="48d5634ac72bd80c" providerId="LiveId" clId="{F1D9C96C-D9F3-42C3-8EFD-B660191CBC31}" dt="2024-12-26T19:56:15.417" v="1114" actId="571"/>
          <ac:picMkLst>
            <pc:docMk/>
            <pc:sldMk cId="1343218624" sldId="448"/>
            <ac:picMk id="28" creationId="{6A1993EE-8626-C29F-A5A9-CFE9DEA8CE99}"/>
          </ac:picMkLst>
        </pc:picChg>
        <pc:cxnChg chg="add mod">
          <ac:chgData name="Stefan Novaković" userId="48d5634ac72bd80c" providerId="LiveId" clId="{F1D9C96C-D9F3-42C3-8EFD-B660191CBC31}" dt="2024-12-26T19:56:17.343" v="1122" actId="1036"/>
          <ac:cxnSpMkLst>
            <pc:docMk/>
            <pc:sldMk cId="1343218624" sldId="448"/>
            <ac:cxnSpMk id="18" creationId="{8BB849F9-D9C8-95BB-B435-0FCAEFBEA112}"/>
          </ac:cxnSpMkLst>
        </pc:cxnChg>
        <pc:cxnChg chg="add mod">
          <ac:chgData name="Stefan Novaković" userId="48d5634ac72bd80c" providerId="LiveId" clId="{F1D9C96C-D9F3-42C3-8EFD-B660191CBC31}" dt="2024-12-26T19:56:15.787" v="1116" actId="571"/>
          <ac:cxnSpMkLst>
            <pc:docMk/>
            <pc:sldMk cId="1343218624" sldId="448"/>
            <ac:cxnSpMk id="23" creationId="{C82D1A74-B1D7-3CF6-28CF-29A13787ACE3}"/>
          </ac:cxnSpMkLst>
        </pc:cxnChg>
        <pc:cxnChg chg="add mod">
          <ac:chgData name="Stefan Novaković" userId="48d5634ac72bd80c" providerId="LiveId" clId="{F1D9C96C-D9F3-42C3-8EFD-B660191CBC31}" dt="2024-12-26T19:56:15.602" v="1115" actId="571"/>
          <ac:cxnSpMkLst>
            <pc:docMk/>
            <pc:sldMk cId="1343218624" sldId="448"/>
            <ac:cxnSpMk id="26" creationId="{8AFFEA55-0A6F-C3E4-43BA-E3C8981B28A6}"/>
          </ac:cxnSpMkLst>
        </pc:cxnChg>
        <pc:cxnChg chg="add mod">
          <ac:chgData name="Stefan Novaković" userId="48d5634ac72bd80c" providerId="LiveId" clId="{F1D9C96C-D9F3-42C3-8EFD-B660191CBC31}" dt="2024-12-26T19:56:15.417" v="1114" actId="571"/>
          <ac:cxnSpMkLst>
            <pc:docMk/>
            <pc:sldMk cId="1343218624" sldId="448"/>
            <ac:cxnSpMk id="29" creationId="{D2536046-00C5-4189-0633-10DFBD2350C5}"/>
          </ac:cxnSpMkLst>
        </pc:cxnChg>
      </pc:sldChg>
      <pc:sldChg chg="modSp add mod ord">
        <pc:chgData name="Stefan Novaković" userId="48d5634ac72bd80c" providerId="LiveId" clId="{F1D9C96C-D9F3-42C3-8EFD-B660191CBC31}" dt="2024-12-26T19:58:12.761" v="1167" actId="20577"/>
        <pc:sldMkLst>
          <pc:docMk/>
          <pc:sldMk cId="322151053" sldId="449"/>
        </pc:sldMkLst>
        <pc:spChg chg="mod">
          <ac:chgData name="Stefan Novaković" userId="48d5634ac72bd80c" providerId="LiveId" clId="{F1D9C96C-D9F3-42C3-8EFD-B660191CBC31}" dt="2024-12-26T19:58:12.761" v="1167" actId="20577"/>
          <ac:spMkLst>
            <pc:docMk/>
            <pc:sldMk cId="322151053" sldId="449"/>
            <ac:spMk id="2" creationId="{E04DE279-F7DD-F79D-76E5-F7721F61ED3F}"/>
          </ac:spMkLst>
        </pc:spChg>
        <pc:spChg chg="mod">
          <ac:chgData name="Stefan Novaković" userId="48d5634ac72bd80c" providerId="LiveId" clId="{F1D9C96C-D9F3-42C3-8EFD-B660191CBC31}" dt="2024-12-26T19:58:07.171" v="1146" actId="6549"/>
          <ac:spMkLst>
            <pc:docMk/>
            <pc:sldMk cId="322151053" sldId="449"/>
            <ac:spMk id="3" creationId="{0A5D5D0E-5A7F-E3AF-0DCF-BE72CE97AD9D}"/>
          </ac:spMkLst>
        </pc:spChg>
      </pc:sldChg>
      <pc:sldChg chg="add del">
        <pc:chgData name="Stefan Novaković" userId="48d5634ac72bd80c" providerId="LiveId" clId="{F1D9C96C-D9F3-42C3-8EFD-B660191CBC31}" dt="2024-12-26T19:49:51.218" v="641" actId="47"/>
        <pc:sldMkLst>
          <pc:docMk/>
          <pc:sldMk cId="1035255375" sldId="449"/>
        </pc:sldMkLst>
      </pc:sldChg>
      <pc:sldChg chg="addSp delSp modSp new mod modClrScheme chgLayout">
        <pc:chgData name="Stefan Novaković" userId="48d5634ac72bd80c" providerId="LiveId" clId="{F1D9C96C-D9F3-42C3-8EFD-B660191CBC31}" dt="2024-12-26T22:37:29.163" v="1428" actId="6549"/>
        <pc:sldMkLst>
          <pc:docMk/>
          <pc:sldMk cId="2191918014" sldId="450"/>
        </pc:sldMkLst>
        <pc:spChg chg="del">
          <ac:chgData name="Stefan Novaković" userId="48d5634ac72bd80c" providerId="LiveId" clId="{F1D9C96C-D9F3-42C3-8EFD-B660191CBC31}" dt="2024-12-26T22:27:17.520" v="1338" actId="6264"/>
          <ac:spMkLst>
            <pc:docMk/>
            <pc:sldMk cId="2191918014" sldId="450"/>
            <ac:spMk id="2" creationId="{A430CE65-C5D5-326F-BD1A-6E0F5EC8C083}"/>
          </ac:spMkLst>
        </pc:spChg>
        <pc:spChg chg="del">
          <ac:chgData name="Stefan Novaković" userId="48d5634ac72bd80c" providerId="LiveId" clId="{F1D9C96C-D9F3-42C3-8EFD-B660191CBC31}" dt="2024-12-26T22:27:17.520" v="1338" actId="6264"/>
          <ac:spMkLst>
            <pc:docMk/>
            <pc:sldMk cId="2191918014" sldId="450"/>
            <ac:spMk id="3" creationId="{53985CAB-B94D-F356-4792-20BFB1D1700C}"/>
          </ac:spMkLst>
        </pc:spChg>
        <pc:spChg chg="add del mod ord">
          <ac:chgData name="Stefan Novaković" userId="48d5634ac72bd80c" providerId="LiveId" clId="{F1D9C96C-D9F3-42C3-8EFD-B660191CBC31}" dt="2024-12-26T22:27:20.141" v="1339" actId="700"/>
          <ac:spMkLst>
            <pc:docMk/>
            <pc:sldMk cId="2191918014" sldId="450"/>
            <ac:spMk id="4" creationId="{F0433403-4E38-296A-CB50-4E38BDAD084B}"/>
          </ac:spMkLst>
        </pc:spChg>
        <pc:spChg chg="add del mod ord">
          <ac:chgData name="Stefan Novaković" userId="48d5634ac72bd80c" providerId="LiveId" clId="{F1D9C96C-D9F3-42C3-8EFD-B660191CBC31}" dt="2024-12-26T22:27:20.141" v="1339" actId="700"/>
          <ac:spMkLst>
            <pc:docMk/>
            <pc:sldMk cId="2191918014" sldId="450"/>
            <ac:spMk id="5" creationId="{D725FDF6-2B1D-0508-C93A-B8804295C912}"/>
          </ac:spMkLst>
        </pc:spChg>
        <pc:spChg chg="add del mod">
          <ac:chgData name="Stefan Novaković" userId="48d5634ac72bd80c" providerId="LiveId" clId="{F1D9C96C-D9F3-42C3-8EFD-B660191CBC31}" dt="2024-12-26T22:27:24.146" v="1342" actId="478"/>
          <ac:spMkLst>
            <pc:docMk/>
            <pc:sldMk cId="2191918014" sldId="450"/>
            <ac:spMk id="7" creationId="{58AF4E0B-3F18-134B-F22B-6137106D37AF}"/>
          </ac:spMkLst>
        </pc:spChg>
        <pc:spChg chg="add mod">
          <ac:chgData name="Stefan Novaković" userId="48d5634ac72bd80c" providerId="LiveId" clId="{F1D9C96C-D9F3-42C3-8EFD-B660191CBC31}" dt="2024-12-26T22:37:29.163" v="1428" actId="6549"/>
          <ac:spMkLst>
            <pc:docMk/>
            <pc:sldMk cId="2191918014" sldId="450"/>
            <ac:spMk id="8" creationId="{56B2D1F9-2E75-6AAD-2B43-9CA0F7F192D9}"/>
          </ac:spMkLst>
        </pc:spChg>
      </pc:sldChg>
      <pc:sldChg chg="modSp new del mod">
        <pc:chgData name="Stefan Novaković" userId="48d5634ac72bd80c" providerId="LiveId" clId="{F1D9C96C-D9F3-42C3-8EFD-B660191CBC31}" dt="2024-12-26T22:39:20.072" v="1524" actId="2696"/>
        <pc:sldMkLst>
          <pc:docMk/>
          <pc:sldMk cId="567721826" sldId="451"/>
        </pc:sldMkLst>
        <pc:spChg chg="mod">
          <ac:chgData name="Stefan Novaković" userId="48d5634ac72bd80c" providerId="LiveId" clId="{F1D9C96C-D9F3-42C3-8EFD-B660191CBC31}" dt="2024-12-26T22:39:01.772" v="1450" actId="20577"/>
          <ac:spMkLst>
            <pc:docMk/>
            <pc:sldMk cId="567721826" sldId="451"/>
            <ac:spMk id="2" creationId="{BEB5477C-B617-B98D-BD82-254C004FF6D9}"/>
          </ac:spMkLst>
        </pc:spChg>
        <pc:spChg chg="mod">
          <ac:chgData name="Stefan Novaković" userId="48d5634ac72bd80c" providerId="LiveId" clId="{F1D9C96C-D9F3-42C3-8EFD-B660191CBC31}" dt="2024-12-26T22:39:17.002" v="1523" actId="20577"/>
          <ac:spMkLst>
            <pc:docMk/>
            <pc:sldMk cId="567721826" sldId="451"/>
            <ac:spMk id="3" creationId="{7B2F1FBF-826F-6189-877A-3344A5F268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14300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84850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8A47-62F8-F1ED-6D7A-A261838D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AF177-5B03-69DD-16FA-5F1E24A18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DA785-54F8-466D-2ADF-B53D8355E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D9EE0-81D8-FAA5-BDAC-8CE734079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06717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64025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17737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&lt;set&gt;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::set&lt;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set1 =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set2 =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::set&lt;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setUnion, setIntersection, setDifference, setSymmetricDifference;</a:t>
            </a: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inserter - šablon funkcije za konstrukciju iteratora za umetanje elemenata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set_union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inserter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(setUnion,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setUnion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set_intersection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inserter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(setIntersection,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setIntersection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set_difference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inserter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(setDifference,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setDifference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set_symmetric_difference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inserter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(setSymmetricDifference,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setSymmetricDifference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setPtrs = { &amp;setUnion, &amp;setIntersection, &amp;setDifference, &amp;setSymmetricDifference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setPtr : setPtrs)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: *setPtr)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val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958054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04554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748335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0900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26.12.2024.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mp"/><Relationship Id="rId2" Type="http://schemas.openxmlformats.org/officeDocument/2006/relationships/hyperlink" Target="https://en.wikipedia.org/wiki/BMP_file_forma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bm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contain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www.cplusplus.com/reference/stl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Datum i vrijeme</a:t>
            </a:r>
            <a:endParaRPr lang="sr-Latn-BA" b="1"/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0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4C79-0F20-DE6C-D879-754A8651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Datum i vrijeme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730BF-C249-5E2F-BDFD-A1BDC7A3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latin typeface="Consolas" panose="020B0609020204030204" pitchFamily="49" charset="0"/>
              </a:rPr>
              <a:t>&lt;ctime&gt;</a:t>
            </a:r>
            <a:r>
              <a:rPr lang="en-US"/>
              <a:t> C biblioteka za rad sa datumima i vremenom</a:t>
            </a:r>
          </a:p>
          <a:p>
            <a:r>
              <a:rPr lang="en-US"/>
              <a:t>Moderni C++: </a:t>
            </a:r>
            <a:r>
              <a:rPr lang="en-US" b="1">
                <a:latin typeface="Consolas" panose="020B0609020204030204" pitchFamily="49" charset="0"/>
              </a:rPr>
              <a:t>&lt;chrono&gt;</a:t>
            </a:r>
            <a:r>
              <a:rPr lang="en-US"/>
              <a:t> biblioteka za rad sa datumima i vremenom</a:t>
            </a:r>
          </a:p>
        </p:txBody>
      </p:sp>
    </p:spTree>
    <p:extLst>
      <p:ext uri="{BB962C8B-B14F-4D97-AF65-F5344CB8AC3E}">
        <p14:creationId xmlns:p14="http://schemas.microsoft.com/office/powerpoint/2010/main" val="333071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D6557A-719E-2CA4-CB12-3FB7BDF0E53C}"/>
              </a:ext>
            </a:extLst>
          </p:cNvPr>
          <p:cNvSpPr txBox="1"/>
          <p:nvPr/>
        </p:nvSpPr>
        <p:spPr>
          <a:xfrm>
            <a:off x="178354" y="1595021"/>
            <a:ext cx="11835291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&lt;chrono&gt;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&lt;iomanip&gt;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system_clock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time_point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time_point_now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system_clock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time_t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time_now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system_clock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to_time_t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time_point_now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"UTC time: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put_time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gmtime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time_now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"%Y-%m-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%H:%M: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"Local time: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put_time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time_now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"%Y-%m-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%H:%M: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10300-D855-6240-E760-664B5E9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Datum i vrijeme – sada</a:t>
            </a:r>
            <a:r>
              <a:rPr lang="sr-Latn-BA"/>
              <a:t>šnji trenutak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C2B62-8C1E-0C60-35DF-F366640C79AC}"/>
              </a:ext>
            </a:extLst>
          </p:cNvPr>
          <p:cNvSpPr txBox="1"/>
          <p:nvPr/>
        </p:nvSpPr>
        <p:spPr>
          <a:xfrm>
            <a:off x="7942388" y="1595021"/>
            <a:ext cx="4071257" cy="6463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FF00"/>
                </a:solidFill>
              </a:rPr>
              <a:t>UTC time: 2024-12-25 15:38:52</a:t>
            </a:r>
          </a:p>
          <a:p>
            <a:r>
              <a:rPr lang="en-US" b="1">
                <a:solidFill>
                  <a:srgbClr val="00FF00"/>
                </a:solidFill>
              </a:rPr>
              <a:t>Local time: 2024-12-25 16:38:52</a:t>
            </a:r>
            <a:endParaRPr lang="sr-Latn-BA" b="1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0300-D855-6240-E760-664B5E9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Datum i vrijeme – </a:t>
            </a:r>
            <a:r>
              <a:rPr lang="sr-Latn-BA"/>
              <a:t>operacije nad intervalima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9E165-8FF2-1497-BD45-96AB47BA42F5}"/>
              </a:ext>
            </a:extLst>
          </p:cNvPr>
          <p:cNvSpPr txBox="1"/>
          <p:nvPr/>
        </p:nvSpPr>
        <p:spPr>
          <a:xfrm>
            <a:off x="936171" y="1690688"/>
            <a:ext cx="10319658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   </a:t>
            </a: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Define two durations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Add the durations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Converted into minutes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Print the result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time: 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minutes"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C2B62-8C1E-0C60-35DF-F366640C79AC}"/>
              </a:ext>
            </a:extLst>
          </p:cNvPr>
          <p:cNvSpPr txBox="1"/>
          <p:nvPr/>
        </p:nvSpPr>
        <p:spPr>
          <a:xfrm>
            <a:off x="7184572" y="1690688"/>
            <a:ext cx="4071257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FF00"/>
                </a:solidFill>
              </a:rPr>
              <a:t>Total time: 375 </a:t>
            </a:r>
            <a:r>
              <a:rPr lang="en-US" b="1">
                <a:solidFill>
                  <a:srgbClr val="00FF00"/>
                </a:solidFill>
              </a:rPr>
              <a:t>minutes</a:t>
            </a:r>
            <a:endParaRPr lang="sr-Latn-BA" b="1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0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Tokovi, rad sa fajlovima i fajl sistemom</a:t>
            </a:r>
            <a:endParaRPr lang="sr-Latn-BA" b="1"/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3820-3385-49E1-9EF7-D322C63D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Tokovi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E1BC-B9A9-4652-A992-CB474988C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sr-Latn-BA"/>
              <a:t>Hijerarhija tokova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&lt;</a:t>
            </a:r>
            <a:r>
              <a:rPr lang="sr-Latn-BA" b="1">
                <a:latin typeface="Consolas" panose="020B0609020204030204" pitchFamily="49" charset="0"/>
              </a:rPr>
              <a:t>iostream</a:t>
            </a:r>
            <a:r>
              <a:rPr lang="en-US" b="1">
                <a:latin typeface="Consolas" panose="020B0609020204030204" pitchFamily="49" charset="0"/>
              </a:rPr>
              <a:t>&gt;</a:t>
            </a:r>
            <a:r>
              <a:rPr lang="sr-Latn-BA"/>
              <a:t> –</a:t>
            </a:r>
            <a:r>
              <a:rPr lang="en-US"/>
              <a:t> U/I tokovi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&lt;f</a:t>
            </a:r>
            <a:r>
              <a:rPr lang="sr-Latn-BA" b="1">
                <a:latin typeface="Consolas" panose="020B0609020204030204" pitchFamily="49" charset="0"/>
              </a:rPr>
              <a:t>stream</a:t>
            </a:r>
            <a:r>
              <a:rPr lang="en-US" b="1">
                <a:latin typeface="Consolas" panose="020B0609020204030204" pitchFamily="49" charset="0"/>
              </a:rPr>
              <a:t>&gt;</a:t>
            </a:r>
            <a:r>
              <a:rPr lang="sr-Latn-BA"/>
              <a:t> –</a:t>
            </a:r>
            <a:r>
              <a:rPr lang="en-US"/>
              <a:t> tokovi za rad sa fajlovima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D99985BB-0EFF-40BB-879A-A538DC1A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8192" y="2694896"/>
            <a:ext cx="1079500" cy="2889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ios</a:t>
            </a:r>
            <a:endParaRPr lang="en-US" sz="1400" b="1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21884BD3-D751-4E8F-939B-C25CA3E82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029" y="3414033"/>
            <a:ext cx="1079500" cy="2889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istream</a:t>
            </a:r>
            <a:endParaRPr lang="en-US" sz="1400" b="1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68773D24-43DE-46B2-9C40-E46ED0E29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8917" y="3414033"/>
            <a:ext cx="1079500" cy="2889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ostream</a:t>
            </a:r>
            <a:endParaRPr lang="en-US" sz="1400" b="1"/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F7CC0C05-3962-4F8B-B242-089470379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8192" y="4133171"/>
            <a:ext cx="1079500" cy="2889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iostream</a:t>
            </a:r>
            <a:endParaRPr lang="en-US" sz="1400" b="1"/>
          </a:p>
        </p:txBody>
      </p:sp>
      <p:sp>
        <p:nvSpPr>
          <p:cNvPr id="8" name="Line 48">
            <a:extLst>
              <a:ext uri="{FF2B5EF4-FFF2-40B4-BE49-F238E27FC236}">
                <a16:creationId xmlns:a16="http://schemas.microsoft.com/office/drawing/2014/main" id="{59B445F3-E06B-4AE4-BFDF-EF786BBCA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52292" y="2982233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49">
            <a:extLst>
              <a:ext uri="{FF2B5EF4-FFF2-40B4-BE49-F238E27FC236}">
                <a16:creationId xmlns:a16="http://schemas.microsoft.com/office/drawing/2014/main" id="{425796DB-E72C-448F-BF39-A293C6B56D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215892" y="2982233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Line 50">
            <a:extLst>
              <a:ext uri="{FF2B5EF4-FFF2-40B4-BE49-F238E27FC236}">
                <a16:creationId xmlns:a16="http://schemas.microsoft.com/office/drawing/2014/main" id="{852F1613-E2D5-4C5A-A260-3A14DC4E5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2292" y="3702958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73B809EF-361F-4C1F-9037-295AF3108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15892" y="3702958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BEC93F3A-1E53-4E75-B436-28AFB4802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8329" y="4133171"/>
            <a:ext cx="1079500" cy="28892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ifstream</a:t>
            </a:r>
            <a:endParaRPr lang="en-US" sz="1400" b="1"/>
          </a:p>
        </p:txBody>
      </p:sp>
      <p:sp>
        <p:nvSpPr>
          <p:cNvPr id="13" name="Rectangle 53">
            <a:extLst>
              <a:ext uri="{FF2B5EF4-FFF2-40B4-BE49-F238E27FC236}">
                <a16:creationId xmlns:a16="http://schemas.microsoft.com/office/drawing/2014/main" id="{F0201046-2FC0-4E7A-885F-07132FAF5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8054" y="4133171"/>
            <a:ext cx="1079500" cy="28892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ofstream</a:t>
            </a:r>
            <a:endParaRPr lang="en-US" sz="1400" b="1"/>
          </a:p>
        </p:txBody>
      </p:sp>
      <p:sp>
        <p:nvSpPr>
          <p:cNvPr id="14" name="Line 54">
            <a:extLst>
              <a:ext uri="{FF2B5EF4-FFF2-40B4-BE49-F238E27FC236}">
                <a16:creationId xmlns:a16="http://schemas.microsoft.com/office/drawing/2014/main" id="{F487F490-66CA-4E75-ADFF-C01A018DD1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4592" y="3701371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55">
            <a:extLst>
              <a:ext uri="{FF2B5EF4-FFF2-40B4-BE49-F238E27FC236}">
                <a16:creationId xmlns:a16="http://schemas.microsoft.com/office/drawing/2014/main" id="{8016A87F-49EA-446D-9EB2-09E9FA87D6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936617" y="3701371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55">
            <a:extLst>
              <a:ext uri="{FF2B5EF4-FFF2-40B4-BE49-F238E27FC236}">
                <a16:creationId xmlns:a16="http://schemas.microsoft.com/office/drawing/2014/main" id="{6E8B8D7E-E1F0-4112-B80B-7505DD503F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26992" y="4425271"/>
            <a:ext cx="0" cy="500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A588E68C-6E0D-418E-BEB9-D0376548F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492" y="4853896"/>
            <a:ext cx="1079500" cy="28892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sr-Latn-CS" sz="1400" b="1"/>
              <a:t>fstream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8674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5239-8ECA-414C-B52C-4C3A79FE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U/I funkcije</a:t>
            </a:r>
            <a:r>
              <a:rPr lang="en-US"/>
              <a:t> i manipulatori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6AFEA-0D88-4684-B583-3049A9F2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43"/>
            <a:ext cx="10515600" cy="5093209"/>
          </a:xfrm>
        </p:spPr>
        <p:txBody>
          <a:bodyPr>
            <a:normAutofit/>
          </a:bodyPr>
          <a:lstStyle/>
          <a:p>
            <a:pPr algn="just"/>
            <a:r>
              <a:rPr lang="sr-Latn-BA" sz="2400"/>
              <a:t>Čitanje pojedinačnih bajtova/znakova:</a:t>
            </a:r>
            <a:endParaRPr lang="en-US" sz="2400" b="1">
              <a:latin typeface="Consolas" panose="020B0609020204030204" pitchFamily="49" charset="0"/>
            </a:endParaRPr>
          </a:p>
          <a:p>
            <a:pPr lvl="1" algn="just"/>
            <a:r>
              <a:rPr lang="sr-Latn-BA" sz="2000" b="1">
                <a:latin typeface="Consolas" panose="020B0609020204030204" pitchFamily="49" charset="0"/>
              </a:rPr>
              <a:t>ostream</a:t>
            </a:r>
            <a:r>
              <a:rPr lang="en-US" sz="2000" b="1">
                <a:latin typeface="Consolas" panose="020B0609020204030204" pitchFamily="49" charset="0"/>
              </a:rPr>
              <a:t>&amp; </a:t>
            </a:r>
            <a:r>
              <a:rPr lang="sr-Latn-BA" sz="2000" b="1">
                <a:latin typeface="Consolas" panose="020B0609020204030204" pitchFamily="49" charset="0"/>
              </a:rPr>
              <a:t>ostream::put(char)</a:t>
            </a:r>
            <a:endParaRPr lang="en-US" sz="2000" b="1">
              <a:latin typeface="Consolas" panose="020B0609020204030204" pitchFamily="49" charset="0"/>
            </a:endParaRPr>
          </a:p>
          <a:p>
            <a:pPr lvl="1" algn="just"/>
            <a:r>
              <a:rPr lang="en-US" sz="2000" b="1">
                <a:latin typeface="Consolas" panose="020B0609020204030204" pitchFamily="49" charset="0"/>
              </a:rPr>
              <a:t>int i</a:t>
            </a:r>
            <a:r>
              <a:rPr lang="sr-Latn-BA" sz="2000" b="1">
                <a:latin typeface="Consolas" panose="020B0609020204030204" pitchFamily="49" charset="0"/>
              </a:rPr>
              <a:t>stream::</a:t>
            </a:r>
            <a:r>
              <a:rPr lang="en-US" sz="2000" b="1">
                <a:latin typeface="Consolas" panose="020B0609020204030204" pitchFamily="49" charset="0"/>
              </a:rPr>
              <a:t>get</a:t>
            </a:r>
            <a:r>
              <a:rPr lang="sr-Latn-BA" sz="2000" b="1">
                <a:latin typeface="Consolas" panose="020B0609020204030204" pitchFamily="49" charset="0"/>
              </a:rPr>
              <a:t>()</a:t>
            </a:r>
            <a:endParaRPr lang="en-US" sz="2000" b="1">
              <a:latin typeface="Consolas" panose="020B0609020204030204" pitchFamily="49" charset="0"/>
            </a:endParaRPr>
          </a:p>
          <a:p>
            <a:pPr lvl="1" algn="just"/>
            <a:r>
              <a:rPr lang="en-US" sz="2000" b="1">
                <a:latin typeface="Consolas" panose="020B0609020204030204" pitchFamily="49" charset="0"/>
              </a:rPr>
              <a:t>i</a:t>
            </a:r>
            <a:r>
              <a:rPr lang="sr-Latn-BA" sz="2000" b="1">
                <a:latin typeface="Consolas" panose="020B0609020204030204" pitchFamily="49" charset="0"/>
              </a:rPr>
              <a:t>stream</a:t>
            </a:r>
            <a:r>
              <a:rPr lang="en-US" sz="2000" b="1">
                <a:latin typeface="Consolas" panose="020B0609020204030204" pitchFamily="49" charset="0"/>
              </a:rPr>
              <a:t>&amp; i</a:t>
            </a:r>
            <a:r>
              <a:rPr lang="sr-Latn-BA" sz="2000" b="1">
                <a:latin typeface="Consolas" panose="020B0609020204030204" pitchFamily="49" charset="0"/>
              </a:rPr>
              <a:t>stream::</a:t>
            </a:r>
            <a:r>
              <a:rPr lang="en-US" sz="2000" b="1">
                <a:latin typeface="Consolas" panose="020B0609020204030204" pitchFamily="49" charset="0"/>
              </a:rPr>
              <a:t>get</a:t>
            </a:r>
            <a:r>
              <a:rPr lang="sr-Latn-BA" sz="2000" b="1">
                <a:latin typeface="Consolas" panose="020B0609020204030204" pitchFamily="49" charset="0"/>
              </a:rPr>
              <a:t>(char</a:t>
            </a:r>
            <a:r>
              <a:rPr lang="en-US" sz="2000" b="1">
                <a:latin typeface="Consolas" panose="020B0609020204030204" pitchFamily="49" charset="0"/>
              </a:rPr>
              <a:t>&amp;</a:t>
            </a:r>
            <a:r>
              <a:rPr lang="sr-Latn-BA" sz="2000" b="1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sr-Latn-BA" sz="2400"/>
              <a:t>Preskakanje znakova:</a:t>
            </a:r>
            <a:endParaRPr lang="en-US" sz="2000" b="1">
              <a:latin typeface="Consolas" panose="020B0609020204030204" pitchFamily="49" charset="0"/>
            </a:endParaRPr>
          </a:p>
          <a:p>
            <a:pPr lvl="1" algn="just"/>
            <a:r>
              <a:rPr lang="en-US" sz="2000" b="1">
                <a:latin typeface="Consolas" panose="020B0609020204030204" pitchFamily="49" charset="0"/>
              </a:rPr>
              <a:t>istream&amp; istream::</a:t>
            </a:r>
            <a:r>
              <a:rPr lang="sr-Latn-BA" sz="2000" b="1">
                <a:latin typeface="Consolas" panose="020B0609020204030204" pitchFamily="49" charset="0"/>
              </a:rPr>
              <a:t>ignore(streamsi</a:t>
            </a:r>
            <a:r>
              <a:rPr lang="en-US" sz="2000" b="1">
                <a:latin typeface="Consolas" panose="020B0609020204030204" pitchFamily="49" charset="0"/>
              </a:rPr>
              <a:t>ze n=1, int delimiter=EOF)</a:t>
            </a:r>
            <a:endParaRPr lang="sr-Latn-BA" sz="2000" b="1">
              <a:latin typeface="Consolas" panose="020B0609020204030204" pitchFamily="49" charset="0"/>
            </a:endParaRPr>
          </a:p>
          <a:p>
            <a:pPr algn="just"/>
            <a:r>
              <a:rPr lang="sr-Latn-BA" sz="2400"/>
              <a:t>Čitanje stringova:</a:t>
            </a:r>
            <a:endParaRPr lang="en-US" sz="2400" b="1">
              <a:latin typeface="Consolas" panose="020B0609020204030204" pitchFamily="49" charset="0"/>
            </a:endParaRPr>
          </a:p>
          <a:p>
            <a:pPr lvl="1" algn="just"/>
            <a:r>
              <a:rPr lang="en-US" sz="2000" b="1">
                <a:latin typeface="Consolas" panose="020B0609020204030204" pitchFamily="49" charset="0"/>
              </a:rPr>
              <a:t>i</a:t>
            </a:r>
            <a:r>
              <a:rPr lang="sr-Latn-BA" sz="2000" b="1">
                <a:latin typeface="Consolas" panose="020B0609020204030204" pitchFamily="49" charset="0"/>
              </a:rPr>
              <a:t>stream</a:t>
            </a:r>
            <a:r>
              <a:rPr lang="en-US" sz="2000" b="1">
                <a:latin typeface="Consolas" panose="020B0609020204030204" pitchFamily="49" charset="0"/>
              </a:rPr>
              <a:t>&amp; getline(istream&amp;, string&amp;)</a:t>
            </a:r>
          </a:p>
          <a:p>
            <a:pPr lvl="1" algn="just"/>
            <a:r>
              <a:rPr lang="en-US" sz="2000" b="1">
                <a:latin typeface="Consolas" panose="020B0609020204030204" pitchFamily="49" charset="0"/>
              </a:rPr>
              <a:t>i</a:t>
            </a:r>
            <a:r>
              <a:rPr lang="sr-Latn-BA" sz="2000" b="1">
                <a:latin typeface="Consolas" panose="020B0609020204030204" pitchFamily="49" charset="0"/>
              </a:rPr>
              <a:t>stream</a:t>
            </a:r>
            <a:r>
              <a:rPr lang="en-US" sz="2000" b="1">
                <a:latin typeface="Consolas" panose="020B0609020204030204" pitchFamily="49" charset="0"/>
              </a:rPr>
              <a:t>&amp; getline(istream&amp;, string&amp;, char delimiter)</a:t>
            </a:r>
          </a:p>
          <a:p>
            <a:pPr algn="just"/>
            <a:r>
              <a:rPr lang="sr-Latn-BA" sz="2400"/>
              <a:t>Širenje ispisa: </a:t>
            </a:r>
            <a:r>
              <a:rPr lang="sr-Latn-BA" sz="2400" b="1">
                <a:latin typeface="Consolas" panose="020B0609020204030204" pitchFamily="49" charset="0"/>
              </a:rPr>
              <a:t>width()</a:t>
            </a:r>
            <a:r>
              <a:rPr lang="sr-Latn-BA" sz="2400" b="1"/>
              <a:t> </a:t>
            </a:r>
            <a:r>
              <a:rPr lang="sr-Latn-BA" sz="2400"/>
              <a:t>i </a:t>
            </a:r>
            <a:r>
              <a:rPr lang="sr-Latn-BA" sz="2400" b="1">
                <a:latin typeface="Consolas" panose="020B0609020204030204" pitchFamily="49" charset="0"/>
              </a:rPr>
              <a:t>setw(int)</a:t>
            </a:r>
          </a:p>
          <a:p>
            <a:pPr algn="just"/>
            <a:r>
              <a:rPr lang="sr-Latn-BA" sz="2400"/>
              <a:t>Poravnavanje ispisa: </a:t>
            </a:r>
            <a:r>
              <a:rPr lang="sr-Latn-BA" sz="2400" b="1">
                <a:latin typeface="Consolas" panose="020B0609020204030204" pitchFamily="49" charset="0"/>
              </a:rPr>
              <a:t>left</a:t>
            </a:r>
            <a:r>
              <a:rPr lang="en-US" sz="2400" b="1"/>
              <a:t>, </a:t>
            </a:r>
            <a:r>
              <a:rPr lang="en-US" sz="2400" b="1">
                <a:latin typeface="Consolas" panose="020B0609020204030204" pitchFamily="49" charset="0"/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366253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7A48E-61E2-10FC-445C-40F9A057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F6A3-E3EE-EB26-7D21-4931790D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–</a:t>
            </a:r>
            <a:r>
              <a:rPr lang="sr-Latn-BA"/>
              <a:t> čitanje stringova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B5698-7DF2-3373-3402-1837931ACAA8}"/>
              </a:ext>
            </a:extLst>
          </p:cNvPr>
          <p:cNvSpPr txBox="1"/>
          <p:nvPr/>
        </p:nvSpPr>
        <p:spPr>
          <a:xfrm>
            <a:off x="2711098" y="2166428"/>
            <a:ext cx="664316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Korisnik unosi: Marko Markovic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Ispisuje se: Marko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25EC5-1AF7-D705-5E9F-2B975B993714}"/>
              </a:ext>
            </a:extLst>
          </p:cNvPr>
          <p:cNvSpPr txBox="1"/>
          <p:nvPr/>
        </p:nvSpPr>
        <p:spPr>
          <a:xfrm>
            <a:off x="1951275" y="3933035"/>
            <a:ext cx="816281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Korisnik unosi: Marko Markovic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Ispisuje se: Marko Markovic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2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79A3-E1DC-4CEC-A2F0-4311D121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 sa fajlovima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AEE23-2D11-45B2-B1C9-CCFC4ADC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algn="just"/>
            <a:r>
              <a:rPr lang="en-US"/>
              <a:t>Otvaranje fajla – instanciranje </a:t>
            </a:r>
            <a:r>
              <a:rPr lang="en-US" b="1">
                <a:latin typeface="Consolas" panose="020B0609020204030204" pitchFamily="49" charset="0"/>
              </a:rPr>
              <a:t>ifstream</a:t>
            </a:r>
            <a:r>
              <a:rPr lang="en-US"/>
              <a:t>/</a:t>
            </a:r>
            <a:r>
              <a:rPr lang="en-US" b="1">
                <a:latin typeface="Consolas" panose="020B0609020204030204" pitchFamily="49" charset="0"/>
              </a:rPr>
              <a:t>ofstream</a:t>
            </a:r>
            <a:r>
              <a:rPr lang="en-US"/>
              <a:t>/</a:t>
            </a:r>
            <a:r>
              <a:rPr lang="en-US" b="1">
                <a:latin typeface="Consolas" panose="020B0609020204030204" pitchFamily="49" charset="0"/>
              </a:rPr>
              <a:t>fstream</a:t>
            </a:r>
            <a:r>
              <a:rPr lang="en-US"/>
              <a:t> ili poziv </a:t>
            </a:r>
            <a:r>
              <a:rPr lang="en-US" b="1">
                <a:latin typeface="Consolas" panose="020B0609020204030204" pitchFamily="49" charset="0"/>
              </a:rPr>
              <a:t>.open()</a:t>
            </a:r>
          </a:p>
          <a:p>
            <a:pPr algn="just"/>
            <a:r>
              <a:rPr lang="en-US"/>
              <a:t>Putanja do fajla </a:t>
            </a:r>
            <a:r>
              <a:rPr lang="sr-Latn-BA"/>
              <a:t>(string) </a:t>
            </a:r>
            <a:r>
              <a:rPr lang="en-US"/>
              <a:t>se proslje</a:t>
            </a:r>
            <a:r>
              <a:rPr lang="sr-Latn-BA"/>
              <a:t>đuje u konstruktor/</a:t>
            </a:r>
            <a:r>
              <a:rPr lang="en-US" b="1">
                <a:latin typeface="Consolas" panose="020B0609020204030204" pitchFamily="49" charset="0"/>
              </a:rPr>
              <a:t>open</a:t>
            </a:r>
            <a:endParaRPr lang="sr-Latn-BA"/>
          </a:p>
          <a:p>
            <a:pPr algn="just"/>
            <a:r>
              <a:rPr lang="sr-Latn-BA"/>
              <a:t>Kao drugi argument se može proslijediti mod otvaranja</a:t>
            </a:r>
          </a:p>
          <a:p>
            <a:pPr algn="just"/>
            <a:r>
              <a:rPr lang="en-US" sz="2600" b="1">
                <a:latin typeface="Consolas" panose="020B0609020204030204" pitchFamily="49" charset="0"/>
              </a:rPr>
              <a:t>ios::in</a:t>
            </a:r>
            <a:r>
              <a:rPr lang="en-US" sz="2600"/>
              <a:t> | </a:t>
            </a:r>
            <a:r>
              <a:rPr lang="en-US" sz="2600" b="1">
                <a:latin typeface="Consolas" panose="020B0609020204030204" pitchFamily="49" charset="0"/>
              </a:rPr>
              <a:t>ios::out</a:t>
            </a:r>
            <a:r>
              <a:rPr lang="en-US" sz="2600"/>
              <a:t> | </a:t>
            </a:r>
            <a:r>
              <a:rPr lang="sr-Latn-BA" sz="2600" b="1">
                <a:latin typeface="Consolas" panose="020B0609020204030204" pitchFamily="49" charset="0"/>
              </a:rPr>
              <a:t>ios::app</a:t>
            </a:r>
            <a:r>
              <a:rPr lang="en-US" sz="2600"/>
              <a:t> | </a:t>
            </a:r>
            <a:r>
              <a:rPr lang="en-US" sz="2600" b="1">
                <a:latin typeface="Consolas" panose="020B0609020204030204" pitchFamily="49" charset="0"/>
              </a:rPr>
              <a:t>ios::ate</a:t>
            </a:r>
            <a:r>
              <a:rPr lang="en-US" sz="2600"/>
              <a:t> | </a:t>
            </a:r>
            <a:r>
              <a:rPr lang="en-US" sz="2600" b="1">
                <a:latin typeface="Consolas" panose="020B0609020204030204" pitchFamily="49" charset="0"/>
              </a:rPr>
              <a:t>ios:trunc</a:t>
            </a:r>
            <a:r>
              <a:rPr lang="sr-Latn-BA" sz="2600" b="1">
                <a:latin typeface="Consolas" panose="020B0609020204030204" pitchFamily="49" charset="0"/>
              </a:rPr>
              <a:t> </a:t>
            </a:r>
            <a:r>
              <a:rPr lang="en-US" sz="2600" b="1">
                <a:latin typeface="Consolas" panose="020B0609020204030204" pitchFamily="49" charset="0"/>
              </a:rPr>
              <a:t>| ios::binary</a:t>
            </a:r>
          </a:p>
          <a:p>
            <a:pPr algn="just"/>
            <a:r>
              <a:rPr lang="en-US"/>
              <a:t>Implicitno kastovanje t</a:t>
            </a:r>
            <a:r>
              <a:rPr lang="sr-Latn-BA"/>
              <a:t>ok</a:t>
            </a:r>
            <a:r>
              <a:rPr lang="en-US"/>
              <a:t>a </a:t>
            </a:r>
            <a:r>
              <a:rPr lang="sr-Latn-BA"/>
              <a:t>za rad sa fajlovima u </a:t>
            </a:r>
            <a:r>
              <a:rPr lang="sr-Latn-BA" b="1">
                <a:latin typeface="Consolas" panose="020B0609020204030204" pitchFamily="49" charset="0"/>
              </a:rPr>
              <a:t>bool</a:t>
            </a:r>
            <a:r>
              <a:rPr lang="sr-Latn-BA"/>
              <a:t> –</a:t>
            </a:r>
            <a:r>
              <a:rPr lang="en-US"/>
              <a:t> validnost toka</a:t>
            </a:r>
            <a:endParaRPr lang="en-US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Nakon zavr</a:t>
            </a:r>
            <a:r>
              <a:rPr lang="sr-Latn-BA"/>
              <a:t>šetka rada sa fajlom poziva se </a:t>
            </a:r>
            <a:r>
              <a:rPr lang="sr-Latn-BA" b="1">
                <a:latin typeface="Consolas" panose="020B0609020204030204" pitchFamily="49" charset="0"/>
              </a:rPr>
              <a:t>.close</a:t>
            </a:r>
            <a:r>
              <a:rPr lang="en-US" b="1">
                <a:latin typeface="Consolas" panose="020B0609020204030204" pitchFamily="49" charset="0"/>
              </a:rPr>
              <a:t>()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U ovom kontekstu</a:t>
            </a:r>
            <a:r>
              <a:rPr lang="sr-Latn-BA"/>
              <a:t>:</a:t>
            </a:r>
            <a:r>
              <a:rPr lang="en-US"/>
              <a:t> </a:t>
            </a:r>
            <a:endParaRPr lang="sr-Latn-BA"/>
          </a:p>
          <a:p>
            <a:pPr marL="0" indent="0" algn="just">
              <a:buNone/>
            </a:pPr>
            <a:r>
              <a:rPr lang="sr-Latn-BA"/>
              <a:t>	</a:t>
            </a:r>
            <a:r>
              <a:rPr lang="en-US"/>
              <a:t>operator </a:t>
            </a:r>
            <a:r>
              <a:rPr lang="en-US" b="1">
                <a:latin typeface="Consolas" panose="020B0609020204030204" pitchFamily="49" charset="0"/>
              </a:rPr>
              <a:t>&gt;&gt;</a:t>
            </a:r>
            <a:r>
              <a:rPr lang="en-US"/>
              <a:t> se naziva operator ekstrakcije, </a:t>
            </a:r>
            <a:endParaRPr lang="sr-Latn-BA"/>
          </a:p>
          <a:p>
            <a:pPr marL="0" indent="0" algn="just">
              <a:buNone/>
            </a:pPr>
            <a:r>
              <a:rPr lang="sr-Latn-BA"/>
              <a:t>	</a:t>
            </a:r>
            <a:r>
              <a:rPr lang="en-US"/>
              <a:t>a operator </a:t>
            </a:r>
            <a:r>
              <a:rPr lang="en-US" b="1">
                <a:latin typeface="Consolas" panose="020B0609020204030204" pitchFamily="49" charset="0"/>
              </a:rPr>
              <a:t>&lt;&lt;</a:t>
            </a:r>
            <a:r>
              <a:rPr lang="en-US"/>
              <a:t> operator umetanja</a:t>
            </a:r>
          </a:p>
        </p:txBody>
      </p:sp>
    </p:spTree>
    <p:extLst>
      <p:ext uri="{BB962C8B-B14F-4D97-AF65-F5344CB8AC3E}">
        <p14:creationId xmlns:p14="http://schemas.microsoft.com/office/powerpoint/2010/main" val="331039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F4B1-9004-09A3-6B94-1B8C4770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7A4C-21AC-DF4B-29C5-F0BE94FD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–</a:t>
            </a:r>
            <a:r>
              <a:rPr lang="sr-Latn-BA"/>
              <a:t> </a:t>
            </a:r>
            <a:r>
              <a:rPr lang="en-US"/>
              <a:t>upisivanje u tekstualni fajl</a:t>
            </a:r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98ED9-C4CC-E04C-830C-DB57C443E777}"/>
              </a:ext>
            </a:extLst>
          </p:cNvPr>
          <p:cNvSpPr txBox="1"/>
          <p:nvPr/>
        </p:nvSpPr>
        <p:spPr>
          <a:xfrm>
            <a:off x="3470921" y="1956816"/>
            <a:ext cx="5250155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Sadržaj fajla: !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DCD1F-89EC-F693-C27C-D78AD282E77F}"/>
              </a:ext>
            </a:extLst>
          </p:cNvPr>
          <p:cNvSpPr txBox="1"/>
          <p:nvPr/>
        </p:nvSpPr>
        <p:spPr>
          <a:xfrm>
            <a:off x="3280966" y="4254269"/>
            <a:ext cx="563006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Sadržaj fajla: Hello world!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34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B30E-09D2-4CB8-829A-92CE6A30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 sa fajlovima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CD6D-C573-44FF-89DF-CB67F27F0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601787"/>
            <a:ext cx="11212286" cy="5190898"/>
          </a:xfrm>
        </p:spPr>
        <p:txBody>
          <a:bodyPr>
            <a:normAutofit/>
          </a:bodyPr>
          <a:lstStyle/>
          <a:p>
            <a:pPr algn="just"/>
            <a:r>
              <a:rPr lang="en-US"/>
              <a:t>Metode </a:t>
            </a:r>
            <a:r>
              <a:rPr lang="en-US" b="1">
                <a:latin typeface="Consolas" panose="020B0609020204030204" pitchFamily="49" charset="0"/>
              </a:rPr>
              <a:t>seekg</a:t>
            </a:r>
            <a:r>
              <a:rPr lang="en-US"/>
              <a:t> i </a:t>
            </a:r>
            <a:r>
              <a:rPr lang="en-US" b="1">
                <a:latin typeface="Consolas" panose="020B0609020204030204" pitchFamily="49" charset="0"/>
              </a:rPr>
              <a:t>seekp</a:t>
            </a:r>
            <a:r>
              <a:rPr lang="en-US"/>
              <a:t> za pozicioniranje unutar fajl</a:t>
            </a:r>
            <a:r>
              <a:rPr lang="sr-Latn-BA"/>
              <a:t>a</a:t>
            </a:r>
          </a:p>
          <a:p>
            <a:pPr algn="just"/>
            <a:r>
              <a:rPr lang="sr-Latn-BA"/>
              <a:t>Metode </a:t>
            </a:r>
            <a:r>
              <a:rPr lang="sr-Latn-BA" b="1">
                <a:latin typeface="Consolas" panose="020B0609020204030204" pitchFamily="49" charset="0"/>
              </a:rPr>
              <a:t>tellg</a:t>
            </a:r>
            <a:r>
              <a:rPr lang="sr-Latn-BA"/>
              <a:t> i </a:t>
            </a:r>
            <a:r>
              <a:rPr lang="sr-Latn-BA" b="1">
                <a:latin typeface="Consolas" panose="020B0609020204030204" pitchFamily="49" charset="0"/>
              </a:rPr>
              <a:t>tellp</a:t>
            </a:r>
            <a:r>
              <a:rPr lang="sr-Latn-BA"/>
              <a:t> za dobijanje trenutne pozicije unutar fajla</a:t>
            </a:r>
            <a:endParaRPr lang="en-US"/>
          </a:p>
          <a:p>
            <a:pPr algn="just"/>
            <a:r>
              <a:rPr lang="en-US"/>
              <a:t>Rad sa binarnim fajlovima</a:t>
            </a:r>
            <a:r>
              <a:rPr lang="sr-Latn-BA"/>
              <a:t> (</a:t>
            </a:r>
            <a:r>
              <a:rPr lang="en-US" b="1">
                <a:latin typeface="Consolas" panose="020B0609020204030204" pitchFamily="49" charset="0"/>
              </a:rPr>
              <a:t>ios::binary</a:t>
            </a:r>
            <a:r>
              <a:rPr lang="en-US"/>
              <a:t> mod</a:t>
            </a:r>
            <a:r>
              <a:rPr lang="sr-Latn-BA"/>
              <a:t>)</a:t>
            </a:r>
            <a:endParaRPr lang="en-US"/>
          </a:p>
          <a:p>
            <a:pPr lvl="1" algn="just"/>
            <a:r>
              <a:rPr lang="en-US" b="1">
                <a:latin typeface="Consolas" panose="020B0609020204030204" pitchFamily="49" charset="0"/>
              </a:rPr>
              <a:t>istream&amp; istream::read(char *s, streamsize n)</a:t>
            </a:r>
          </a:p>
          <a:p>
            <a:pPr lvl="1" algn="just"/>
            <a:r>
              <a:rPr lang="en-US" b="1">
                <a:latin typeface="Consolas" panose="020B0609020204030204" pitchFamily="49" charset="0"/>
              </a:rPr>
              <a:t>ostream&amp; ostream::write(char *s, streamsize n)</a:t>
            </a:r>
            <a:endParaRPr lang="sr-Latn-BA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631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6607-C73A-9249-34D5-385B8398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A549-CF94-CBF1-9E73-42B34204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–</a:t>
            </a:r>
            <a:r>
              <a:rPr lang="sr-Latn-BA"/>
              <a:t> </a:t>
            </a:r>
            <a:r>
              <a:rPr lang="en-US"/>
              <a:t>obrada BMP slike (bitmape)</a:t>
            </a:r>
            <a:endParaRPr lang="sr-Latn-B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1DAFF8-5F6F-8335-7C06-6B4CC36166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Ilustrova</a:t>
            </a:r>
            <a:r>
              <a:rPr lang="sr-Latn-BA"/>
              <a:t>ćemo obradu binarnih fajlova primjerom obrade BMP slike.</a:t>
            </a:r>
          </a:p>
          <a:p>
            <a:pPr algn="just"/>
            <a:r>
              <a:rPr lang="sr-Latn-BA"/>
              <a:t>Sadržaj BMP fajla opisan je specifikacijom BMP formata: </a:t>
            </a:r>
            <a:r>
              <a:rPr lang="sr-Latn-BA">
                <a:hlinkClick r:id="rId2"/>
              </a:rPr>
              <a:t>https://en.wikipedia.org/wiki/BMP_file_format</a:t>
            </a:r>
            <a:endParaRPr lang="sr-Latn-BA"/>
          </a:p>
          <a:p>
            <a:pPr algn="just"/>
            <a:r>
              <a:rPr lang="sr-Latn-BA"/>
              <a:t>Pokazaćemo kako se može dobiti sljedeća transformacija </a:t>
            </a:r>
            <a:r>
              <a:rPr lang="en-US"/>
              <a:t>(permutacija boja) </a:t>
            </a:r>
            <a:r>
              <a:rPr lang="sr-Latn-BA"/>
              <a:t>nad </a:t>
            </a:r>
            <a:r>
              <a:rPr lang="en-US"/>
              <a:t>BMP </a:t>
            </a:r>
            <a:r>
              <a:rPr lang="sr-Latn-BA"/>
              <a:t>slikom rezolucije 512x512 sa 3 kanala za boje (RGB):</a:t>
            </a:r>
          </a:p>
        </p:txBody>
      </p:sp>
      <p:pic>
        <p:nvPicPr>
          <p:cNvPr id="11" name="Picture 10" descr="A body of water with small waves&#10;&#10;Description automatically generated">
            <a:extLst>
              <a:ext uri="{FF2B5EF4-FFF2-40B4-BE49-F238E27FC236}">
                <a16:creationId xmlns:a16="http://schemas.microsoft.com/office/drawing/2014/main" id="{6EDD28F5-0AD4-A6D5-F288-6C4D97E39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430" y="4241800"/>
            <a:ext cx="2293940" cy="2293940"/>
          </a:xfrm>
          <a:prstGeom prst="rect">
            <a:avLst/>
          </a:prstGeom>
        </p:spPr>
      </p:pic>
      <p:pic>
        <p:nvPicPr>
          <p:cNvPr id="13" name="Picture 12" descr="A close-up of a body of water&#10;&#10;Description automatically generated">
            <a:extLst>
              <a:ext uri="{FF2B5EF4-FFF2-40B4-BE49-F238E27FC236}">
                <a16:creationId xmlns:a16="http://schemas.microsoft.com/office/drawing/2014/main" id="{AA47E4B8-1264-8DD6-E579-9DCA7D1E4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330" y="4228306"/>
            <a:ext cx="2293939" cy="229393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B849F9-D9C8-95BB-B435-0FCAEFBEA112}"/>
              </a:ext>
            </a:extLst>
          </p:cNvPr>
          <p:cNvCxnSpPr>
            <a:cxnSpLocks/>
          </p:cNvCxnSpPr>
          <p:nvPr/>
        </p:nvCxnSpPr>
        <p:spPr>
          <a:xfrm>
            <a:off x="5842000" y="5388770"/>
            <a:ext cx="5207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1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11A1-9D2A-A2F2-9A00-546760A7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B47927-CCA6-0544-5E59-33B4B01E6D34}"/>
              </a:ext>
            </a:extLst>
          </p:cNvPr>
          <p:cNvSpPr txBox="1"/>
          <p:nvPr/>
        </p:nvSpPr>
        <p:spPr>
          <a:xfrm>
            <a:off x="0" y="1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Primjer –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permutacija boja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sa .BMP digitalnom slikom (bitmapa - binarni fajl)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Zauzimamo memoriju za niz piksela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[]&gt;(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Otvaramo sliku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"water.bmp"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BMP slika (bitmapa) se sastoji od headera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(zaglavlja) sa metapodacima i nizom piksela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headerField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headerField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Prva dva bajta moraju biti 'B' 'M'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headerField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"BM"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domain_error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"Unsupported bitmap header field"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Preskačemo 8 bajtova od trenutne pozicije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seekg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Sljedeća 4 bajta predstavlja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ju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adresu bajta 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 fajlu na kojoj počinje niz piksela.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pixelArrayOffset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pixelArrayOffset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Radi se seek operacija s pomjerajem od 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pixelArrayOffset u odnosu na početak fajla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seekg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pixelArrayOffset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Učitavaju se vrijednosti piksela iz fajla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Pretpostavka je da su dimenzije slike 512x512, 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gdje je svaki piksel 3 bajta (RGB)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Modifikujemo piksele tako da: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*) nova crvena komponenta ima intenzitet kao prethodna zelena komponenta,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*) nova zelena kao prethodna plava i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*) nova plava kao prethodna crvena.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Otvara se isti fajl, ali ovaj put za ispis.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Koristimo std::ios::in da se ne bi izgubio 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postojeći sadržaj fajla. */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"water.bmp"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|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|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seekp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pixelArrayOffset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pixels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ofsb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8749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F32D-94D9-1242-1FA7-1C5C0A3E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E279-F7DD-F79D-76E5-F7721F6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Serijalizacija i deserijalizacija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5D0E-5A7F-E3AF-0DCF-BE72CE97A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601787"/>
            <a:ext cx="11212286" cy="5190898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Serijalizacija – objekat se pretvara u neku sekvencijalnu formu </a:t>
            </a:r>
          </a:p>
          <a:p>
            <a:pPr lvl="1" algn="just"/>
            <a:r>
              <a:rPr lang="sr-Latn-BA"/>
              <a:t>Niz bajtova, tekstualni fajl ili strukturisani tekstualni format – .csv, .xml, .json</a:t>
            </a:r>
          </a:p>
          <a:p>
            <a:pPr algn="just"/>
            <a:r>
              <a:rPr lang="sr-Latn-BA"/>
              <a:t>Deserijalizacija – objekat se rekonstruište na osnovu sekvencijalne forme</a:t>
            </a:r>
          </a:p>
          <a:p>
            <a:pPr algn="just"/>
            <a:r>
              <a:rPr lang="sr-Latn-BA"/>
              <a:t>Serijalizabilan objekat – objekat koji se može serijalizovati i deserijalizovati</a:t>
            </a:r>
          </a:p>
          <a:p>
            <a:pPr algn="just"/>
            <a:r>
              <a:rPr lang="sr-Latn-BA"/>
              <a:t>Tokovi – serijalizacija na tok (</a:t>
            </a:r>
            <a:r>
              <a:rPr lang="sr-Latn-BA" sz="2400" b="1">
                <a:latin typeface="Consolas" panose="020B0609020204030204" pitchFamily="49" charset="0"/>
              </a:rPr>
              <a:t>ofstream</a:t>
            </a:r>
            <a:r>
              <a:rPr lang="sr-Latn-BA"/>
              <a:t>) i deserijalizacija sa toka (</a:t>
            </a:r>
            <a:r>
              <a:rPr lang="sr-Latn-BA" sz="2400" b="1">
                <a:latin typeface="Consolas" panose="020B0609020204030204" pitchFamily="49" charset="0"/>
              </a:rPr>
              <a:t>ifstream</a:t>
            </a:r>
            <a:r>
              <a:rPr lang="sr-Latn-BA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5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6B2D1F9-2E75-6AAD-2B43-9CA0F7F192D9}"/>
              </a:ext>
            </a:extLst>
          </p:cNvPr>
          <p:cNvSpPr txBox="1"/>
          <p:nvPr/>
        </p:nvSpPr>
        <p:spPr>
          <a:xfrm>
            <a:off x="0" y="1"/>
            <a:ext cx="12192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&lt;fstream&gt;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Serijalizacija i deserijalizacija - primjer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r-Latn-BA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r-Latn-BA" b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endDelim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"1311/21"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"Ana"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marko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"1421/18"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"Marko"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"studenti.txt"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marko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"studenti.txt"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deserializePersonDataCsv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personData1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personData2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1311/21 Ana 22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1421/18 Marko 25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200"/>
              </a:spcBef>
              <a:spcAft>
                <a:spcPts val="200"/>
              </a:spcAft>
            </a:pP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191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933B-870E-45F6-A258-A35CD3E8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Rad sa fajlovima</a:t>
            </a:r>
            <a:r>
              <a:rPr lang="en-US"/>
              <a:t> – fajl sistem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B078-0D09-484A-B2B8-14D9B118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C++17: </a:t>
            </a:r>
            <a:r>
              <a:rPr lang="en-US" b="1">
                <a:latin typeface="Consolas" panose="020B0609020204030204" pitchFamily="49" charset="0"/>
              </a:rPr>
              <a:t>&lt;filesystem&gt;</a:t>
            </a:r>
            <a:r>
              <a:rPr lang="en-US"/>
              <a:t> biblioteka – </a:t>
            </a:r>
            <a:r>
              <a:rPr lang="en-US" b="1">
                <a:latin typeface="Consolas" panose="020B0609020204030204" pitchFamily="49" charset="0"/>
              </a:rPr>
              <a:t>std::filesystem</a:t>
            </a:r>
            <a:r>
              <a:rPr lang="en-US"/>
              <a:t> namespace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namespace fs = std::filesystem</a:t>
            </a:r>
            <a:r>
              <a:rPr lang="en-US" b="1"/>
              <a:t> </a:t>
            </a:r>
            <a:r>
              <a:rPr lang="en-US"/>
              <a:t>radi kra</a:t>
            </a:r>
            <a:r>
              <a:rPr lang="sr-Latn-BA"/>
              <a:t>ćeg koda</a:t>
            </a:r>
            <a:endParaRPr lang="en-US"/>
          </a:p>
          <a:p>
            <a:pPr algn="just"/>
            <a:r>
              <a:rPr lang="sr-Latn-BA" b="1">
                <a:latin typeface="Consolas" panose="020B0609020204030204" pitchFamily="49" charset="0"/>
              </a:rPr>
              <a:t>f</a:t>
            </a:r>
            <a:r>
              <a:rPr lang="en-US" b="1">
                <a:latin typeface="Consolas" panose="020B0609020204030204" pitchFamily="49" charset="0"/>
              </a:rPr>
              <a:t>s</a:t>
            </a:r>
            <a:r>
              <a:rPr lang="sr-Latn-BA" b="1">
                <a:latin typeface="Consolas" panose="020B0609020204030204" pitchFamily="49" charset="0"/>
              </a:rPr>
              <a:t>::path</a:t>
            </a:r>
            <a:r>
              <a:rPr lang="en-US"/>
              <a:t> – objekat koji predstavlja putanju na fajl sistemu</a:t>
            </a:r>
          </a:p>
          <a:p>
            <a:pPr algn="just"/>
            <a:r>
              <a:rPr lang="en-US"/>
              <a:t>Mogu se dodati elementi putanje sa separatorom za direktorijume (foldere) upotrebom operatora </a:t>
            </a:r>
            <a:r>
              <a:rPr lang="en-US" b="1">
                <a:latin typeface="Consolas" panose="020B0609020204030204" pitchFamily="49" charset="0"/>
              </a:rPr>
              <a:t>/</a:t>
            </a:r>
            <a:r>
              <a:rPr lang="en-US"/>
              <a:t> i </a:t>
            </a:r>
            <a:r>
              <a:rPr lang="en-US" b="1">
                <a:latin typeface="Consolas" panose="020B0609020204030204" pitchFamily="49" charset="0"/>
              </a:rPr>
              <a:t>/=</a:t>
            </a:r>
          </a:p>
          <a:p>
            <a:pPr algn="just"/>
            <a:r>
              <a:rPr lang="en-US"/>
              <a:t>Mo</a:t>
            </a:r>
            <a:r>
              <a:rPr lang="sr-Latn-BA"/>
              <a:t>že se konkatenirati sadržaj na putanju sa 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sr-Latn-BA"/>
              <a:t> i 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en-US" b="1">
                <a:latin typeface="Consolas" panose="020B0609020204030204" pitchFamily="49" charset="0"/>
              </a:rPr>
              <a:t>=</a:t>
            </a:r>
          </a:p>
          <a:p>
            <a:pPr algn="just"/>
            <a:r>
              <a:rPr lang="en-US"/>
              <a:t>Mo</a:t>
            </a:r>
            <a:r>
              <a:rPr lang="sr-Latn-BA"/>
              <a:t>že se izvršiti dekompozicija elemenata putanje u dijelove, kao što su korijenski direktorijum, naziv fajla, ekstenzija, itd.</a:t>
            </a:r>
          </a:p>
          <a:p>
            <a:endParaRPr lang="sr-Latn-BA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21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933B-870E-45F6-A258-A35CD3E8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Rad sa fajlovima</a:t>
            </a:r>
            <a:r>
              <a:rPr lang="en-US"/>
              <a:t> – fajl sistem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B078-0D09-484A-B2B8-14D9B118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174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>
                <a:latin typeface="Consolas" panose="020B0609020204030204" pitchFamily="49" charset="0"/>
              </a:rPr>
              <a:t>create_directory(path, err)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create_directories(path, err)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copy(from, to, err)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sr-Latn-BA" sz="2800" b="1" i="0" u="none" strike="noStrike" baseline="0">
                <a:latin typeface="Consolas" panose="020B0609020204030204" pitchFamily="49" charset="0"/>
              </a:rPr>
              <a:t>copy_file(</a:t>
            </a:r>
            <a:r>
              <a:rPr lang="en-US" sz="2800" b="1" i="0" u="none" strike="noStrike" baseline="0">
                <a:latin typeface="Consolas" panose="020B0609020204030204" pitchFamily="49" charset="0"/>
              </a:rPr>
              <a:t>from</a:t>
            </a:r>
            <a:r>
              <a:rPr lang="sr-Latn-BA" sz="2800" b="1" i="0" u="none" strike="noStrike" baseline="0">
                <a:latin typeface="Consolas" panose="020B0609020204030204" pitchFamily="49" charset="0"/>
              </a:rPr>
              <a:t>, </a:t>
            </a:r>
            <a:r>
              <a:rPr lang="en-US" sz="2800" b="1" i="0" u="none" strike="noStrike" baseline="0">
                <a:latin typeface="Consolas" panose="020B0609020204030204" pitchFamily="49" charset="0"/>
              </a:rPr>
              <a:t>to</a:t>
            </a:r>
            <a:r>
              <a:rPr lang="en-US" b="1">
                <a:latin typeface="Consolas" panose="020B0609020204030204" pitchFamily="49" charset="0"/>
              </a:rPr>
              <a:t>, err</a:t>
            </a:r>
            <a:r>
              <a:rPr lang="sr-Latn-BA" sz="2800" b="1" i="0" u="none" strike="noStrike" baseline="0">
                <a:latin typeface="Consolas" panose="020B0609020204030204" pitchFamily="49" charset="0"/>
              </a:rPr>
              <a:t>)</a:t>
            </a:r>
            <a:endParaRPr lang="en-US" sz="2800" b="1" i="0" u="none" strike="noStrike" baseline="0">
              <a:latin typeface="Consolas" panose="020B0609020204030204" pitchFamily="49" charset="0"/>
            </a:endParaRPr>
          </a:p>
          <a:p>
            <a:pPr algn="just"/>
            <a:r>
              <a:rPr lang="en-US" b="1">
                <a:latin typeface="Consolas" panose="020B0609020204030204" pitchFamily="49" charset="0"/>
              </a:rPr>
              <a:t>remove(path, err)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remove_all(path, err)</a:t>
            </a:r>
          </a:p>
          <a:p>
            <a:pPr algn="just"/>
            <a:r>
              <a:rPr lang="en-US" sz="2800" b="1" i="0" u="none" strike="noStrike" baseline="0">
                <a:latin typeface="Consolas" panose="020B0609020204030204" pitchFamily="49" charset="0"/>
              </a:rPr>
              <a:t>e</a:t>
            </a:r>
            <a:r>
              <a:rPr lang="sr-Latn-BA" sz="2800" b="1" i="0" u="none" strike="noStrike" baseline="0">
                <a:latin typeface="Consolas" panose="020B0609020204030204" pitchFamily="49" charset="0"/>
              </a:rPr>
              <a:t>xists(path, err)</a:t>
            </a:r>
            <a:endParaRPr lang="en-US" sz="2800" b="1" i="0" u="none" strike="noStrike" baseline="0">
              <a:latin typeface="Consolas" panose="020B0609020204030204" pitchFamily="49" charset="0"/>
            </a:endParaRPr>
          </a:p>
          <a:p>
            <a:pPr algn="just"/>
            <a:r>
              <a:rPr lang="sr-Latn-BA" sz="2800" b="1" i="0" u="none" strike="noStrike" baseline="0">
                <a:latin typeface="Consolas" panose="020B0609020204030204" pitchFamily="49" charset="0"/>
              </a:rPr>
              <a:t>is_directory(path, err)</a:t>
            </a:r>
            <a:endParaRPr lang="en-US" sz="2800" b="1" i="0" u="none" strike="noStrike" baseline="0">
              <a:latin typeface="Consolas" panose="020B0609020204030204" pitchFamily="49" charset="0"/>
            </a:endParaRPr>
          </a:p>
          <a:p>
            <a:pPr algn="just"/>
            <a:r>
              <a:rPr lang="sr-Latn-BA" b="1" i="0" u="none" strike="noStrike" baseline="0">
                <a:latin typeface="Consolas" panose="020B0609020204030204" pitchFamily="49" charset="0"/>
              </a:rPr>
              <a:t>directory_iterator</a:t>
            </a:r>
            <a:r>
              <a:rPr lang="sr-Latn-BA" b="1" i="0" u="none" strike="noStrike" baseline="0"/>
              <a:t> – </a:t>
            </a:r>
            <a:r>
              <a:rPr lang="sr-Latn-BA" i="0" u="none" strike="noStrike" baseline="0"/>
              <a:t>prolazak kroz sadržaj direktorijuma</a:t>
            </a:r>
            <a:endParaRPr lang="en-US" b="1" i="0" u="none" strike="noStrike" baseline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sr-Latn-BA" sz="2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entry : </a:t>
            </a:r>
            <a:r>
              <a:rPr lang="en-US" sz="2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directory_iterator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(dir))</a:t>
            </a:r>
          </a:p>
          <a:p>
            <a:pPr marL="0" indent="0" algn="just">
              <a:buNone/>
            </a:pP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r-Latn-BA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    </a:t>
            </a:r>
            <a:r>
              <a:rPr lang="en-US" sz="2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en-US" sz="26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just"/>
            <a:endParaRPr lang="en-US" sz="2800" b="1" i="0" u="none" strike="noStrike" baseline="0">
              <a:latin typeface="Consolas" panose="020B0609020204030204" pitchFamily="49" charset="0"/>
            </a:endParaRPr>
          </a:p>
          <a:p>
            <a:pPr algn="just"/>
            <a:endParaRPr lang="sr-Latn-BA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10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Standardna biblioteka </a:t>
            </a:r>
            <a:r>
              <a:rPr lang="sr-Latn-BA" b="1"/>
              <a:t>šablona</a:t>
            </a:r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2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E638-35A7-4A12-8060-BFC7FEA2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Standardna biblioteka </a:t>
            </a:r>
            <a:r>
              <a:rPr lang="sr-Latn-BA"/>
              <a:t>šablona (STL)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6AC3A-2325-4B46-8D2A-292DB92D4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0743" y="1825624"/>
                <a:ext cx="11190514" cy="503237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sr-Latn-BA"/>
                  <a:t>Kontejnerske klase i algoritmi</a:t>
                </a:r>
              </a:p>
              <a:p>
                <a:pPr algn="just"/>
                <a:r>
                  <a:rPr lang="sr-Latn-BA"/>
                  <a:t>Uređeni kontejneri – </a:t>
                </a:r>
                <a:r>
                  <a:rPr lang="sr-Latn-BA" b="1">
                    <a:latin typeface="Consolas" panose="020B0609020204030204" pitchFamily="49" charset="0"/>
                  </a:rPr>
                  <a:t>vector</a:t>
                </a:r>
                <a:r>
                  <a:rPr lang="sr-Latn-BA"/>
                  <a:t>, </a:t>
                </a:r>
                <a:r>
                  <a:rPr lang="sr-Latn-BA" b="1">
                    <a:latin typeface="Consolas" panose="020B0609020204030204" pitchFamily="49" charset="0"/>
                  </a:rPr>
                  <a:t>list</a:t>
                </a:r>
                <a:r>
                  <a:rPr lang="sr-Latn-BA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forward_list</a:t>
                </a:r>
                <a:r>
                  <a:rPr lang="en-US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deque</a:t>
                </a:r>
                <a:r>
                  <a:rPr lang="en-US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array</a:t>
                </a:r>
              </a:p>
              <a:p>
                <a:pPr algn="just"/>
                <a:r>
                  <a:rPr lang="en-US"/>
                  <a:t>Adapteri za sekvencijalne kontejnere – </a:t>
                </a:r>
                <a:r>
                  <a:rPr lang="en-US" b="1">
                    <a:latin typeface="Consolas" panose="020B0609020204030204" pitchFamily="49" charset="0"/>
                  </a:rPr>
                  <a:t>queue</a:t>
                </a:r>
                <a:r>
                  <a:rPr lang="en-US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priority_queue</a:t>
                </a:r>
                <a:r>
                  <a:rPr lang="en-US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stack</a:t>
                </a:r>
              </a:p>
              <a:p>
                <a:pPr algn="just"/>
                <a:r>
                  <a:rPr lang="en-US"/>
                  <a:t>Asocijativni kontejneri – </a:t>
                </a:r>
                <a:r>
                  <a:rPr lang="en-US" b="1">
                    <a:latin typeface="Consolas" panose="020B0609020204030204" pitchFamily="49" charset="0"/>
                  </a:rPr>
                  <a:t>set</a:t>
                </a:r>
                <a:r>
                  <a:rPr lang="en-US"/>
                  <a:t>, </a:t>
                </a:r>
                <a:r>
                  <a:rPr lang="en-US" b="1">
                    <a:latin typeface="Consolas" panose="020B0609020204030204" pitchFamily="49" charset="0"/>
                  </a:rPr>
                  <a:t>map</a:t>
                </a:r>
                <a:r>
                  <a:rPr lang="en-US"/>
                  <a:t> </a:t>
                </a:r>
                <a:r>
                  <a:rPr lang="sr-Latn-BA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sr-Latn-BA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r-Latn-BA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sr-Latn-BA"/>
                  <a:t> pretraga)</a:t>
                </a:r>
                <a:endParaRPr lang="en-US"/>
              </a:p>
              <a:p>
                <a:pPr algn="just"/>
                <a:r>
                  <a:rPr lang="en-US"/>
                  <a:t>Neure</a:t>
                </a:r>
                <a:r>
                  <a:rPr lang="sr-Latn-BA"/>
                  <a:t>đeni asocijativni kontejneri – </a:t>
                </a:r>
                <a:r>
                  <a:rPr lang="sr-Latn-BA" b="1">
                    <a:latin typeface="Consolas" panose="020B0609020204030204" pitchFamily="49" charset="0"/>
                  </a:rPr>
                  <a:t>unordered</a:t>
                </a:r>
                <a:r>
                  <a:rPr lang="en-US" b="1">
                    <a:latin typeface="Consolas" panose="020B0609020204030204" pitchFamily="49" charset="0"/>
                  </a:rPr>
                  <a:t>_*</a:t>
                </a:r>
                <a:r>
                  <a:rPr lang="sr-Latn-BA"/>
                  <a:t> varijante asocijativnih</a:t>
                </a:r>
                <a:endParaRPr lang="en-US"/>
              </a:p>
              <a:p>
                <a:pPr algn="just"/>
                <a:r>
                  <a:rPr lang="en-US"/>
                  <a:t>Razli</a:t>
                </a:r>
                <a:r>
                  <a:rPr lang="sr-Latn-BA"/>
                  <a:t>čiti kontejneri prilagođeni za različite namjene</a:t>
                </a:r>
                <a:endParaRPr lang="en-US"/>
              </a:p>
              <a:p>
                <a:pPr algn="just"/>
                <a:r>
                  <a:rPr lang="sr-Latn-BA">
                    <a:hlinkClick r:id="rId3"/>
                  </a:rPr>
                  <a:t>https://en.cppreference.com/w/cpp/container</a:t>
                </a:r>
                <a:endParaRPr lang="sr-Latn-BA"/>
              </a:p>
              <a:p>
                <a:pPr algn="just"/>
                <a:r>
                  <a:rPr lang="sr-Latn-BA">
                    <a:hlinkClick r:id="rId4"/>
                  </a:rPr>
                  <a:t>https://www.cplusplus.com/reference/stl/</a:t>
                </a:r>
                <a:endParaRPr lang="sr-Latn-BA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6AC3A-2325-4B46-8D2A-292DB92D4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743" y="1825624"/>
                <a:ext cx="11190514" cy="5032375"/>
              </a:xfrm>
              <a:blipFill>
                <a:blip r:embed="rId5"/>
                <a:stretch>
                  <a:fillRect l="-980" t="-1937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74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6A54-E329-4601-AF6F-022255C5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algoritmi – operacije nad skupovima</a:t>
            </a:r>
            <a:endParaRPr lang="sr-Latn-B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077A1-B669-4D52-9532-F11DB42E08C2}"/>
              </a:ext>
            </a:extLst>
          </p:cNvPr>
          <p:cNvSpPr txBox="1"/>
          <p:nvPr/>
        </p:nvSpPr>
        <p:spPr>
          <a:xfrm>
            <a:off x="2682240" y="2093976"/>
            <a:ext cx="6827520" cy="476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1">
            <a:no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setUnion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   // inserter - šablon funkcije za konstrukciju iteratora za umetanje elemenata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set_union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inserter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setUnion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setUnion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setUnion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B2833-F2D1-4668-AA28-098D6876B10D}"/>
              </a:ext>
            </a:extLst>
          </p:cNvPr>
          <p:cNvSpPr txBox="1"/>
          <p:nvPr/>
        </p:nvSpPr>
        <p:spPr>
          <a:xfrm>
            <a:off x="7947660" y="2072897"/>
            <a:ext cx="15621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2400" b="1"/>
              <a:t>1 2 3 4 5 6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5F240A-6EB5-0976-DD24-A1DB9374DB15}"/>
              </a:ext>
            </a:extLst>
          </p:cNvPr>
          <p:cNvSpPr txBox="1">
            <a:spLocks/>
          </p:cNvSpPr>
          <p:nvPr/>
        </p:nvSpPr>
        <p:spPr>
          <a:xfrm>
            <a:off x="0" y="1687513"/>
            <a:ext cx="12192000" cy="4064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setUnion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setIntersection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setDifference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setSymmetricDifference</a:t>
            </a:r>
            <a:endParaRPr lang="en-US" sz="2400">
              <a:solidFill>
                <a:srgbClr val="001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97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SOLID principi</a:t>
            </a:r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9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SOLID principi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/>
              <a:t>S: </a:t>
            </a:r>
            <a:r>
              <a:rPr lang="sr-Latn-BA" b="1" i="1"/>
              <a:t>Single-responsibility principle</a:t>
            </a:r>
            <a:r>
              <a:rPr lang="sr-Latn-BA"/>
              <a:t> –</a:t>
            </a:r>
            <a:r>
              <a:rPr lang="en-US"/>
              <a:t> </a:t>
            </a:r>
            <a:r>
              <a:rPr lang="sr-Latn-BA"/>
              <a:t>Ni u jednom trenutku ne treba da postoji više od jednog razloga za izmjenu klase</a:t>
            </a:r>
            <a:r>
              <a:rPr lang="en-US"/>
              <a:t> (metode) – s</a:t>
            </a:r>
            <a:r>
              <a:rPr lang="sr-Latn-BA"/>
              <a:t>vaka klasa</a:t>
            </a:r>
            <a:r>
              <a:rPr lang="en-US"/>
              <a:t> (metoda) </a:t>
            </a:r>
            <a:r>
              <a:rPr lang="sr-Latn-BA"/>
              <a:t>treba da ima </a:t>
            </a:r>
            <a:r>
              <a:rPr lang="en-US"/>
              <a:t>samo jednu</a:t>
            </a:r>
            <a:r>
              <a:rPr lang="sr-Latn-BA"/>
              <a:t> odgovornost</a:t>
            </a:r>
            <a:endParaRPr lang="en-US"/>
          </a:p>
          <a:p>
            <a:pPr algn="just"/>
            <a:r>
              <a:rPr lang="sr-Latn-BA"/>
              <a:t>O: </a:t>
            </a:r>
            <a:r>
              <a:rPr lang="sr-Latn-BA" b="1" i="1"/>
              <a:t>Open-closed principle</a:t>
            </a:r>
            <a:r>
              <a:rPr lang="sr-Latn-BA"/>
              <a:t> – </a:t>
            </a:r>
            <a:r>
              <a:rPr lang="en-US"/>
              <a:t>Klase i metode treba da budu zatvorene za modifikaciju, a otvorene za pro</a:t>
            </a:r>
            <a:r>
              <a:rPr lang="sr-Latn-BA"/>
              <a:t>širenje bez modifikacije njihovog koda</a:t>
            </a:r>
          </a:p>
          <a:p>
            <a:pPr algn="just"/>
            <a:r>
              <a:rPr lang="sr-Latn-BA" u="sng"/>
              <a:t>L: </a:t>
            </a:r>
            <a:r>
              <a:rPr lang="sr-Latn-BA" b="1" i="1" u="sng"/>
              <a:t>Liskov substition principle</a:t>
            </a:r>
            <a:r>
              <a:rPr lang="sr-Latn-BA" u="sng"/>
              <a:t> – </a:t>
            </a:r>
            <a:r>
              <a:rPr lang="en-US" u="sng"/>
              <a:t>Funkcije koje koriste pokaziva</a:t>
            </a:r>
            <a:r>
              <a:rPr lang="sr-Latn-BA" u="sng"/>
              <a:t>če ili reference na bazne klase treba da mogu da koriste objekte izvedenih klasa bez potrebe da eksplicitno znaju da to rade (ugovoreno ponašanje treba biti implementirano na očekivan i smislen način)</a:t>
            </a:r>
          </a:p>
          <a:p>
            <a:pPr algn="just"/>
            <a:r>
              <a:rPr lang="sr-Latn-BA"/>
              <a:t>I: </a:t>
            </a:r>
            <a:r>
              <a:rPr lang="en-US" b="1" i="1"/>
              <a:t>Interface segregation</a:t>
            </a:r>
            <a:r>
              <a:rPr lang="en-US"/>
              <a:t> </a:t>
            </a:r>
            <a:r>
              <a:rPr lang="sr-Latn-BA"/>
              <a:t>–</a:t>
            </a:r>
            <a:r>
              <a:rPr lang="en-US"/>
              <a:t> K</a:t>
            </a:r>
            <a:r>
              <a:rPr lang="sr-Latn-BA"/>
              <a:t>lasa ne treba da zavisi od neiskorištenih </a:t>
            </a:r>
            <a:r>
              <a:rPr lang="en-US"/>
              <a:t>metoda</a:t>
            </a:r>
            <a:r>
              <a:rPr lang="sr-Latn-BA"/>
              <a:t> nasljeđenih iz implementiranih interfejsa</a:t>
            </a:r>
            <a:r>
              <a:rPr lang="en-US"/>
              <a:t>; </a:t>
            </a:r>
            <a:r>
              <a:rPr lang="sr-Latn-BA"/>
              <a:t>prema </a:t>
            </a:r>
            <a:r>
              <a:rPr lang="sr-Latn-BA" b="1" i="1"/>
              <a:t>Single-responsibility principle</a:t>
            </a:r>
            <a:r>
              <a:rPr lang="en-US"/>
              <a:t> principu</a:t>
            </a:r>
            <a:r>
              <a:rPr lang="sr-Latn-BA"/>
              <a:t>, podijel</a:t>
            </a:r>
            <a:r>
              <a:rPr lang="en-US"/>
              <a:t>iti obimne interfejse </a:t>
            </a:r>
            <a:r>
              <a:rPr lang="sr-Latn-BA"/>
              <a:t>u manje specifičnije interfejse tako da korisnici tih interfejsa mogu da znaju samo za metode koje su im od interesa</a:t>
            </a:r>
            <a:endParaRPr lang="en-US"/>
          </a:p>
          <a:p>
            <a:pPr algn="just"/>
            <a:r>
              <a:rPr lang="en-US"/>
              <a:t>D: </a:t>
            </a:r>
            <a:r>
              <a:rPr lang="en-US" b="1" i="1"/>
              <a:t>Dependency inversion</a:t>
            </a:r>
            <a:r>
              <a:rPr lang="en-US"/>
              <a:t> – Klase treba da zavise isklju</a:t>
            </a:r>
            <a:r>
              <a:rPr lang="sr-Latn-BA"/>
              <a:t>čivo</a:t>
            </a:r>
            <a:r>
              <a:rPr lang="en-US"/>
              <a:t> od apstrakcija (interfejsa), a ne od konkretnih implementacija; istovremeno, konkretne implementacije treba da zavise od apstrakcije (interfejsa) koju implementiraj</a:t>
            </a:r>
            <a:r>
              <a:rPr lang="sr-Latn-BA"/>
              <a:t>u</a:t>
            </a:r>
          </a:p>
          <a:p>
            <a:pPr algn="just"/>
            <a:endParaRPr lang="sr-Latn-BA"/>
          </a:p>
          <a:p>
            <a:pPr algn="just"/>
            <a:endParaRPr lang="sr-Latn-BA"/>
          </a:p>
          <a:p>
            <a:pPr algn="just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9201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Liskovin princip supstitucije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503237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sr-Latn-BA" b="1" i="1"/>
              <a:t>Liskov substitution principle</a:t>
            </a:r>
            <a:r>
              <a:rPr lang="sr-Latn-BA" b="1"/>
              <a:t> </a:t>
            </a:r>
            <a:r>
              <a:rPr lang="sr-Latn-BA"/>
              <a:t>– </a:t>
            </a:r>
            <a:r>
              <a:rPr lang="en-US"/>
              <a:t>Funkcije koje koriste pokaziva</a:t>
            </a:r>
            <a:r>
              <a:rPr lang="sr-Latn-BA"/>
              <a:t>če ili reference na bazne klase bi trebalo da mogu da koriste objekte potklasa bez potrebe da eksplicitno znaju da to rade (ugovoreno ponašanje treba biti implementirano na očekivan i smislen način)</a:t>
            </a:r>
          </a:p>
          <a:p>
            <a:pPr algn="just"/>
            <a:r>
              <a:rPr lang="sr-Latn-BA"/>
              <a:t>Ime klase ne definiše</a:t>
            </a:r>
            <a:r>
              <a:rPr lang="en-US"/>
              <a:t> </a:t>
            </a:r>
            <a:r>
              <a:rPr lang="sr-Latn-BA"/>
              <a:t>klasu, već je programer definiše! Da bi se govorilo o tome šta ima smisla potrebno je uzeti u obzir isključivo definiciju klase, a ne samo ime klase kao pojam!</a:t>
            </a:r>
          </a:p>
          <a:p>
            <a:pPr algn="just"/>
            <a:r>
              <a:rPr lang="sr-Latn-BA"/>
              <a:t>Kod nasljeđivanja, nije baš precizno ni reći da je objekat podtipa istovremeno i objekat nadtipa</a:t>
            </a:r>
            <a:r>
              <a:rPr lang="en-US"/>
              <a:t>; </a:t>
            </a:r>
            <a:endParaRPr lang="sr-Latn-BA"/>
          </a:p>
          <a:p>
            <a:pPr algn="just"/>
            <a:r>
              <a:rPr lang="sr-Latn-BA"/>
              <a:t>Precizna definicija: nasljeđivanje znači da objekat izvedene klase može da zamijeni objekat natklase, prema sljedećoj definiciji zamjenjivosti</a:t>
            </a:r>
          </a:p>
          <a:p>
            <a:pPr algn="just"/>
            <a:r>
              <a:rPr lang="sr-Latn-BA"/>
              <a:t>Zamjenjivost (</a:t>
            </a:r>
            <a:r>
              <a:rPr lang="sr-Latn-BA" i="1"/>
              <a:t>substitutability) –</a:t>
            </a:r>
            <a:r>
              <a:rPr lang="en-US" i="1"/>
              <a:t> </a:t>
            </a:r>
            <a:r>
              <a:rPr lang="en-US"/>
              <a:t>izvedena klasa mo</a:t>
            </a:r>
            <a:r>
              <a:rPr lang="sr-Latn-BA"/>
              <a:t>že da doda nove javne metode, ali ne smije da ukloni ili onemogući postojeće</a:t>
            </a:r>
            <a:r>
              <a:rPr lang="en-US"/>
              <a:t>; za svaku naslije</a:t>
            </a:r>
            <a:r>
              <a:rPr lang="sr-Latn-BA"/>
              <a:t>đenu javnu metodu izvedena klasa može da:</a:t>
            </a:r>
          </a:p>
          <a:p>
            <a:pPr lvl="1" algn="just"/>
            <a:r>
              <a:rPr lang="sr-Latn-BA"/>
              <a:t>olabavi </a:t>
            </a:r>
            <a:r>
              <a:rPr lang="sr-Latn-BA" b="1"/>
              <a:t>preduslove</a:t>
            </a:r>
            <a:r>
              <a:rPr lang="sr-Latn-BA"/>
              <a:t> (ali ne i da ih postroži) i/ili da </a:t>
            </a:r>
          </a:p>
          <a:p>
            <a:pPr lvl="1" algn="just"/>
            <a:r>
              <a:rPr lang="sr-Latn-BA"/>
              <a:t>postroži </a:t>
            </a:r>
            <a:r>
              <a:rPr lang="sr-Latn-BA" b="1"/>
              <a:t>postuslove</a:t>
            </a:r>
            <a:r>
              <a:rPr lang="sr-Latn-BA"/>
              <a:t> (ali ne i da ih olabavi)</a:t>
            </a:r>
            <a:r>
              <a:rPr lang="en-US"/>
              <a:t>; </a:t>
            </a:r>
          </a:p>
          <a:p>
            <a:pPr algn="just"/>
            <a:r>
              <a:rPr lang="en-US"/>
              <a:t>Ako </a:t>
            </a:r>
            <a:r>
              <a:rPr lang="sr-Latn-BA"/>
              <a:t>važi svojstvo zamjenjivosti, postignuto je </a:t>
            </a:r>
            <a:r>
              <a:rPr lang="sr-Latn-BA" b="1"/>
              <a:t>pravilno nasljeđivanje</a:t>
            </a:r>
            <a:endParaRPr lang="en-US" b="1"/>
          </a:p>
          <a:p>
            <a:pPr algn="just"/>
            <a:r>
              <a:rPr lang="sr-Latn-BA"/>
              <a:t>Ako u hijerarhiji izvođenja ne važi zamjenjivost, onda izvedene klase prave odstupanja (izuzetke) od propisanog (ugovorenog) ponašanja natklase – </a:t>
            </a:r>
            <a:r>
              <a:rPr lang="sr-Latn-BA" b="1"/>
              <a:t>nepravilno nasljeđivanje</a:t>
            </a:r>
          </a:p>
          <a:p>
            <a:pPr algn="just"/>
            <a:r>
              <a:rPr lang="sr-Latn-BA"/>
              <a:t>Kod nepravilnog nasljeđivanja se, pri pogrešnoj upotrebi, uobičajeno baca izuzetak.</a:t>
            </a:r>
          </a:p>
          <a:p>
            <a:pPr algn="just"/>
            <a:endParaRPr lang="sr-Latn-BA"/>
          </a:p>
          <a:p>
            <a:pPr algn="just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755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2917</Words>
  <Application>Microsoft Office PowerPoint</Application>
  <PresentationFormat>Widescreen</PresentationFormat>
  <Paragraphs>327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Office Theme</vt:lpstr>
      <vt:lpstr>Programski jezici 1</vt:lpstr>
      <vt:lpstr>Datum i vrijeme</vt:lpstr>
      <vt:lpstr>Datum i vrijeme – sadašnji trenutak</vt:lpstr>
      <vt:lpstr>Datum i vrijeme – operacije nad intervalima</vt:lpstr>
      <vt:lpstr>Programski jezici 1</vt:lpstr>
      <vt:lpstr>Tokovi</vt:lpstr>
      <vt:lpstr>U/I funkcije i manipulatori</vt:lpstr>
      <vt:lpstr>Primjer – čitanje stringova</vt:lpstr>
      <vt:lpstr>Rad sa fajlovima</vt:lpstr>
      <vt:lpstr>Primjer – upisivanje u tekstualni fajl</vt:lpstr>
      <vt:lpstr>Rad sa fajlovima</vt:lpstr>
      <vt:lpstr>Primjer – obrada BMP slike (bitmape)</vt:lpstr>
      <vt:lpstr>PowerPoint Presentation</vt:lpstr>
      <vt:lpstr>Serijalizacija i deserijalizacija</vt:lpstr>
      <vt:lpstr>PowerPoint Presentation</vt:lpstr>
      <vt:lpstr>Rad sa fajlovima – fajl sistem</vt:lpstr>
      <vt:lpstr>Rad sa fajlovima – fajl sistem</vt:lpstr>
      <vt:lpstr>Programski jezici 1</vt:lpstr>
      <vt:lpstr>Standardna biblioteka šablona (STL)</vt:lpstr>
      <vt:lpstr>STL algoritmi – operacije nad skupovima</vt:lpstr>
      <vt:lpstr>Programski jezici 1</vt:lpstr>
      <vt:lpstr>SOLID principi</vt:lpstr>
      <vt:lpstr>Liskovin princip supstitucije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3</cp:revision>
  <dcterms:created xsi:type="dcterms:W3CDTF">2021-09-29T13:55:43Z</dcterms:created>
  <dcterms:modified xsi:type="dcterms:W3CDTF">2024-12-26T22:42:22Z</dcterms:modified>
</cp:coreProperties>
</file>