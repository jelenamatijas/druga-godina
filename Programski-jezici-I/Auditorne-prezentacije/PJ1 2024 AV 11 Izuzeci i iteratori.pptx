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34" r:id="rId2"/>
    <p:sldId id="335" r:id="rId3"/>
    <p:sldId id="419" r:id="rId4"/>
    <p:sldId id="421" r:id="rId5"/>
    <p:sldId id="422" r:id="rId6"/>
    <p:sldId id="423" r:id="rId7"/>
    <p:sldId id="393" r:id="rId8"/>
    <p:sldId id="394" r:id="rId9"/>
    <p:sldId id="343" r:id="rId10"/>
    <p:sldId id="340" r:id="rId11"/>
    <p:sldId id="342" r:id="rId12"/>
    <p:sldId id="390" r:id="rId13"/>
    <p:sldId id="374" r:id="rId14"/>
    <p:sldId id="391" r:id="rId15"/>
    <p:sldId id="375" r:id="rId16"/>
    <p:sldId id="379" r:id="rId17"/>
    <p:sldId id="392" r:id="rId18"/>
    <p:sldId id="395" r:id="rId19"/>
    <p:sldId id="398" r:id="rId20"/>
    <p:sldId id="396" r:id="rId21"/>
    <p:sldId id="401" r:id="rId22"/>
    <p:sldId id="403" r:id="rId23"/>
    <p:sldId id="406" r:id="rId24"/>
    <p:sldId id="407" r:id="rId25"/>
    <p:sldId id="402" r:id="rId26"/>
    <p:sldId id="416" r:id="rId27"/>
    <p:sldId id="417" r:id="rId28"/>
    <p:sldId id="418" r:id="rId29"/>
    <p:sldId id="415" r:id="rId30"/>
    <p:sldId id="412" r:id="rId31"/>
    <p:sldId id="413" r:id="rId32"/>
    <p:sldId id="408" r:id="rId33"/>
    <p:sldId id="41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zuzeci i obrada izuzetaka" id="{D57E6939-19FC-4C9D-9D79-1DF6DFA69FA8}">
          <p14:sldIdLst>
            <p14:sldId id="334"/>
            <p14:sldId id="335"/>
            <p14:sldId id="419"/>
            <p14:sldId id="421"/>
            <p14:sldId id="422"/>
            <p14:sldId id="423"/>
            <p14:sldId id="393"/>
            <p14:sldId id="394"/>
            <p14:sldId id="343"/>
            <p14:sldId id="340"/>
            <p14:sldId id="342"/>
          </p14:sldIdLst>
        </p14:section>
        <p14:section name="Iteratori" id="{3848983C-BE5B-4DB3-9331-CE3ED677172A}">
          <p14:sldIdLst>
            <p14:sldId id="390"/>
            <p14:sldId id="374"/>
            <p14:sldId id="391"/>
            <p14:sldId id="375"/>
            <p14:sldId id="379"/>
            <p14:sldId id="392"/>
            <p14:sldId id="395"/>
            <p14:sldId id="398"/>
            <p14:sldId id="396"/>
            <p14:sldId id="401"/>
            <p14:sldId id="403"/>
            <p14:sldId id="406"/>
            <p14:sldId id="407"/>
            <p14:sldId id="402"/>
            <p14:sldId id="416"/>
            <p14:sldId id="417"/>
            <p14:sldId id="418"/>
            <p14:sldId id="415"/>
            <p14:sldId id="412"/>
            <p14:sldId id="413"/>
            <p14:sldId id="408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079B6-B1E8-4AA6-8CBD-CBA4073EFAC4}" v="99" dt="2024-12-25T09:16:55.842"/>
    <p1510:client id="{D5E8266A-AB8C-4E5E-866F-681C013968C3}" v="1152" dt="2024-12-24T16:09:09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083079B6-B1E8-4AA6-8CBD-CBA4073EFAC4}"/>
    <pc:docChg chg="undo custSel addSld delSld modSld addSection delSection modSection">
      <pc:chgData name="Stefan Novaković" userId="48d5634ac72bd80c" providerId="LiveId" clId="{083079B6-B1E8-4AA6-8CBD-CBA4073EFAC4}" dt="2024-12-25T09:16:55.842" v="572" actId="20577"/>
      <pc:docMkLst>
        <pc:docMk/>
      </pc:docMkLst>
      <pc:sldChg chg="modSp mod addAnim delAnim modAnim">
        <pc:chgData name="Stefan Novaković" userId="48d5634ac72bd80c" providerId="LiveId" clId="{083079B6-B1E8-4AA6-8CBD-CBA4073EFAC4}" dt="2024-12-24T10:47:24.375" v="32" actId="21"/>
        <pc:sldMkLst>
          <pc:docMk/>
          <pc:sldMk cId="3146803933" sldId="335"/>
        </pc:sldMkLst>
        <pc:spChg chg="mod">
          <ac:chgData name="Stefan Novaković" userId="48d5634ac72bd80c" providerId="LiveId" clId="{083079B6-B1E8-4AA6-8CBD-CBA4073EFAC4}" dt="2024-12-24T10:47:24.375" v="32" actId="21"/>
          <ac:spMkLst>
            <pc:docMk/>
            <pc:sldMk cId="3146803933" sldId="335"/>
            <ac:spMk id="3" creationId="{1BD2E354-6F65-4757-8425-5C7EA05856A9}"/>
          </ac:spMkLst>
        </pc:spChg>
      </pc:sldChg>
      <pc:sldChg chg="modSp mod">
        <pc:chgData name="Stefan Novaković" userId="48d5634ac72bd80c" providerId="LiveId" clId="{083079B6-B1E8-4AA6-8CBD-CBA4073EFAC4}" dt="2024-12-24T10:49:07.897" v="47" actId="20577"/>
        <pc:sldMkLst>
          <pc:docMk/>
          <pc:sldMk cId="3279334640" sldId="341"/>
        </pc:sldMkLst>
        <pc:spChg chg="mod">
          <ac:chgData name="Stefan Novaković" userId="48d5634ac72bd80c" providerId="LiveId" clId="{083079B6-B1E8-4AA6-8CBD-CBA4073EFAC4}" dt="2024-12-24T10:49:07.897" v="47" actId="20577"/>
          <ac:spMkLst>
            <pc:docMk/>
            <pc:sldMk cId="3279334640" sldId="341"/>
            <ac:spMk id="2" creationId="{0D899ADE-6AE9-4B53-9F36-53D51F94E3F3}"/>
          </ac:spMkLst>
        </pc:spChg>
      </pc:sldChg>
      <pc:sldChg chg="del">
        <pc:chgData name="Stefan Novaković" userId="48d5634ac72bd80c" providerId="LiveId" clId="{083079B6-B1E8-4AA6-8CBD-CBA4073EFAC4}" dt="2024-12-24T10:51:37.312" v="48" actId="47"/>
        <pc:sldMkLst>
          <pc:docMk/>
          <pc:sldMk cId="3886931444" sldId="347"/>
        </pc:sldMkLst>
      </pc:sldChg>
      <pc:sldChg chg="add del">
        <pc:chgData name="Stefan Novaković" userId="48d5634ac72bd80c" providerId="LiveId" clId="{083079B6-B1E8-4AA6-8CBD-CBA4073EFAC4}" dt="2024-12-24T10:25:49.643" v="4" actId="47"/>
        <pc:sldMkLst>
          <pc:docMk/>
          <pc:sldMk cId="2190545973" sldId="355"/>
        </pc:sldMkLst>
      </pc:sldChg>
      <pc:sldChg chg="add del">
        <pc:chgData name="Stefan Novaković" userId="48d5634ac72bd80c" providerId="LiveId" clId="{083079B6-B1E8-4AA6-8CBD-CBA4073EFAC4}" dt="2024-12-24T10:25:49.643" v="4" actId="47"/>
        <pc:sldMkLst>
          <pc:docMk/>
          <pc:sldMk cId="3209895624" sldId="356"/>
        </pc:sldMkLst>
      </pc:sldChg>
      <pc:sldChg chg="add del">
        <pc:chgData name="Stefan Novaković" userId="48d5634ac72bd80c" providerId="LiveId" clId="{083079B6-B1E8-4AA6-8CBD-CBA4073EFAC4}" dt="2024-12-24T10:44:54.957" v="9"/>
        <pc:sldMkLst>
          <pc:docMk/>
          <pc:sldMk cId="700856715" sldId="374"/>
        </pc:sldMkLst>
      </pc:sldChg>
      <pc:sldChg chg="add del">
        <pc:chgData name="Stefan Novaković" userId="48d5634ac72bd80c" providerId="LiveId" clId="{083079B6-B1E8-4AA6-8CBD-CBA4073EFAC4}" dt="2024-12-24T10:44:54.957" v="9"/>
        <pc:sldMkLst>
          <pc:docMk/>
          <pc:sldMk cId="1098353799" sldId="375"/>
        </pc:sldMkLst>
      </pc:sldChg>
      <pc:sldChg chg="add del">
        <pc:chgData name="Stefan Novaković" userId="48d5634ac72bd80c" providerId="LiveId" clId="{083079B6-B1E8-4AA6-8CBD-CBA4073EFAC4}" dt="2024-12-24T10:44:54.957" v="9"/>
        <pc:sldMkLst>
          <pc:docMk/>
          <pc:sldMk cId="1642771442" sldId="379"/>
        </pc:sldMkLst>
      </pc:sldChg>
      <pc:sldChg chg="add del">
        <pc:chgData name="Stefan Novaković" userId="48d5634ac72bd80c" providerId="LiveId" clId="{083079B6-B1E8-4AA6-8CBD-CBA4073EFAC4}" dt="2024-12-24T10:25:49.643" v="4" actId="47"/>
        <pc:sldMkLst>
          <pc:docMk/>
          <pc:sldMk cId="1029895117" sldId="382"/>
        </pc:sldMkLst>
      </pc:sldChg>
      <pc:sldChg chg="add del">
        <pc:chgData name="Stefan Novaković" userId="48d5634ac72bd80c" providerId="LiveId" clId="{083079B6-B1E8-4AA6-8CBD-CBA4073EFAC4}" dt="2024-12-24T10:25:49.643" v="4" actId="47"/>
        <pc:sldMkLst>
          <pc:docMk/>
          <pc:sldMk cId="4069443811" sldId="383"/>
        </pc:sldMkLst>
      </pc:sldChg>
      <pc:sldChg chg="add del">
        <pc:chgData name="Stefan Novaković" userId="48d5634ac72bd80c" providerId="LiveId" clId="{083079B6-B1E8-4AA6-8CBD-CBA4073EFAC4}" dt="2024-12-24T10:25:49.643" v="4" actId="47"/>
        <pc:sldMkLst>
          <pc:docMk/>
          <pc:sldMk cId="4098551958" sldId="384"/>
        </pc:sldMkLst>
      </pc:sldChg>
      <pc:sldChg chg="add del">
        <pc:chgData name="Stefan Novaković" userId="48d5634ac72bd80c" providerId="LiveId" clId="{083079B6-B1E8-4AA6-8CBD-CBA4073EFAC4}" dt="2024-12-24T10:44:54.957" v="9"/>
        <pc:sldMkLst>
          <pc:docMk/>
          <pc:sldMk cId="3779376396" sldId="390"/>
        </pc:sldMkLst>
      </pc:sldChg>
      <pc:sldChg chg="modSp add del mod">
        <pc:chgData name="Stefan Novaković" userId="48d5634ac72bd80c" providerId="LiveId" clId="{083079B6-B1E8-4AA6-8CBD-CBA4073EFAC4}" dt="2024-12-25T09:12:33.648" v="494" actId="2711"/>
        <pc:sldMkLst>
          <pc:docMk/>
          <pc:sldMk cId="640152897" sldId="391"/>
        </pc:sldMkLst>
        <pc:spChg chg="mod">
          <ac:chgData name="Stefan Novaković" userId="48d5634ac72bd80c" providerId="LiveId" clId="{083079B6-B1E8-4AA6-8CBD-CBA4073EFAC4}" dt="2024-12-25T09:12:33.648" v="494" actId="2711"/>
          <ac:spMkLst>
            <pc:docMk/>
            <pc:sldMk cId="640152897" sldId="391"/>
            <ac:spMk id="3" creationId="{53DAF0C2-C3B4-36F2-9C9C-2C052BCA858D}"/>
          </ac:spMkLst>
        </pc:spChg>
      </pc:sldChg>
      <pc:sldChg chg="add del">
        <pc:chgData name="Stefan Novaković" userId="48d5634ac72bd80c" providerId="LiveId" clId="{083079B6-B1E8-4AA6-8CBD-CBA4073EFAC4}" dt="2024-12-24T10:44:54.957" v="9"/>
        <pc:sldMkLst>
          <pc:docMk/>
          <pc:sldMk cId="2261329243" sldId="392"/>
        </pc:sldMkLst>
      </pc:sldChg>
      <pc:sldChg chg="addSp delSp modSp new mod">
        <pc:chgData name="Stefan Novaković" userId="48d5634ac72bd80c" providerId="LiveId" clId="{083079B6-B1E8-4AA6-8CBD-CBA4073EFAC4}" dt="2024-12-24T11:01:52.984" v="313" actId="1076"/>
        <pc:sldMkLst>
          <pc:docMk/>
          <pc:sldMk cId="2681643009" sldId="393"/>
        </pc:sldMkLst>
        <pc:spChg chg="mod">
          <ac:chgData name="Stefan Novaković" userId="48d5634ac72bd80c" providerId="LiveId" clId="{083079B6-B1E8-4AA6-8CBD-CBA4073EFAC4}" dt="2024-12-24T10:55:26.846" v="132" actId="20577"/>
          <ac:spMkLst>
            <pc:docMk/>
            <pc:sldMk cId="2681643009" sldId="393"/>
            <ac:spMk id="2" creationId="{18CEFF1A-8D2C-96FD-544C-F7604E8EC1C9}"/>
          </ac:spMkLst>
        </pc:spChg>
        <pc:spChg chg="del mod">
          <ac:chgData name="Stefan Novaković" userId="48d5634ac72bd80c" providerId="LiveId" clId="{083079B6-B1E8-4AA6-8CBD-CBA4073EFAC4}" dt="2024-12-24T10:56:08.644" v="147" actId="478"/>
          <ac:spMkLst>
            <pc:docMk/>
            <pc:sldMk cId="2681643009" sldId="393"/>
            <ac:spMk id="3" creationId="{008E3CB0-1C82-6860-E6BB-55A1A11B4A1E}"/>
          </ac:spMkLst>
        </pc:spChg>
        <pc:spChg chg="add mod">
          <ac:chgData name="Stefan Novaković" userId="48d5634ac72bd80c" providerId="LiveId" clId="{083079B6-B1E8-4AA6-8CBD-CBA4073EFAC4}" dt="2024-12-24T10:59:43.506" v="243" actId="1076"/>
          <ac:spMkLst>
            <pc:docMk/>
            <pc:sldMk cId="2681643009" sldId="393"/>
            <ac:spMk id="4" creationId="{1DDE5114-16DC-6D29-C8E6-BE4C934ECD20}"/>
          </ac:spMkLst>
        </pc:spChg>
        <pc:spChg chg="add mod">
          <ac:chgData name="Stefan Novaković" userId="48d5634ac72bd80c" providerId="LiveId" clId="{083079B6-B1E8-4AA6-8CBD-CBA4073EFAC4}" dt="2024-12-24T11:01:52.984" v="313" actId="1076"/>
          <ac:spMkLst>
            <pc:docMk/>
            <pc:sldMk cId="2681643009" sldId="393"/>
            <ac:spMk id="5" creationId="{3C8F5BE8-0086-E63F-31D4-FF9D6E2F8068}"/>
          </ac:spMkLst>
        </pc:spChg>
      </pc:sldChg>
      <pc:sldChg chg="modSp add mod">
        <pc:chgData name="Stefan Novaković" userId="48d5634ac72bd80c" providerId="LiveId" clId="{083079B6-B1E8-4AA6-8CBD-CBA4073EFAC4}" dt="2024-12-24T11:03:36.096" v="332" actId="1076"/>
        <pc:sldMkLst>
          <pc:docMk/>
          <pc:sldMk cId="3719326212" sldId="394"/>
        </pc:sldMkLst>
        <pc:spChg chg="mod">
          <ac:chgData name="Stefan Novaković" userId="48d5634ac72bd80c" providerId="LiveId" clId="{083079B6-B1E8-4AA6-8CBD-CBA4073EFAC4}" dt="2024-12-24T11:00:23.314" v="254" actId="20577"/>
          <ac:spMkLst>
            <pc:docMk/>
            <pc:sldMk cId="3719326212" sldId="394"/>
            <ac:spMk id="2" creationId="{F278D2DD-4172-ADC3-BCE2-5AD270248FD6}"/>
          </ac:spMkLst>
        </pc:spChg>
        <pc:spChg chg="mod">
          <ac:chgData name="Stefan Novaković" userId="48d5634ac72bd80c" providerId="LiveId" clId="{083079B6-B1E8-4AA6-8CBD-CBA4073EFAC4}" dt="2024-12-24T11:03:25.322" v="330" actId="20577"/>
          <ac:spMkLst>
            <pc:docMk/>
            <pc:sldMk cId="3719326212" sldId="394"/>
            <ac:spMk id="4" creationId="{381E48A3-133E-8F6A-0B2A-B6983ED842D2}"/>
          </ac:spMkLst>
        </pc:spChg>
        <pc:spChg chg="mod">
          <ac:chgData name="Stefan Novaković" userId="48d5634ac72bd80c" providerId="LiveId" clId="{083079B6-B1E8-4AA6-8CBD-CBA4073EFAC4}" dt="2024-12-24T11:03:36.096" v="332" actId="1076"/>
          <ac:spMkLst>
            <pc:docMk/>
            <pc:sldMk cId="3719326212" sldId="394"/>
            <ac:spMk id="5" creationId="{6F59B4EF-DD81-65C7-7578-558516A12999}"/>
          </ac:spMkLst>
        </pc:spChg>
      </pc:sldChg>
      <pc:sldChg chg="modSp new mod">
        <pc:chgData name="Stefan Novaković" userId="48d5634ac72bd80c" providerId="LiveId" clId="{083079B6-B1E8-4AA6-8CBD-CBA4073EFAC4}" dt="2024-12-25T09:16:55.842" v="572" actId="20577"/>
        <pc:sldMkLst>
          <pc:docMk/>
          <pc:sldMk cId="3092775446" sldId="395"/>
        </pc:sldMkLst>
        <pc:spChg chg="mod">
          <ac:chgData name="Stefan Novaković" userId="48d5634ac72bd80c" providerId="LiveId" clId="{083079B6-B1E8-4AA6-8CBD-CBA4073EFAC4}" dt="2024-12-24T11:04:04.642" v="381" actId="20577"/>
          <ac:spMkLst>
            <pc:docMk/>
            <pc:sldMk cId="3092775446" sldId="395"/>
            <ac:spMk id="2" creationId="{DAEC0F67-2D29-F219-FD18-39D77CD141CD}"/>
          </ac:spMkLst>
        </pc:spChg>
        <pc:spChg chg="mod">
          <ac:chgData name="Stefan Novaković" userId="48d5634ac72bd80c" providerId="LiveId" clId="{083079B6-B1E8-4AA6-8CBD-CBA4073EFAC4}" dt="2024-12-25T09:16:55.842" v="572" actId="20577"/>
          <ac:spMkLst>
            <pc:docMk/>
            <pc:sldMk cId="3092775446" sldId="395"/>
            <ac:spMk id="4" creationId="{AB02B31D-0D1D-8E83-B575-F707AC55D961}"/>
          </ac:spMkLst>
        </pc:spChg>
      </pc:sldChg>
      <pc:sldChg chg="modSp mod modAnim">
        <pc:chgData name="Stefan Novaković" userId="48d5634ac72bd80c" providerId="LiveId" clId="{083079B6-B1E8-4AA6-8CBD-CBA4073EFAC4}" dt="2024-12-24T17:51:04.947" v="400"/>
        <pc:sldMkLst>
          <pc:docMk/>
          <pc:sldMk cId="271100806" sldId="415"/>
        </pc:sldMkLst>
        <pc:spChg chg="mod">
          <ac:chgData name="Stefan Novaković" userId="48d5634ac72bd80c" providerId="LiveId" clId="{083079B6-B1E8-4AA6-8CBD-CBA4073EFAC4}" dt="2024-12-24T17:50:42.987" v="394" actId="20577"/>
          <ac:spMkLst>
            <pc:docMk/>
            <pc:sldMk cId="271100806" sldId="415"/>
            <ac:spMk id="4" creationId="{2FA4F480-F66E-4AB7-9D8C-2E844787F156}"/>
          </ac:spMkLst>
        </pc:spChg>
      </pc:sldChg>
    </pc:docChg>
  </pc:docChgLst>
  <pc:docChgLst>
    <pc:chgData name="Stefan Novaković" userId="48d5634ac72bd80c" providerId="LiveId" clId="{D5E8266A-AB8C-4E5E-866F-681C013968C3}"/>
    <pc:docChg chg="undo redo custSel addSld delSld modSld sldOrd delSection modSection">
      <pc:chgData name="Stefan Novaković" userId="48d5634ac72bd80c" providerId="LiveId" clId="{D5E8266A-AB8C-4E5E-866F-681C013968C3}" dt="2024-12-24T16:09:09.543" v="2708"/>
      <pc:docMkLst>
        <pc:docMk/>
      </pc:docMkLst>
      <pc:sldChg chg="modAnim">
        <pc:chgData name="Stefan Novaković" userId="48d5634ac72bd80c" providerId="LiveId" clId="{D5E8266A-AB8C-4E5E-866F-681C013968C3}" dt="2024-12-24T16:09:09.543" v="2708"/>
        <pc:sldMkLst>
          <pc:docMk/>
          <pc:sldMk cId="1910483375" sldId="334"/>
        </pc:sldMkLst>
      </pc:sldChg>
      <pc:sldChg chg="modSp mod modAnim">
        <pc:chgData name="Stefan Novaković" userId="48d5634ac72bd80c" providerId="LiveId" clId="{D5E8266A-AB8C-4E5E-866F-681C013968C3}" dt="2024-12-24T15:54:13.166" v="2580" actId="20577"/>
        <pc:sldMkLst>
          <pc:docMk/>
          <pc:sldMk cId="3146803933" sldId="335"/>
        </pc:sldMkLst>
        <pc:spChg chg="mod">
          <ac:chgData name="Stefan Novaković" userId="48d5634ac72bd80c" providerId="LiveId" clId="{D5E8266A-AB8C-4E5E-866F-681C013968C3}" dt="2024-12-24T15:54:13.166" v="2580" actId="20577"/>
          <ac:spMkLst>
            <pc:docMk/>
            <pc:sldMk cId="3146803933" sldId="335"/>
            <ac:spMk id="3" creationId="{1BD2E354-6F65-4757-8425-5C7EA05856A9}"/>
          </ac:spMkLst>
        </pc:spChg>
      </pc:sldChg>
      <pc:sldChg chg="modSp del mod modAnim">
        <pc:chgData name="Stefan Novaković" userId="48d5634ac72bd80c" providerId="LiveId" clId="{D5E8266A-AB8C-4E5E-866F-681C013968C3}" dt="2024-12-24T15:54:17.099" v="2581" actId="47"/>
        <pc:sldMkLst>
          <pc:docMk/>
          <pc:sldMk cId="3440162825" sldId="336"/>
        </pc:sldMkLst>
        <pc:spChg chg="mod">
          <ac:chgData name="Stefan Novaković" userId="48d5634ac72bd80c" providerId="LiveId" clId="{D5E8266A-AB8C-4E5E-866F-681C013968C3}" dt="2024-12-24T15:53:59.856" v="2566" actId="1076"/>
          <ac:spMkLst>
            <pc:docMk/>
            <pc:sldMk cId="3440162825" sldId="336"/>
            <ac:spMk id="3" creationId="{320FD71B-9D3E-4687-BB79-2103E62D3CF0}"/>
          </ac:spMkLst>
        </pc:spChg>
      </pc:sldChg>
      <pc:sldChg chg="del">
        <pc:chgData name="Stefan Novaković" userId="48d5634ac72bd80c" providerId="LiveId" clId="{D5E8266A-AB8C-4E5E-866F-681C013968C3}" dt="2024-12-24T15:25:56.908" v="1586" actId="47"/>
        <pc:sldMkLst>
          <pc:docMk/>
          <pc:sldMk cId="696523516" sldId="337"/>
        </pc:sldMkLst>
      </pc:sldChg>
      <pc:sldChg chg="del">
        <pc:chgData name="Stefan Novaković" userId="48d5634ac72bd80c" providerId="LiveId" clId="{D5E8266A-AB8C-4E5E-866F-681C013968C3}" dt="2024-12-24T15:25:56.908" v="1586" actId="47"/>
        <pc:sldMkLst>
          <pc:docMk/>
          <pc:sldMk cId="3776261913" sldId="338"/>
        </pc:sldMkLst>
      </pc:sldChg>
      <pc:sldChg chg="del">
        <pc:chgData name="Stefan Novaković" userId="48d5634ac72bd80c" providerId="LiveId" clId="{D5E8266A-AB8C-4E5E-866F-681C013968C3}" dt="2024-12-24T15:44:38.522" v="1826" actId="2696"/>
        <pc:sldMkLst>
          <pc:docMk/>
          <pc:sldMk cId="2082034087" sldId="339"/>
        </pc:sldMkLst>
      </pc:sldChg>
      <pc:sldChg chg="modSp mod modAnim">
        <pc:chgData name="Stefan Novaković" userId="48d5634ac72bd80c" providerId="LiveId" clId="{D5E8266A-AB8C-4E5E-866F-681C013968C3}" dt="2024-12-24T16:06:10.929" v="2699" actId="123"/>
        <pc:sldMkLst>
          <pc:docMk/>
          <pc:sldMk cId="3223059612" sldId="340"/>
        </pc:sldMkLst>
        <pc:spChg chg="mod">
          <ac:chgData name="Stefan Novaković" userId="48d5634ac72bd80c" providerId="LiveId" clId="{D5E8266A-AB8C-4E5E-866F-681C013968C3}" dt="2024-12-24T16:06:10.929" v="2699" actId="123"/>
          <ac:spMkLst>
            <pc:docMk/>
            <pc:sldMk cId="3223059612" sldId="340"/>
            <ac:spMk id="3" creationId="{D6825960-BB41-4785-AFE0-03BD9BCA0A4B}"/>
          </ac:spMkLst>
        </pc:spChg>
      </pc:sldChg>
      <pc:sldChg chg="del">
        <pc:chgData name="Stefan Novaković" userId="48d5634ac72bd80c" providerId="LiveId" clId="{D5E8266A-AB8C-4E5E-866F-681C013968C3}" dt="2024-12-24T15:43:16.032" v="1804" actId="47"/>
        <pc:sldMkLst>
          <pc:docMk/>
          <pc:sldMk cId="3279334640" sldId="341"/>
        </pc:sldMkLst>
      </pc:sldChg>
      <pc:sldChg chg="delSp modSp mod ord delAnim modAnim">
        <pc:chgData name="Stefan Novaković" userId="48d5634ac72bd80c" providerId="LiveId" clId="{D5E8266A-AB8C-4E5E-866F-681C013968C3}" dt="2024-12-24T16:05:50.086" v="2698" actId="6549"/>
        <pc:sldMkLst>
          <pc:docMk/>
          <pc:sldMk cId="172546298" sldId="343"/>
        </pc:sldMkLst>
        <pc:spChg chg="mod">
          <ac:chgData name="Stefan Novaković" userId="48d5634ac72bd80c" providerId="LiveId" clId="{D5E8266A-AB8C-4E5E-866F-681C013968C3}" dt="2024-12-24T16:05:50.086" v="2698" actId="6549"/>
          <ac:spMkLst>
            <pc:docMk/>
            <pc:sldMk cId="172546298" sldId="343"/>
            <ac:spMk id="3" creationId="{E29D11D1-A704-4B7E-8713-F3374FA8854F}"/>
          </ac:spMkLst>
        </pc:spChg>
        <pc:spChg chg="del">
          <ac:chgData name="Stefan Novaković" userId="48d5634ac72bd80c" providerId="LiveId" clId="{D5E8266A-AB8C-4E5E-866F-681C013968C3}" dt="2024-12-24T16:05:49.607" v="2697" actId="478"/>
          <ac:spMkLst>
            <pc:docMk/>
            <pc:sldMk cId="172546298" sldId="343"/>
            <ac:spMk id="6" creationId="{FF9595D9-EC17-422C-B7BC-2586FFBA3591}"/>
          </ac:spMkLst>
        </pc:spChg>
      </pc:sldChg>
      <pc:sldChg chg="modSp del mod">
        <pc:chgData name="Stefan Novaković" userId="48d5634ac72bd80c" providerId="LiveId" clId="{D5E8266A-AB8C-4E5E-866F-681C013968C3}" dt="2024-12-24T15:44:25.696" v="1825" actId="2696"/>
        <pc:sldMkLst>
          <pc:docMk/>
          <pc:sldMk cId="3597625848" sldId="344"/>
        </pc:sldMkLst>
        <pc:spChg chg="mod">
          <ac:chgData name="Stefan Novaković" userId="48d5634ac72bd80c" providerId="LiveId" clId="{D5E8266A-AB8C-4E5E-866F-681C013968C3}" dt="2024-12-24T15:43:44.841" v="1807" actId="21"/>
          <ac:spMkLst>
            <pc:docMk/>
            <pc:sldMk cId="3597625848" sldId="344"/>
            <ac:spMk id="3" creationId="{E29D11D1-A704-4B7E-8713-F3374FA8854F}"/>
          </ac:spMkLst>
        </pc:spChg>
      </pc:sldChg>
      <pc:sldChg chg="add del">
        <pc:chgData name="Stefan Novaković" userId="48d5634ac72bd80c" providerId="LiveId" clId="{D5E8266A-AB8C-4E5E-866F-681C013968C3}" dt="2024-12-24T13:56:51.510" v="586" actId="2696"/>
        <pc:sldMkLst>
          <pc:docMk/>
          <pc:sldMk cId="4192016041" sldId="357"/>
        </pc:sldMkLst>
      </pc:sldChg>
      <pc:sldChg chg="modSp mod">
        <pc:chgData name="Stefan Novaković" userId="48d5634ac72bd80c" providerId="LiveId" clId="{D5E8266A-AB8C-4E5E-866F-681C013968C3}" dt="2024-12-24T13:54:39.706" v="581" actId="20577"/>
        <pc:sldMkLst>
          <pc:docMk/>
          <pc:sldMk cId="700856715" sldId="374"/>
        </pc:sldMkLst>
        <pc:spChg chg="mod">
          <ac:chgData name="Stefan Novaković" userId="48d5634ac72bd80c" providerId="LiveId" clId="{D5E8266A-AB8C-4E5E-866F-681C013968C3}" dt="2024-12-24T13:54:39.706" v="581" actId="20577"/>
          <ac:spMkLst>
            <pc:docMk/>
            <pc:sldMk cId="700856715" sldId="374"/>
            <ac:spMk id="3" creationId="{55D033B4-C086-49BE-8AD4-EB110387F9A7}"/>
          </ac:spMkLst>
        </pc:spChg>
      </pc:sldChg>
      <pc:sldChg chg="modSp mod">
        <pc:chgData name="Stefan Novaković" userId="48d5634ac72bd80c" providerId="LiveId" clId="{D5E8266A-AB8C-4E5E-866F-681C013968C3}" dt="2024-12-24T16:01:17.452" v="2645" actId="20577"/>
        <pc:sldMkLst>
          <pc:docMk/>
          <pc:sldMk cId="1642771442" sldId="379"/>
        </pc:sldMkLst>
        <pc:spChg chg="mod">
          <ac:chgData name="Stefan Novaković" userId="48d5634ac72bd80c" providerId="LiveId" clId="{D5E8266A-AB8C-4E5E-866F-681C013968C3}" dt="2024-12-24T16:01:17.452" v="2645" actId="20577"/>
          <ac:spMkLst>
            <pc:docMk/>
            <pc:sldMk cId="1642771442" sldId="379"/>
            <ac:spMk id="3" creationId="{1C50BAC6-F443-4DED-9FE2-70F702900200}"/>
          </ac:spMkLst>
        </pc:spChg>
      </pc:sldChg>
      <pc:sldChg chg="add del">
        <pc:chgData name="Stefan Novaković" userId="48d5634ac72bd80c" providerId="LiveId" clId="{D5E8266A-AB8C-4E5E-866F-681C013968C3}" dt="2024-12-24T13:56:51.510" v="586" actId="2696"/>
        <pc:sldMkLst>
          <pc:docMk/>
          <pc:sldMk cId="2275502191" sldId="381"/>
        </pc:sldMkLst>
      </pc:sldChg>
      <pc:sldChg chg="add del">
        <pc:chgData name="Stefan Novaković" userId="48d5634ac72bd80c" providerId="LiveId" clId="{D5E8266A-AB8C-4E5E-866F-681C013968C3}" dt="2024-12-24T13:56:51.510" v="586" actId="2696"/>
        <pc:sldMkLst>
          <pc:docMk/>
          <pc:sldMk cId="2481392956" sldId="385"/>
        </pc:sldMkLst>
      </pc:sldChg>
      <pc:sldChg chg="modSp mod">
        <pc:chgData name="Stefan Novaković" userId="48d5634ac72bd80c" providerId="LiveId" clId="{D5E8266A-AB8C-4E5E-866F-681C013968C3}" dt="2024-12-24T15:46:33.590" v="1859" actId="20577"/>
        <pc:sldMkLst>
          <pc:docMk/>
          <pc:sldMk cId="640152897" sldId="391"/>
        </pc:sldMkLst>
        <pc:spChg chg="mod">
          <ac:chgData name="Stefan Novaković" userId="48d5634ac72bd80c" providerId="LiveId" clId="{D5E8266A-AB8C-4E5E-866F-681C013968C3}" dt="2024-12-24T15:46:33.590" v="1859" actId="20577"/>
          <ac:spMkLst>
            <pc:docMk/>
            <pc:sldMk cId="640152897" sldId="391"/>
            <ac:spMk id="3" creationId="{53DAF0C2-C3B4-36F2-9C9C-2C052BCA858D}"/>
          </ac:spMkLst>
        </pc:spChg>
      </pc:sldChg>
      <pc:sldChg chg="modSp mod">
        <pc:chgData name="Stefan Novaković" userId="48d5634ac72bd80c" providerId="LiveId" clId="{D5E8266A-AB8C-4E5E-866F-681C013968C3}" dt="2024-12-24T13:03:02.226" v="7" actId="20577"/>
        <pc:sldMkLst>
          <pc:docMk/>
          <pc:sldMk cId="2261329243" sldId="392"/>
        </pc:sldMkLst>
        <pc:spChg chg="mod">
          <ac:chgData name="Stefan Novaković" userId="48d5634ac72bd80c" providerId="LiveId" clId="{D5E8266A-AB8C-4E5E-866F-681C013968C3}" dt="2024-12-24T13:03:02.226" v="7" actId="20577"/>
          <ac:spMkLst>
            <pc:docMk/>
            <pc:sldMk cId="2261329243" sldId="392"/>
            <ac:spMk id="3" creationId="{FC9E0071-7C7A-4C39-996F-B9F789D4966F}"/>
          </ac:spMkLst>
        </pc:spChg>
      </pc:sldChg>
      <pc:sldChg chg="modSp mod ord">
        <pc:chgData name="Stefan Novaković" userId="48d5634ac72bd80c" providerId="LiveId" clId="{D5E8266A-AB8C-4E5E-866F-681C013968C3}" dt="2024-12-24T15:54:29.113" v="2582" actId="1076"/>
        <pc:sldMkLst>
          <pc:docMk/>
          <pc:sldMk cId="2681643009" sldId="393"/>
        </pc:sldMkLst>
        <pc:spChg chg="mod">
          <ac:chgData name="Stefan Novaković" userId="48d5634ac72bd80c" providerId="LiveId" clId="{D5E8266A-AB8C-4E5E-866F-681C013968C3}" dt="2024-12-24T15:16:51.730" v="1475" actId="20577"/>
          <ac:spMkLst>
            <pc:docMk/>
            <pc:sldMk cId="2681643009" sldId="393"/>
            <ac:spMk id="2" creationId="{18CEFF1A-8D2C-96FD-544C-F7604E8EC1C9}"/>
          </ac:spMkLst>
        </pc:spChg>
        <pc:spChg chg="mod">
          <ac:chgData name="Stefan Novaković" userId="48d5634ac72bd80c" providerId="LiveId" clId="{D5E8266A-AB8C-4E5E-866F-681C013968C3}" dt="2024-12-24T15:25:33.999" v="1585" actId="1076"/>
          <ac:spMkLst>
            <pc:docMk/>
            <pc:sldMk cId="2681643009" sldId="393"/>
            <ac:spMk id="4" creationId="{1DDE5114-16DC-6D29-C8E6-BE4C934ECD20}"/>
          </ac:spMkLst>
        </pc:spChg>
        <pc:spChg chg="mod">
          <ac:chgData name="Stefan Novaković" userId="48d5634ac72bd80c" providerId="LiveId" clId="{D5E8266A-AB8C-4E5E-866F-681C013968C3}" dt="2024-12-24T15:54:29.113" v="2582" actId="1076"/>
          <ac:spMkLst>
            <pc:docMk/>
            <pc:sldMk cId="2681643009" sldId="393"/>
            <ac:spMk id="5" creationId="{3C8F5BE8-0086-E63F-31D4-FF9D6E2F8068}"/>
          </ac:spMkLst>
        </pc:spChg>
      </pc:sldChg>
      <pc:sldChg chg="modSp mod ord">
        <pc:chgData name="Stefan Novaković" userId="48d5634ac72bd80c" providerId="LiveId" clId="{D5E8266A-AB8C-4E5E-866F-681C013968C3}" dt="2024-12-24T15:17:10.079" v="1517" actId="20577"/>
        <pc:sldMkLst>
          <pc:docMk/>
          <pc:sldMk cId="3719326212" sldId="394"/>
        </pc:sldMkLst>
        <pc:spChg chg="mod">
          <ac:chgData name="Stefan Novaković" userId="48d5634ac72bd80c" providerId="LiveId" clId="{D5E8266A-AB8C-4E5E-866F-681C013968C3}" dt="2024-12-24T15:17:10.079" v="1517" actId="20577"/>
          <ac:spMkLst>
            <pc:docMk/>
            <pc:sldMk cId="3719326212" sldId="394"/>
            <ac:spMk id="2" creationId="{F278D2DD-4172-ADC3-BCE2-5AD270248FD6}"/>
          </ac:spMkLst>
        </pc:spChg>
        <pc:spChg chg="mod">
          <ac:chgData name="Stefan Novaković" userId="48d5634ac72bd80c" providerId="LiveId" clId="{D5E8266A-AB8C-4E5E-866F-681C013968C3}" dt="2024-12-24T13:02:18.049" v="5" actId="6549"/>
          <ac:spMkLst>
            <pc:docMk/>
            <pc:sldMk cId="3719326212" sldId="394"/>
            <ac:spMk id="5" creationId="{6F59B4EF-DD81-65C7-7578-558516A12999}"/>
          </ac:spMkLst>
        </pc:spChg>
      </pc:sldChg>
      <pc:sldChg chg="addSp delSp modSp mod modClrScheme modAnim chgLayout">
        <pc:chgData name="Stefan Novaković" userId="48d5634ac72bd80c" providerId="LiveId" clId="{D5E8266A-AB8C-4E5E-866F-681C013968C3}" dt="2024-12-24T16:07:01.223" v="2706"/>
        <pc:sldMkLst>
          <pc:docMk/>
          <pc:sldMk cId="3092775446" sldId="395"/>
        </pc:sldMkLst>
        <pc:spChg chg="del mod">
          <ac:chgData name="Stefan Novaković" userId="48d5634ac72bd80c" providerId="LiveId" clId="{D5E8266A-AB8C-4E5E-866F-681C013968C3}" dt="2024-12-24T13:35:36.807" v="37" actId="478"/>
          <ac:spMkLst>
            <pc:docMk/>
            <pc:sldMk cId="3092775446" sldId="395"/>
            <ac:spMk id="2" creationId="{DAEC0F67-2D29-F219-FD18-39D77CD141CD}"/>
          </ac:spMkLst>
        </pc:spChg>
        <pc:spChg chg="del">
          <ac:chgData name="Stefan Novaković" userId="48d5634ac72bd80c" providerId="LiveId" clId="{D5E8266A-AB8C-4E5E-866F-681C013968C3}" dt="2024-12-24T13:33:21.134" v="10" actId="478"/>
          <ac:spMkLst>
            <pc:docMk/>
            <pc:sldMk cId="3092775446" sldId="395"/>
            <ac:spMk id="3" creationId="{8084861E-0D7F-6F45-CDFD-B17AFC0E3670}"/>
          </ac:spMkLst>
        </pc:spChg>
        <pc:spChg chg="add mod">
          <ac:chgData name="Stefan Novaković" userId="48d5634ac72bd80c" providerId="LiveId" clId="{D5E8266A-AB8C-4E5E-866F-681C013968C3}" dt="2024-12-24T16:02:36.638" v="2661" actId="20577"/>
          <ac:spMkLst>
            <pc:docMk/>
            <pc:sldMk cId="3092775446" sldId="395"/>
            <ac:spMk id="4" creationId="{AB02B31D-0D1D-8E83-B575-F707AC55D961}"/>
          </ac:spMkLst>
        </pc:spChg>
        <pc:spChg chg="add mod">
          <ac:chgData name="Stefan Novaković" userId="48d5634ac72bd80c" providerId="LiveId" clId="{D5E8266A-AB8C-4E5E-866F-681C013968C3}" dt="2024-12-24T13:33:26.549" v="14" actId="767"/>
          <ac:spMkLst>
            <pc:docMk/>
            <pc:sldMk cId="3092775446" sldId="395"/>
            <ac:spMk id="5" creationId="{1800205B-C12A-9B03-9D99-1F098DDF08F8}"/>
          </ac:spMkLst>
        </pc:spChg>
        <pc:spChg chg="add mod">
          <ac:chgData name="Stefan Novaković" userId="48d5634ac72bd80c" providerId="LiveId" clId="{D5E8266A-AB8C-4E5E-866F-681C013968C3}" dt="2024-12-24T13:49:32.923" v="252" actId="1076"/>
          <ac:spMkLst>
            <pc:docMk/>
            <pc:sldMk cId="3092775446" sldId="395"/>
            <ac:spMk id="6" creationId="{DDD3A5E2-B183-3AA4-6678-E2B1A7CD9F97}"/>
          </ac:spMkLst>
        </pc:spChg>
        <pc:spChg chg="add del">
          <ac:chgData name="Stefan Novaković" userId="48d5634ac72bd80c" providerId="LiveId" clId="{D5E8266A-AB8C-4E5E-866F-681C013968C3}" dt="2024-12-24T13:48:45.276" v="238" actId="22"/>
          <ac:spMkLst>
            <pc:docMk/>
            <pc:sldMk cId="3092775446" sldId="395"/>
            <ac:spMk id="8" creationId="{DAC5377B-5541-73CA-0324-836A3D48BFCA}"/>
          </ac:spMkLst>
        </pc:spChg>
      </pc:sldChg>
      <pc:sldChg chg="modSp add mod modAnim">
        <pc:chgData name="Stefan Novaković" userId="48d5634ac72bd80c" providerId="LiveId" clId="{D5E8266A-AB8C-4E5E-866F-681C013968C3}" dt="2024-12-24T14:35:04.839" v="822" actId="2710"/>
        <pc:sldMkLst>
          <pc:docMk/>
          <pc:sldMk cId="1165379449" sldId="396"/>
        </pc:sldMkLst>
        <pc:spChg chg="mod">
          <ac:chgData name="Stefan Novaković" userId="48d5634ac72bd80c" providerId="LiveId" clId="{D5E8266A-AB8C-4E5E-866F-681C013968C3}" dt="2024-12-24T14:34:58.526" v="818" actId="113"/>
          <ac:spMkLst>
            <pc:docMk/>
            <pc:sldMk cId="1165379449" sldId="396"/>
            <ac:spMk id="4" creationId="{12F3B4AF-DAB0-45DA-86DD-6ED4C9CD99FB}"/>
          </ac:spMkLst>
        </pc:spChg>
        <pc:spChg chg="mod">
          <ac:chgData name="Stefan Novaković" userId="48d5634ac72bd80c" providerId="LiveId" clId="{D5E8266A-AB8C-4E5E-866F-681C013968C3}" dt="2024-12-24T14:35:04.839" v="822" actId="2710"/>
          <ac:spMkLst>
            <pc:docMk/>
            <pc:sldMk cId="1165379449" sldId="396"/>
            <ac:spMk id="5" creationId="{214B8D46-70D0-430D-815A-C17BA3A2E212}"/>
          </ac:spMkLst>
        </pc:spChg>
      </pc:sldChg>
      <pc:sldChg chg="addSp delSp modSp add del mod modClrScheme modAnim modShow chgLayout">
        <pc:chgData name="Stefan Novaković" userId="48d5634ac72bd80c" providerId="LiveId" clId="{D5E8266A-AB8C-4E5E-866F-681C013968C3}" dt="2024-12-24T14:35:33.463" v="823" actId="2696"/>
        <pc:sldMkLst>
          <pc:docMk/>
          <pc:sldMk cId="1604416752" sldId="397"/>
        </pc:sldMkLst>
        <pc:spChg chg="add del mod">
          <ac:chgData name="Stefan Novaković" userId="48d5634ac72bd80c" providerId="LiveId" clId="{D5E8266A-AB8C-4E5E-866F-681C013968C3}" dt="2024-12-24T14:20:51.349" v="717" actId="22"/>
          <ac:spMkLst>
            <pc:docMk/>
            <pc:sldMk cId="1604416752" sldId="397"/>
            <ac:spMk id="3" creationId="{2A58474D-6359-DC0D-AF8D-92DA1F87A843}"/>
          </ac:spMkLst>
        </pc:spChg>
        <pc:spChg chg="add del mod ord">
          <ac:chgData name="Stefan Novaković" userId="48d5634ac72bd80c" providerId="LiveId" clId="{D5E8266A-AB8C-4E5E-866F-681C013968C3}" dt="2024-12-24T14:20:58.051" v="719" actId="700"/>
          <ac:spMkLst>
            <pc:docMk/>
            <pc:sldMk cId="1604416752" sldId="397"/>
            <ac:spMk id="4" creationId="{BE6BDF24-D75D-B699-4E3B-4EC0EFB4B933}"/>
          </ac:spMkLst>
        </pc:spChg>
        <pc:spChg chg="mod">
          <ac:chgData name="Stefan Novaković" userId="48d5634ac72bd80c" providerId="LiveId" clId="{D5E8266A-AB8C-4E5E-866F-681C013968C3}" dt="2024-12-24T14:21:24.580" v="756" actId="20577"/>
          <ac:spMkLst>
            <pc:docMk/>
            <pc:sldMk cId="1604416752" sldId="397"/>
            <ac:spMk id="5" creationId="{B6AF90F1-64FF-4350-8E48-41CDF787D645}"/>
          </ac:spMkLst>
        </pc:spChg>
        <pc:spChg chg="mod">
          <ac:chgData name="Stefan Novaković" userId="48d5634ac72bd80c" providerId="LiveId" clId="{D5E8266A-AB8C-4E5E-866F-681C013968C3}" dt="2024-12-24T14:33:27.057" v="802" actId="5793"/>
          <ac:spMkLst>
            <pc:docMk/>
            <pc:sldMk cId="1604416752" sldId="397"/>
            <ac:spMk id="6" creationId="{6EF7618C-1576-42E4-8E8A-2614DE9EDD45}"/>
          </ac:spMkLst>
        </pc:spChg>
        <pc:spChg chg="add del mod ord">
          <ac:chgData name="Stefan Novaković" userId="48d5634ac72bd80c" providerId="LiveId" clId="{D5E8266A-AB8C-4E5E-866F-681C013968C3}" dt="2024-12-24T14:20:58.051" v="719" actId="700"/>
          <ac:spMkLst>
            <pc:docMk/>
            <pc:sldMk cId="1604416752" sldId="397"/>
            <ac:spMk id="7" creationId="{4A8889E5-91C4-2963-5426-5BCE25B736C3}"/>
          </ac:spMkLst>
        </pc:spChg>
        <pc:picChg chg="add del">
          <ac:chgData name="Stefan Novaković" userId="48d5634ac72bd80c" providerId="LiveId" clId="{D5E8266A-AB8C-4E5E-866F-681C013968C3}" dt="2024-12-24T14:21:14.561" v="728" actId="22"/>
          <ac:picMkLst>
            <pc:docMk/>
            <pc:sldMk cId="1604416752" sldId="397"/>
            <ac:picMk id="9" creationId="{6347A401-BE82-4327-2635-C0575A48CC15}"/>
          </ac:picMkLst>
        </pc:picChg>
      </pc:sldChg>
      <pc:sldChg chg="addSp modSp new mod modClrScheme chgLayout">
        <pc:chgData name="Stefan Novaković" userId="48d5634ac72bd80c" providerId="LiveId" clId="{D5E8266A-AB8C-4E5E-866F-681C013968C3}" dt="2024-12-24T13:54:05.869" v="477" actId="6549"/>
        <pc:sldMkLst>
          <pc:docMk/>
          <pc:sldMk cId="1441301755" sldId="398"/>
        </pc:sldMkLst>
        <pc:spChg chg="add mod">
          <ac:chgData name="Stefan Novaković" userId="48d5634ac72bd80c" providerId="LiveId" clId="{D5E8266A-AB8C-4E5E-866F-681C013968C3}" dt="2024-12-24T13:52:20.633" v="298" actId="20577"/>
          <ac:spMkLst>
            <pc:docMk/>
            <pc:sldMk cId="1441301755" sldId="398"/>
            <ac:spMk id="2" creationId="{A900FD78-B270-D2C6-1CA7-AF44A0111A75}"/>
          </ac:spMkLst>
        </pc:spChg>
        <pc:spChg chg="add mod">
          <ac:chgData name="Stefan Novaković" userId="48d5634ac72bd80c" providerId="LiveId" clId="{D5E8266A-AB8C-4E5E-866F-681C013968C3}" dt="2024-12-24T13:52:42.005" v="415"/>
          <ac:spMkLst>
            <pc:docMk/>
            <pc:sldMk cId="1441301755" sldId="398"/>
            <ac:spMk id="3" creationId="{3D332148-5969-A0CC-1C8C-0C60F9DB5B14}"/>
          </ac:spMkLst>
        </pc:spChg>
        <pc:spChg chg="add mod">
          <ac:chgData name="Stefan Novaković" userId="48d5634ac72bd80c" providerId="LiveId" clId="{D5E8266A-AB8C-4E5E-866F-681C013968C3}" dt="2024-12-24T13:54:05.869" v="477" actId="6549"/>
          <ac:spMkLst>
            <pc:docMk/>
            <pc:sldMk cId="1441301755" sldId="398"/>
            <ac:spMk id="4" creationId="{9712C4F0-1D14-F78F-7FEB-C42885EDD71C}"/>
          </ac:spMkLst>
        </pc:spChg>
      </pc:sldChg>
      <pc:sldChg chg="add del">
        <pc:chgData name="Stefan Novaković" userId="48d5634ac72bd80c" providerId="LiveId" clId="{D5E8266A-AB8C-4E5E-866F-681C013968C3}" dt="2024-12-24T13:50:20.702" v="253" actId="2696"/>
        <pc:sldMkLst>
          <pc:docMk/>
          <pc:sldMk cId="2859480748" sldId="398"/>
        </pc:sldMkLst>
      </pc:sldChg>
      <pc:sldChg chg="addSp delSp modSp add mod modAnim">
        <pc:chgData name="Stefan Novaković" userId="48d5634ac72bd80c" providerId="LiveId" clId="{D5E8266A-AB8C-4E5E-866F-681C013968C3}" dt="2024-12-24T14:43:10.949" v="938" actId="20577"/>
        <pc:sldMkLst>
          <pc:docMk/>
          <pc:sldMk cId="3267943314" sldId="401"/>
        </pc:sldMkLst>
        <pc:spChg chg="mod">
          <ac:chgData name="Stefan Novaković" userId="48d5634ac72bd80c" providerId="LiveId" clId="{D5E8266A-AB8C-4E5E-866F-681C013968C3}" dt="2024-12-24T14:43:10.949" v="938" actId="20577"/>
          <ac:spMkLst>
            <pc:docMk/>
            <pc:sldMk cId="3267943314" sldId="401"/>
            <ac:spMk id="4" creationId="{744DA9D0-A17E-4184-81E0-7DB5781C14A1}"/>
          </ac:spMkLst>
        </pc:spChg>
        <pc:spChg chg="mod">
          <ac:chgData name="Stefan Novaković" userId="48d5634ac72bd80c" providerId="LiveId" clId="{D5E8266A-AB8C-4E5E-866F-681C013968C3}" dt="2024-12-24T13:59:20.525" v="593" actId="6549"/>
          <ac:spMkLst>
            <pc:docMk/>
            <pc:sldMk cId="3267943314" sldId="401"/>
            <ac:spMk id="5" creationId="{F41290AE-D395-4B19-A01A-7CD53D639070}"/>
          </ac:spMkLst>
        </pc:spChg>
        <pc:spChg chg="add del">
          <ac:chgData name="Stefan Novaković" userId="48d5634ac72bd80c" providerId="LiveId" clId="{D5E8266A-AB8C-4E5E-866F-681C013968C3}" dt="2024-12-24T14:00:47.269" v="603" actId="22"/>
          <ac:spMkLst>
            <pc:docMk/>
            <pc:sldMk cId="3267943314" sldId="401"/>
            <ac:spMk id="6" creationId="{F344DA1B-4628-E1EF-6724-98705D82B3D9}"/>
          </ac:spMkLst>
        </pc:spChg>
      </pc:sldChg>
      <pc:sldChg chg="addSp delSp modSp add mod delAnim modAnim">
        <pc:chgData name="Stefan Novaković" userId="48d5634ac72bd80c" providerId="LiveId" clId="{D5E8266A-AB8C-4E5E-866F-681C013968C3}" dt="2024-12-24T14:53:18.733" v="1149" actId="20577"/>
        <pc:sldMkLst>
          <pc:docMk/>
          <pc:sldMk cId="710322874" sldId="402"/>
        </pc:sldMkLst>
        <pc:spChg chg="mod">
          <ac:chgData name="Stefan Novaković" userId="48d5634ac72bd80c" providerId="LiveId" clId="{D5E8266A-AB8C-4E5E-866F-681C013968C3}" dt="2024-12-24T14:53:18.733" v="1149" actId="20577"/>
          <ac:spMkLst>
            <pc:docMk/>
            <pc:sldMk cId="710322874" sldId="402"/>
            <ac:spMk id="2" creationId="{8820009D-4632-4856-A98D-D3D79586CDEA}"/>
          </ac:spMkLst>
        </pc:spChg>
        <pc:spChg chg="add del">
          <ac:chgData name="Stefan Novaković" userId="48d5634ac72bd80c" providerId="LiveId" clId="{D5E8266A-AB8C-4E5E-866F-681C013968C3}" dt="2024-12-24T14:41:13.654" v="887" actId="22"/>
          <ac:spMkLst>
            <pc:docMk/>
            <pc:sldMk cId="710322874" sldId="402"/>
            <ac:spMk id="4" creationId="{1EF36B21-DF2A-6507-F4BF-02EDFFAFC184}"/>
          </ac:spMkLst>
        </pc:spChg>
        <pc:spChg chg="add mod">
          <ac:chgData name="Stefan Novaković" userId="48d5634ac72bd80c" providerId="LiveId" clId="{D5E8266A-AB8C-4E5E-866F-681C013968C3}" dt="2024-12-24T14:51:43.746" v="1100" actId="20577"/>
          <ac:spMkLst>
            <pc:docMk/>
            <pc:sldMk cId="710322874" sldId="402"/>
            <ac:spMk id="5" creationId="{ADFADD30-0529-9DF9-DA28-6289E5647D7D}"/>
          </ac:spMkLst>
        </pc:spChg>
        <pc:spChg chg="mod">
          <ac:chgData name="Stefan Novaković" userId="48d5634ac72bd80c" providerId="LiveId" clId="{D5E8266A-AB8C-4E5E-866F-681C013968C3}" dt="2024-12-24T14:42:40.503" v="932" actId="6549"/>
          <ac:spMkLst>
            <pc:docMk/>
            <pc:sldMk cId="710322874" sldId="402"/>
            <ac:spMk id="10" creationId="{374269AF-8937-4C1E-82CE-EC60B228BB9E}"/>
          </ac:spMkLst>
        </pc:spChg>
        <pc:spChg chg="del">
          <ac:chgData name="Stefan Novaković" userId="48d5634ac72bd80c" providerId="LiveId" clId="{D5E8266A-AB8C-4E5E-866F-681C013968C3}" dt="2024-12-24T14:40:41.546" v="880" actId="478"/>
          <ac:spMkLst>
            <pc:docMk/>
            <pc:sldMk cId="710322874" sldId="402"/>
            <ac:spMk id="11" creationId="{611B47F1-17C0-444E-8BC1-84513DD9863C}"/>
          </ac:spMkLst>
        </pc:spChg>
      </pc:sldChg>
      <pc:sldChg chg="addSp delSp modSp add mod modAnim">
        <pc:chgData name="Stefan Novaković" userId="48d5634ac72bd80c" providerId="LiveId" clId="{D5E8266A-AB8C-4E5E-866F-681C013968C3}" dt="2024-12-24T14:34:52.447" v="811" actId="22"/>
        <pc:sldMkLst>
          <pc:docMk/>
          <pc:sldMk cId="4036285864" sldId="403"/>
        </pc:sldMkLst>
        <pc:spChg chg="mod">
          <ac:chgData name="Stefan Novaković" userId="48d5634ac72bd80c" providerId="LiveId" clId="{D5E8266A-AB8C-4E5E-866F-681C013968C3}" dt="2024-12-24T14:09:46.220" v="694" actId="20577"/>
          <ac:spMkLst>
            <pc:docMk/>
            <pc:sldMk cId="4036285864" sldId="403"/>
            <ac:spMk id="2" creationId="{AC80CF41-2254-487D-AA7E-AB6E5D08BE22}"/>
          </ac:spMkLst>
        </pc:spChg>
        <pc:spChg chg="mod">
          <ac:chgData name="Stefan Novaković" userId="48d5634ac72bd80c" providerId="LiveId" clId="{D5E8266A-AB8C-4E5E-866F-681C013968C3}" dt="2024-12-24T14:10:11.167" v="710" actId="20577"/>
          <ac:spMkLst>
            <pc:docMk/>
            <pc:sldMk cId="4036285864" sldId="403"/>
            <ac:spMk id="4" creationId="{744DA9D0-A17E-4184-81E0-7DB5781C14A1}"/>
          </ac:spMkLst>
        </pc:spChg>
        <pc:spChg chg="mod">
          <ac:chgData name="Stefan Novaković" userId="48d5634ac72bd80c" providerId="LiveId" clId="{D5E8266A-AB8C-4E5E-866F-681C013968C3}" dt="2024-12-24T14:09:20.672" v="672" actId="1076"/>
          <ac:spMkLst>
            <pc:docMk/>
            <pc:sldMk cId="4036285864" sldId="403"/>
            <ac:spMk id="5" creationId="{F41290AE-D395-4B19-A01A-7CD53D639070}"/>
          </ac:spMkLst>
        </pc:spChg>
        <pc:spChg chg="add del">
          <ac:chgData name="Stefan Novaković" userId="48d5634ac72bd80c" providerId="LiveId" clId="{D5E8266A-AB8C-4E5E-866F-681C013968C3}" dt="2024-12-24T14:08:15.135" v="639" actId="22"/>
          <ac:spMkLst>
            <pc:docMk/>
            <pc:sldMk cId="4036285864" sldId="403"/>
            <ac:spMk id="6" creationId="{D8DED2FC-8E49-4FA4-A5C9-654120A85F5E}"/>
          </ac:spMkLst>
        </pc:spChg>
        <pc:spChg chg="add del">
          <ac:chgData name="Stefan Novaković" userId="48d5634ac72bd80c" providerId="LiveId" clId="{D5E8266A-AB8C-4E5E-866F-681C013968C3}" dt="2024-12-24T14:16:52.243" v="712" actId="22"/>
          <ac:spMkLst>
            <pc:docMk/>
            <pc:sldMk cId="4036285864" sldId="403"/>
            <ac:spMk id="8" creationId="{D3BB233C-49ED-C1CF-2A2F-0E203C28E807}"/>
          </ac:spMkLst>
        </pc:spChg>
        <pc:spChg chg="add del">
          <ac:chgData name="Stefan Novaković" userId="48d5634ac72bd80c" providerId="LiveId" clId="{D5E8266A-AB8C-4E5E-866F-681C013968C3}" dt="2024-12-24T14:34:52.447" v="811" actId="22"/>
          <ac:spMkLst>
            <pc:docMk/>
            <pc:sldMk cId="4036285864" sldId="403"/>
            <ac:spMk id="10" creationId="{B6E90812-1DFE-D484-7AA6-E8F9DCDD52B5}"/>
          </ac:spMkLst>
        </pc:spChg>
      </pc:sldChg>
      <pc:sldChg chg="add del ord">
        <pc:chgData name="Stefan Novaković" userId="48d5634ac72bd80c" providerId="LiveId" clId="{D5E8266A-AB8C-4E5E-866F-681C013968C3}" dt="2024-12-24T14:03:24.020" v="633"/>
        <pc:sldMkLst>
          <pc:docMk/>
          <pc:sldMk cId="1410671426" sldId="404"/>
        </pc:sldMkLst>
      </pc:sldChg>
      <pc:sldChg chg="modSp add mod">
        <pc:chgData name="Stefan Novaković" userId="48d5634ac72bd80c" providerId="LiveId" clId="{D5E8266A-AB8C-4E5E-866F-681C013968C3}" dt="2024-12-24T14:42:44.924" v="933"/>
        <pc:sldMkLst>
          <pc:docMk/>
          <pc:sldMk cId="3417149145" sldId="406"/>
        </pc:sldMkLst>
        <pc:spChg chg="mod">
          <ac:chgData name="Stefan Novaković" userId="48d5634ac72bd80c" providerId="LiveId" clId="{D5E8266A-AB8C-4E5E-866F-681C013968C3}" dt="2024-12-24T14:42:44.924" v="933"/>
          <ac:spMkLst>
            <pc:docMk/>
            <pc:sldMk cId="3417149145" sldId="406"/>
            <ac:spMk id="4" creationId="{744DA9D0-A17E-4184-81E0-7DB5781C14A1}"/>
          </ac:spMkLst>
        </pc:spChg>
      </pc:sldChg>
      <pc:sldChg chg="modSp add mod modAnim">
        <pc:chgData name="Stefan Novaković" userId="48d5634ac72bd80c" providerId="LiveId" clId="{D5E8266A-AB8C-4E5E-866F-681C013968C3}" dt="2024-12-24T14:42:36.683" v="928" actId="20577"/>
        <pc:sldMkLst>
          <pc:docMk/>
          <pc:sldMk cId="3230299739" sldId="407"/>
        </pc:sldMkLst>
        <pc:spChg chg="mod">
          <ac:chgData name="Stefan Novaković" userId="48d5634ac72bd80c" providerId="LiveId" clId="{D5E8266A-AB8C-4E5E-866F-681C013968C3}" dt="2024-12-24T14:42:36.683" v="928" actId="20577"/>
          <ac:spMkLst>
            <pc:docMk/>
            <pc:sldMk cId="3230299739" sldId="407"/>
            <ac:spMk id="4" creationId="{07285D6F-6D01-4837-BB61-741A4915EBBC}"/>
          </ac:spMkLst>
        </pc:spChg>
        <pc:spChg chg="mod">
          <ac:chgData name="Stefan Novaković" userId="48d5634ac72bd80c" providerId="LiveId" clId="{D5E8266A-AB8C-4E5E-866F-681C013968C3}" dt="2024-12-24T14:37:32.072" v="839" actId="1076"/>
          <ac:spMkLst>
            <pc:docMk/>
            <pc:sldMk cId="3230299739" sldId="407"/>
            <ac:spMk id="5" creationId="{16583B23-23B9-4E43-A8D2-5D5CEC3585B3}"/>
          </ac:spMkLst>
        </pc:spChg>
      </pc:sldChg>
      <pc:sldChg chg="modSp add mod ord modAnim">
        <pc:chgData name="Stefan Novaković" userId="48d5634ac72bd80c" providerId="LiveId" clId="{D5E8266A-AB8C-4E5E-866F-681C013968C3}" dt="2024-12-24T15:11:29.819" v="1403" actId="20577"/>
        <pc:sldMkLst>
          <pc:docMk/>
          <pc:sldMk cId="3398233149" sldId="408"/>
        </pc:sldMkLst>
        <pc:spChg chg="mod">
          <ac:chgData name="Stefan Novaković" userId="48d5634ac72bd80c" providerId="LiveId" clId="{D5E8266A-AB8C-4E5E-866F-681C013968C3}" dt="2024-12-24T15:11:29.819" v="1403" actId="20577"/>
          <ac:spMkLst>
            <pc:docMk/>
            <pc:sldMk cId="3398233149" sldId="408"/>
            <ac:spMk id="2" creationId="{C5D56A11-541A-4304-8B4D-773F8C3E1EF2}"/>
          </ac:spMkLst>
        </pc:spChg>
        <pc:spChg chg="mod">
          <ac:chgData name="Stefan Novaković" userId="48d5634ac72bd80c" providerId="LiveId" clId="{D5E8266A-AB8C-4E5E-866F-681C013968C3}" dt="2024-12-24T15:02:43.037" v="1299" actId="2710"/>
          <ac:spMkLst>
            <pc:docMk/>
            <pc:sldMk cId="3398233149" sldId="408"/>
            <ac:spMk id="4" creationId="{07285D6F-6D01-4837-BB61-741A4915EBBC}"/>
          </ac:spMkLst>
        </pc:spChg>
        <pc:spChg chg="mod">
          <ac:chgData name="Stefan Novaković" userId="48d5634ac72bd80c" providerId="LiveId" clId="{D5E8266A-AB8C-4E5E-866F-681C013968C3}" dt="2024-12-24T15:02:41.342" v="1297" actId="1076"/>
          <ac:spMkLst>
            <pc:docMk/>
            <pc:sldMk cId="3398233149" sldId="408"/>
            <ac:spMk id="5" creationId="{16583B23-23B9-4E43-A8D2-5D5CEC3585B3}"/>
          </ac:spMkLst>
        </pc:spChg>
      </pc:sldChg>
      <pc:sldChg chg="modSp add del modAnim">
        <pc:chgData name="Stefan Novaković" userId="48d5634ac72bd80c" providerId="LiveId" clId="{D5E8266A-AB8C-4E5E-866F-681C013968C3}" dt="2024-12-24T14:52:03.647" v="1119" actId="47"/>
        <pc:sldMkLst>
          <pc:docMk/>
          <pc:sldMk cId="763090085" sldId="409"/>
        </pc:sldMkLst>
        <pc:spChg chg="mod">
          <ac:chgData name="Stefan Novaković" userId="48d5634ac72bd80c" providerId="LiveId" clId="{D5E8266A-AB8C-4E5E-866F-681C013968C3}" dt="2024-12-24T14:50:20.341" v="1079"/>
          <ac:spMkLst>
            <pc:docMk/>
            <pc:sldMk cId="763090085" sldId="409"/>
            <ac:spMk id="4" creationId="{07285D6F-6D01-4837-BB61-741A4915EBBC}"/>
          </ac:spMkLst>
        </pc:spChg>
      </pc:sldChg>
      <pc:sldChg chg="addSp modSp add mod ord modAnim">
        <pc:chgData name="Stefan Novaković" userId="48d5634ac72bd80c" providerId="LiveId" clId="{D5E8266A-AB8C-4E5E-866F-681C013968C3}" dt="2024-12-24T16:08:09.044" v="2707"/>
        <pc:sldMkLst>
          <pc:docMk/>
          <pc:sldMk cId="3344914692" sldId="411"/>
        </pc:sldMkLst>
        <pc:spChg chg="mod">
          <ac:chgData name="Stefan Novaković" userId="48d5634ac72bd80c" providerId="LiveId" clId="{D5E8266A-AB8C-4E5E-866F-681C013968C3}" dt="2024-12-24T14:56:50.644" v="1213" actId="20577"/>
          <ac:spMkLst>
            <pc:docMk/>
            <pc:sldMk cId="3344914692" sldId="411"/>
            <ac:spMk id="2" creationId="{7F24CD65-D1DB-4B7E-8164-D2A4D10B533D}"/>
          </ac:spMkLst>
        </pc:spChg>
        <pc:spChg chg="mod">
          <ac:chgData name="Stefan Novaković" userId="48d5634ac72bd80c" providerId="LiveId" clId="{D5E8266A-AB8C-4E5E-866F-681C013968C3}" dt="2024-12-24T14:59:02.702" v="1269" actId="20577"/>
          <ac:spMkLst>
            <pc:docMk/>
            <pc:sldMk cId="3344914692" sldId="411"/>
            <ac:spMk id="3" creationId="{35DD7EC2-8E71-4611-B4AA-9F8830387824}"/>
          </ac:spMkLst>
        </pc:spChg>
        <pc:spChg chg="mod">
          <ac:chgData name="Stefan Novaković" userId="48d5634ac72bd80c" providerId="LiveId" clId="{D5E8266A-AB8C-4E5E-866F-681C013968C3}" dt="2024-12-24T14:57:45.072" v="1224" actId="12788"/>
          <ac:spMkLst>
            <pc:docMk/>
            <pc:sldMk cId="3344914692" sldId="411"/>
            <ac:spMk id="4" creationId="{0B386EC7-368C-408B-AE65-C6223003D7D5}"/>
          </ac:spMkLst>
        </pc:spChg>
        <pc:spChg chg="add mod">
          <ac:chgData name="Stefan Novaković" userId="48d5634ac72bd80c" providerId="LiveId" clId="{D5E8266A-AB8C-4E5E-866F-681C013968C3}" dt="2024-12-24T15:10:58.743" v="1339" actId="20577"/>
          <ac:spMkLst>
            <pc:docMk/>
            <pc:sldMk cId="3344914692" sldId="411"/>
            <ac:spMk id="5" creationId="{BA15C1DC-3879-1A2E-1F90-5F4CE09628EF}"/>
          </ac:spMkLst>
        </pc:spChg>
        <pc:spChg chg="add mod">
          <ac:chgData name="Stefan Novaković" userId="48d5634ac72bd80c" providerId="LiveId" clId="{D5E8266A-AB8C-4E5E-866F-681C013968C3}" dt="2024-12-24T15:11:04.751" v="1352" actId="20577"/>
          <ac:spMkLst>
            <pc:docMk/>
            <pc:sldMk cId="3344914692" sldId="411"/>
            <ac:spMk id="6" creationId="{C17C5AEE-D257-F73F-0A0C-C8641C9405B2}"/>
          </ac:spMkLst>
        </pc:spChg>
        <pc:spChg chg="mod">
          <ac:chgData name="Stefan Novaković" userId="48d5634ac72bd80c" providerId="LiveId" clId="{D5E8266A-AB8C-4E5E-866F-681C013968C3}" dt="2024-12-24T14:55:43.413" v="1162" actId="1076"/>
          <ac:spMkLst>
            <pc:docMk/>
            <pc:sldMk cId="3344914692" sldId="411"/>
            <ac:spMk id="8" creationId="{F1F2DB7A-6F75-4CC2-89E0-60896DA593B8}"/>
          </ac:spMkLst>
        </pc:spChg>
      </pc:sldChg>
      <pc:sldChg chg="addSp delSp modSp add mod delAnim modAnim">
        <pc:chgData name="Stefan Novaković" userId="48d5634ac72bd80c" providerId="LiveId" clId="{D5E8266A-AB8C-4E5E-866F-681C013968C3}" dt="2024-12-24T15:11:10.395" v="1365" actId="20577"/>
        <pc:sldMkLst>
          <pc:docMk/>
          <pc:sldMk cId="2335456994" sldId="412"/>
        </pc:sldMkLst>
        <pc:spChg chg="mod">
          <ac:chgData name="Stefan Novaković" userId="48d5634ac72bd80c" providerId="LiveId" clId="{D5E8266A-AB8C-4E5E-866F-681C013968C3}" dt="2024-12-24T14:28:00.480" v="776" actId="20577"/>
          <ac:spMkLst>
            <pc:docMk/>
            <pc:sldMk cId="2335456994" sldId="412"/>
            <ac:spMk id="2" creationId="{2C848EC5-EA08-8CC8-5975-CAE6C1AE6754}"/>
          </ac:spMkLst>
        </pc:spChg>
        <pc:spChg chg="del">
          <ac:chgData name="Stefan Novaković" userId="48d5634ac72bd80c" providerId="LiveId" clId="{D5E8266A-AB8C-4E5E-866F-681C013968C3}" dt="2024-12-24T14:28:03.490" v="777" actId="478"/>
          <ac:spMkLst>
            <pc:docMk/>
            <pc:sldMk cId="2335456994" sldId="412"/>
            <ac:spMk id="4" creationId="{F556232D-549F-5131-6658-1ACF8C8E5881}"/>
          </ac:spMkLst>
        </pc:spChg>
        <pc:spChg chg="del">
          <ac:chgData name="Stefan Novaković" userId="48d5634ac72bd80c" providerId="LiveId" clId="{D5E8266A-AB8C-4E5E-866F-681C013968C3}" dt="2024-12-24T14:28:10.542" v="793" actId="478"/>
          <ac:spMkLst>
            <pc:docMk/>
            <pc:sldMk cId="2335456994" sldId="412"/>
            <ac:spMk id="5" creationId="{EF660FEA-132B-4981-5597-16199A9DD4F4}"/>
          </ac:spMkLst>
        </pc:spChg>
        <pc:spChg chg="add del mod">
          <ac:chgData name="Stefan Novaković" userId="48d5634ac72bd80c" providerId="LiveId" clId="{D5E8266A-AB8C-4E5E-866F-681C013968C3}" dt="2024-12-24T15:06:26.418" v="1304" actId="478"/>
          <ac:spMkLst>
            <pc:docMk/>
            <pc:sldMk cId="2335456994" sldId="412"/>
            <ac:spMk id="6" creationId="{5BB081B8-C002-7803-9F1D-3DB46BDBFA2D}"/>
          </ac:spMkLst>
        </pc:spChg>
        <pc:spChg chg="add mod">
          <ac:chgData name="Stefan Novaković" userId="48d5634ac72bd80c" providerId="LiveId" clId="{D5E8266A-AB8C-4E5E-866F-681C013968C3}" dt="2024-12-24T15:06:31.414" v="1310" actId="6549"/>
          <ac:spMkLst>
            <pc:docMk/>
            <pc:sldMk cId="2335456994" sldId="412"/>
            <ac:spMk id="7" creationId="{9F5150E4-1DFD-3ED8-2DC4-516AE85E3536}"/>
          </ac:spMkLst>
        </pc:spChg>
        <pc:spChg chg="add mod">
          <ac:chgData name="Stefan Novaković" userId="48d5634ac72bd80c" providerId="LiveId" clId="{D5E8266A-AB8C-4E5E-866F-681C013968C3}" dt="2024-12-24T15:11:10.395" v="1365" actId="20577"/>
          <ac:spMkLst>
            <pc:docMk/>
            <pc:sldMk cId="2335456994" sldId="412"/>
            <ac:spMk id="8" creationId="{9AB449F8-624B-1F46-BABF-CC4560F321D5}"/>
          </ac:spMkLst>
        </pc:spChg>
      </pc:sldChg>
      <pc:sldChg chg="addSp delSp modSp add mod delAnim modAnim">
        <pc:chgData name="Stefan Novaković" userId="48d5634ac72bd80c" providerId="LiveId" clId="{D5E8266A-AB8C-4E5E-866F-681C013968C3}" dt="2024-12-24T15:10:40.883" v="1332" actId="1076"/>
        <pc:sldMkLst>
          <pc:docMk/>
          <pc:sldMk cId="1097878992" sldId="413"/>
        </pc:sldMkLst>
        <pc:spChg chg="mod">
          <ac:chgData name="Stefan Novaković" userId="48d5634ac72bd80c" providerId="LiveId" clId="{D5E8266A-AB8C-4E5E-866F-681C013968C3}" dt="2024-12-24T14:28:07.761" v="791" actId="20577"/>
          <ac:spMkLst>
            <pc:docMk/>
            <pc:sldMk cId="1097878992" sldId="413"/>
            <ac:spMk id="2" creationId="{412CDF74-5BA5-DB9A-2B4A-E583F774A57D}"/>
          </ac:spMkLst>
        </pc:spChg>
        <pc:spChg chg="add mod">
          <ac:chgData name="Stefan Novaković" userId="48d5634ac72bd80c" providerId="LiveId" clId="{D5E8266A-AB8C-4E5E-866F-681C013968C3}" dt="2024-12-24T15:10:38.466" v="1331" actId="20577"/>
          <ac:spMkLst>
            <pc:docMk/>
            <pc:sldMk cId="1097878992" sldId="413"/>
            <ac:spMk id="3" creationId="{C9816F1D-F1A1-37C9-3F37-C4C006CBE6B8}"/>
          </ac:spMkLst>
        </pc:spChg>
        <pc:spChg chg="add mod">
          <ac:chgData name="Stefan Novaković" userId="48d5634ac72bd80c" providerId="LiveId" clId="{D5E8266A-AB8C-4E5E-866F-681C013968C3}" dt="2024-12-24T15:10:40.883" v="1332" actId="1076"/>
          <ac:spMkLst>
            <pc:docMk/>
            <pc:sldMk cId="1097878992" sldId="413"/>
            <ac:spMk id="4" creationId="{5202C8E6-9569-5D80-4A97-033B748284E3}"/>
          </ac:spMkLst>
        </pc:spChg>
        <pc:spChg chg="del">
          <ac:chgData name="Stefan Novaković" userId="48d5634ac72bd80c" providerId="LiveId" clId="{D5E8266A-AB8C-4E5E-866F-681C013968C3}" dt="2024-12-24T14:28:08.986" v="792" actId="478"/>
          <ac:spMkLst>
            <pc:docMk/>
            <pc:sldMk cId="1097878992" sldId="413"/>
            <ac:spMk id="5" creationId="{22CFEAB0-2A1E-563A-61FF-AF73C57E1927}"/>
          </ac:spMkLst>
        </pc:spChg>
      </pc:sldChg>
      <pc:sldChg chg="addSp modSp add mod modAnim">
        <pc:chgData name="Stefan Novaković" userId="48d5634ac72bd80c" providerId="LiveId" clId="{D5E8266A-AB8C-4E5E-866F-681C013968C3}" dt="2024-12-24T14:53:02.057" v="1134" actId="20577"/>
        <pc:sldMkLst>
          <pc:docMk/>
          <pc:sldMk cId="271100806" sldId="415"/>
        </pc:sldMkLst>
        <pc:spChg chg="add mod">
          <ac:chgData name="Stefan Novaković" userId="48d5634ac72bd80c" providerId="LiveId" clId="{D5E8266A-AB8C-4E5E-866F-681C013968C3}" dt="2024-12-24T14:53:02.057" v="1134" actId="20577"/>
          <ac:spMkLst>
            <pc:docMk/>
            <pc:sldMk cId="271100806" sldId="415"/>
            <ac:spMk id="3" creationId="{0A7ECF0A-6E7A-AC7D-8FA8-7C9782780955}"/>
          </ac:spMkLst>
        </pc:spChg>
        <pc:spChg chg="mod">
          <ac:chgData name="Stefan Novaković" userId="48d5634ac72bd80c" providerId="LiveId" clId="{D5E8266A-AB8C-4E5E-866F-681C013968C3}" dt="2024-12-24T14:52:55.684" v="1126" actId="2710"/>
          <ac:spMkLst>
            <pc:docMk/>
            <pc:sldMk cId="271100806" sldId="415"/>
            <ac:spMk id="4" creationId="{2FA4F480-F66E-4AB7-9D8C-2E844787F156}"/>
          </ac:spMkLst>
        </pc:spChg>
      </pc:sldChg>
      <pc:sldChg chg="addSp delSp modSp add mod modAnim">
        <pc:chgData name="Stefan Novaković" userId="48d5634ac72bd80c" providerId="LiveId" clId="{D5E8266A-AB8C-4E5E-866F-681C013968C3}" dt="2024-12-24T14:51:50.563" v="1105" actId="20577"/>
        <pc:sldMkLst>
          <pc:docMk/>
          <pc:sldMk cId="70508180" sldId="416"/>
        </pc:sldMkLst>
        <pc:spChg chg="mod">
          <ac:chgData name="Stefan Novaković" userId="48d5634ac72bd80c" providerId="LiveId" clId="{D5E8266A-AB8C-4E5E-866F-681C013968C3}" dt="2024-12-24T14:45:58.350" v="1039" actId="20577"/>
          <ac:spMkLst>
            <pc:docMk/>
            <pc:sldMk cId="70508180" sldId="416"/>
            <ac:spMk id="2" creationId="{68261AAD-EC5D-CABA-96BF-C0B8F166FE52}"/>
          </ac:spMkLst>
        </pc:spChg>
        <pc:spChg chg="add del">
          <ac:chgData name="Stefan Novaković" userId="48d5634ac72bd80c" providerId="LiveId" clId="{D5E8266A-AB8C-4E5E-866F-681C013968C3}" dt="2024-12-24T14:45:40.936" v="994" actId="22"/>
          <ac:spMkLst>
            <pc:docMk/>
            <pc:sldMk cId="70508180" sldId="416"/>
            <ac:spMk id="4" creationId="{2E23CFF0-40D4-CDED-C289-1B2502EFF29C}"/>
          </ac:spMkLst>
        </pc:spChg>
        <pc:spChg chg="add mod">
          <ac:chgData name="Stefan Novaković" userId="48d5634ac72bd80c" providerId="LiveId" clId="{D5E8266A-AB8C-4E5E-866F-681C013968C3}" dt="2024-12-24T14:51:50.563" v="1105" actId="20577"/>
          <ac:spMkLst>
            <pc:docMk/>
            <pc:sldMk cId="70508180" sldId="416"/>
            <ac:spMk id="5" creationId="{A5758C20-747F-8586-0374-FE2CDE1AB927}"/>
          </ac:spMkLst>
        </pc:spChg>
        <pc:spChg chg="mod">
          <ac:chgData name="Stefan Novaković" userId="48d5634ac72bd80c" providerId="LiveId" clId="{D5E8266A-AB8C-4E5E-866F-681C013968C3}" dt="2024-12-24T14:47:53.019" v="1075" actId="20577"/>
          <ac:spMkLst>
            <pc:docMk/>
            <pc:sldMk cId="70508180" sldId="416"/>
            <ac:spMk id="10" creationId="{07A0253A-1EF7-83E5-0217-EECBF337388C}"/>
          </ac:spMkLst>
        </pc:spChg>
      </pc:sldChg>
      <pc:sldChg chg="addSp delSp modSp add mod modAnim">
        <pc:chgData name="Stefan Novaković" userId="48d5634ac72bd80c" providerId="LiveId" clId="{D5E8266A-AB8C-4E5E-866F-681C013968C3}" dt="2024-12-24T14:51:55.700" v="1113" actId="20577"/>
        <pc:sldMkLst>
          <pc:docMk/>
          <pc:sldMk cId="575502191" sldId="417"/>
        </pc:sldMkLst>
        <pc:spChg chg="mod">
          <ac:chgData name="Stefan Novaković" userId="48d5634ac72bd80c" providerId="LiveId" clId="{D5E8266A-AB8C-4E5E-866F-681C013968C3}" dt="2024-12-24T14:46:02.650" v="1055" actId="20577"/>
          <ac:spMkLst>
            <pc:docMk/>
            <pc:sldMk cId="575502191" sldId="417"/>
            <ac:spMk id="2" creationId="{B5E27C32-E608-FE94-E7BA-A1BCC85FA72F}"/>
          </ac:spMkLst>
        </pc:spChg>
        <pc:spChg chg="add del">
          <ac:chgData name="Stefan Novaković" userId="48d5634ac72bd80c" providerId="LiveId" clId="{D5E8266A-AB8C-4E5E-866F-681C013968C3}" dt="2024-12-24T14:50:58.294" v="1081" actId="22"/>
          <ac:spMkLst>
            <pc:docMk/>
            <pc:sldMk cId="575502191" sldId="417"/>
            <ac:spMk id="4" creationId="{745B3C38-4F59-2D1D-F19A-C4719888DEE9}"/>
          </ac:spMkLst>
        </pc:spChg>
        <pc:spChg chg="add mod">
          <ac:chgData name="Stefan Novaković" userId="48d5634ac72bd80c" providerId="LiveId" clId="{D5E8266A-AB8C-4E5E-866F-681C013968C3}" dt="2024-12-24T14:51:55.700" v="1113" actId="20577"/>
          <ac:spMkLst>
            <pc:docMk/>
            <pc:sldMk cId="575502191" sldId="417"/>
            <ac:spMk id="5" creationId="{E8C63919-B287-54F5-4E20-319470C640F8}"/>
          </ac:spMkLst>
        </pc:spChg>
        <pc:spChg chg="mod">
          <ac:chgData name="Stefan Novaković" userId="48d5634ac72bd80c" providerId="LiveId" clId="{D5E8266A-AB8C-4E5E-866F-681C013968C3}" dt="2024-12-24T14:48:05.291" v="1076"/>
          <ac:spMkLst>
            <pc:docMk/>
            <pc:sldMk cId="575502191" sldId="417"/>
            <ac:spMk id="10" creationId="{3E12F865-93A6-B607-D7EF-1B34926D906B}"/>
          </ac:spMkLst>
        </pc:spChg>
      </pc:sldChg>
      <pc:sldChg chg="addSp modSp add mod modAnim">
        <pc:chgData name="Stefan Novaković" userId="48d5634ac72bd80c" providerId="LiveId" clId="{D5E8266A-AB8C-4E5E-866F-681C013968C3}" dt="2024-12-24T14:53:24.429" v="1154" actId="20577"/>
        <pc:sldMkLst>
          <pc:docMk/>
          <pc:sldMk cId="2257000888" sldId="418"/>
        </pc:sldMkLst>
        <pc:spChg chg="mod">
          <ac:chgData name="Stefan Novaković" userId="48d5634ac72bd80c" providerId="LiveId" clId="{D5E8266A-AB8C-4E5E-866F-681C013968C3}" dt="2024-12-24T14:53:24.429" v="1154" actId="20577"/>
          <ac:spMkLst>
            <pc:docMk/>
            <pc:sldMk cId="2257000888" sldId="418"/>
            <ac:spMk id="2" creationId="{371293EB-FCAB-FC35-CCE0-0A4FCFE45010}"/>
          </ac:spMkLst>
        </pc:spChg>
        <pc:spChg chg="add mod">
          <ac:chgData name="Stefan Novaković" userId="48d5634ac72bd80c" providerId="LiveId" clId="{D5E8266A-AB8C-4E5E-866F-681C013968C3}" dt="2024-12-24T14:51:59.042" v="1118" actId="20577"/>
          <ac:spMkLst>
            <pc:docMk/>
            <pc:sldMk cId="2257000888" sldId="418"/>
            <ac:spMk id="3" creationId="{56D85B51-3EEC-F41C-41F3-475499B8B2A4}"/>
          </ac:spMkLst>
        </pc:spChg>
        <pc:spChg chg="mod">
          <ac:chgData name="Stefan Novaković" userId="48d5634ac72bd80c" providerId="LiveId" clId="{D5E8266A-AB8C-4E5E-866F-681C013968C3}" dt="2024-12-24T14:51:33.155" v="1096" actId="113"/>
          <ac:spMkLst>
            <pc:docMk/>
            <pc:sldMk cId="2257000888" sldId="418"/>
            <ac:spMk id="10" creationId="{FE7E6CF2-D6CD-F3FA-56FC-AF2EE7FFF09E}"/>
          </ac:spMkLst>
        </pc:spChg>
      </pc:sldChg>
      <pc:sldChg chg="delSp modSp add mod">
        <pc:chgData name="Stefan Novaković" userId="48d5634ac72bd80c" providerId="LiveId" clId="{D5E8266A-AB8C-4E5E-866F-681C013968C3}" dt="2024-12-24T15:29:54.086" v="1763"/>
        <pc:sldMkLst>
          <pc:docMk/>
          <pc:sldMk cId="622107466" sldId="419"/>
        </pc:sldMkLst>
        <pc:spChg chg="mod">
          <ac:chgData name="Stefan Novaković" userId="48d5634ac72bd80c" providerId="LiveId" clId="{D5E8266A-AB8C-4E5E-866F-681C013968C3}" dt="2024-12-24T15:29:40.095" v="1760" actId="20577"/>
          <ac:spMkLst>
            <pc:docMk/>
            <pc:sldMk cId="622107466" sldId="419"/>
            <ac:spMk id="2" creationId="{4BACF5A2-7053-E9F5-0606-A0637EAD586C}"/>
          </ac:spMkLst>
        </pc:spChg>
        <pc:spChg chg="mod">
          <ac:chgData name="Stefan Novaković" userId="48d5634ac72bd80c" providerId="LiveId" clId="{D5E8266A-AB8C-4E5E-866F-681C013968C3}" dt="2024-12-24T15:29:54.086" v="1763"/>
          <ac:spMkLst>
            <pc:docMk/>
            <pc:sldMk cId="622107466" sldId="419"/>
            <ac:spMk id="4" creationId="{FDCE9044-B390-A15C-7A82-31681985F735}"/>
          </ac:spMkLst>
        </pc:spChg>
        <pc:spChg chg="del">
          <ac:chgData name="Stefan Novaković" userId="48d5634ac72bd80c" providerId="LiveId" clId="{D5E8266A-AB8C-4E5E-866F-681C013968C3}" dt="2024-12-24T15:27:16.037" v="1624" actId="478"/>
          <ac:spMkLst>
            <pc:docMk/>
            <pc:sldMk cId="622107466" sldId="419"/>
            <ac:spMk id="5" creationId="{4109F279-1115-C99C-8CBF-72351CC113AA}"/>
          </ac:spMkLst>
        </pc:spChg>
      </pc:sldChg>
      <pc:sldChg chg="add del">
        <pc:chgData name="Stefan Novaković" userId="48d5634ac72bd80c" providerId="LiveId" clId="{D5E8266A-AB8C-4E5E-866F-681C013968C3}" dt="2024-12-24T15:41:45.328" v="1798" actId="47"/>
        <pc:sldMkLst>
          <pc:docMk/>
          <pc:sldMk cId="449120190" sldId="420"/>
        </pc:sldMkLst>
      </pc:sldChg>
      <pc:sldChg chg="addSp delSp modSp add mod">
        <pc:chgData name="Stefan Novaković" userId="48d5634ac72bd80c" providerId="LiveId" clId="{D5E8266A-AB8C-4E5E-866F-681C013968C3}" dt="2024-12-24T15:37:20.322" v="1781" actId="20577"/>
        <pc:sldMkLst>
          <pc:docMk/>
          <pc:sldMk cId="959380768" sldId="421"/>
        </pc:sldMkLst>
        <pc:spChg chg="mod">
          <ac:chgData name="Stefan Novaković" userId="48d5634ac72bd80c" providerId="LiveId" clId="{D5E8266A-AB8C-4E5E-866F-681C013968C3}" dt="2024-12-24T15:37:20.322" v="1781" actId="20577"/>
          <ac:spMkLst>
            <pc:docMk/>
            <pc:sldMk cId="959380768" sldId="421"/>
            <ac:spMk id="2" creationId="{BEF5A531-862F-0298-2133-8D9309A98BC6}"/>
          </ac:spMkLst>
        </pc:spChg>
        <pc:spChg chg="mod">
          <ac:chgData name="Stefan Novaković" userId="48d5634ac72bd80c" providerId="LiveId" clId="{D5E8266A-AB8C-4E5E-866F-681C013968C3}" dt="2024-12-24T15:31:48.143" v="1768" actId="1076"/>
          <ac:spMkLst>
            <pc:docMk/>
            <pc:sldMk cId="959380768" sldId="421"/>
            <ac:spMk id="4" creationId="{87EE85BF-209D-9B5E-1985-1EC4BC543F82}"/>
          </ac:spMkLst>
        </pc:spChg>
        <pc:picChg chg="add del mod">
          <ac:chgData name="Stefan Novaković" userId="48d5634ac72bd80c" providerId="LiveId" clId="{D5E8266A-AB8C-4E5E-866F-681C013968C3}" dt="2024-12-24T15:36:43.347" v="1771" actId="21"/>
          <ac:picMkLst>
            <pc:docMk/>
            <pc:sldMk cId="959380768" sldId="421"/>
            <ac:picMk id="5" creationId="{99404D83-1308-04B9-FA6B-50E001681605}"/>
          </ac:picMkLst>
        </pc:picChg>
      </pc:sldChg>
      <pc:sldChg chg="addSp modSp add mod">
        <pc:chgData name="Stefan Novaković" userId="48d5634ac72bd80c" providerId="LiveId" clId="{D5E8266A-AB8C-4E5E-866F-681C013968C3}" dt="2024-12-24T15:37:19.336" v="1780" actId="20577"/>
        <pc:sldMkLst>
          <pc:docMk/>
          <pc:sldMk cId="4020592891" sldId="422"/>
        </pc:sldMkLst>
        <pc:spChg chg="mod">
          <ac:chgData name="Stefan Novaković" userId="48d5634ac72bd80c" providerId="LiveId" clId="{D5E8266A-AB8C-4E5E-866F-681C013968C3}" dt="2024-12-24T15:37:19.336" v="1780" actId="20577"/>
          <ac:spMkLst>
            <pc:docMk/>
            <pc:sldMk cId="4020592891" sldId="422"/>
            <ac:spMk id="2" creationId="{F8BF7BCE-A414-8E62-220E-42E25797638D}"/>
          </ac:spMkLst>
        </pc:spChg>
        <pc:spChg chg="mod">
          <ac:chgData name="Stefan Novaković" userId="48d5634ac72bd80c" providerId="LiveId" clId="{D5E8266A-AB8C-4E5E-866F-681C013968C3}" dt="2024-12-24T15:37:05.817" v="1778" actId="14100"/>
          <ac:spMkLst>
            <pc:docMk/>
            <pc:sldMk cId="4020592891" sldId="422"/>
            <ac:spMk id="4" creationId="{C7E6A3D1-536D-25CB-7A84-1ED5F01B3344}"/>
          </ac:spMkLst>
        </pc:spChg>
        <pc:picChg chg="add mod">
          <ac:chgData name="Stefan Novaković" userId="48d5634ac72bd80c" providerId="LiveId" clId="{D5E8266A-AB8C-4E5E-866F-681C013968C3}" dt="2024-12-24T15:37:08.040" v="1779" actId="1076"/>
          <ac:picMkLst>
            <pc:docMk/>
            <pc:sldMk cId="4020592891" sldId="422"/>
            <ac:picMk id="5" creationId="{99404D83-1308-04B9-FA6B-50E001681605}"/>
          </ac:picMkLst>
        </pc:picChg>
      </pc:sldChg>
      <pc:sldChg chg="modSp add mod">
        <pc:chgData name="Stefan Novaković" userId="48d5634ac72bd80c" providerId="LiveId" clId="{D5E8266A-AB8C-4E5E-866F-681C013968C3}" dt="2024-12-24T15:42:18.943" v="1803" actId="20577"/>
        <pc:sldMkLst>
          <pc:docMk/>
          <pc:sldMk cId="674248982" sldId="423"/>
        </pc:sldMkLst>
        <pc:spChg chg="mod">
          <ac:chgData name="Stefan Novaković" userId="48d5634ac72bd80c" providerId="LiveId" clId="{D5E8266A-AB8C-4E5E-866F-681C013968C3}" dt="2024-12-24T15:37:30.920" v="1785" actId="20577"/>
          <ac:spMkLst>
            <pc:docMk/>
            <pc:sldMk cId="674248982" sldId="423"/>
            <ac:spMk id="2" creationId="{E3447DCA-E2E8-8FD2-6ECB-C5647A567E88}"/>
          </ac:spMkLst>
        </pc:spChg>
        <pc:spChg chg="mod">
          <ac:chgData name="Stefan Novaković" userId="48d5634ac72bd80c" providerId="LiveId" clId="{D5E8266A-AB8C-4E5E-866F-681C013968C3}" dt="2024-12-24T15:42:18.943" v="1803" actId="20577"/>
          <ac:spMkLst>
            <pc:docMk/>
            <pc:sldMk cId="674248982" sldId="423"/>
            <ac:spMk id="4" creationId="{526E928F-9131-310D-FC06-0273085CD14F}"/>
          </ac:spMkLst>
        </pc:spChg>
      </pc:sldChg>
      <pc:sldChg chg="add del">
        <pc:chgData name="Stefan Novaković" userId="48d5634ac72bd80c" providerId="LiveId" clId="{D5E8266A-AB8C-4E5E-866F-681C013968C3}" dt="2024-12-24T15:37:28.903" v="1783" actId="47"/>
        <pc:sldMkLst>
          <pc:docMk/>
          <pc:sldMk cId="3309751302" sldId="4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43610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39245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2103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62653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14804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24942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 {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arrSize =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(vect);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(vect) &lt;&lt;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  <a:r>
              <a:rPr lang="sr-Latn-BA" sz="28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8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: vect)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val &lt;&lt;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2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: vect)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val &lt;&lt;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sz="28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std::greater -- funkcijski objekat za poređenje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std::sort(arr.begin(), arr.end(), std::greater&lt;int&gt;());</a:t>
            </a:r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28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8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sz="28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: vect)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val &lt;&lt; </a:t>
            </a:r>
            <a:r>
              <a:rPr lang="sr-Latn-BA" sz="28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sz="28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sz="2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040284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sz="28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71930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sz="5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 { 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sz="5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println = [](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 };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min =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min_element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iterator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println(min); // operator&lt;&lt; nije definisan za ispis iteratora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 =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max_element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iterator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println(max); // operator&lt;&lt; nije definisan za ispis iteratora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(min -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3 -- indeks minimalnog elementa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(max -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2 -- indeks maksimalnog elementa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(*min);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-2 -- minimalni element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(*max);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3 -- maksimalni element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min_element sa predikatskom funkcijom koja određuje kriterijum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max2 = </a:t>
            </a:r>
            <a:r>
              <a:rPr lang="sr-Latn-BA" sz="5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max_element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[](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e1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5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5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e2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sz="5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e1 * e1 &lt; e2 * e2;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5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(*max2);</a:t>
            </a:r>
            <a:r>
              <a:rPr lang="sr-Latn-BA" sz="5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3 -- maksimalni element po kvadratu vrijednosti</a:t>
            </a:r>
            <a:endParaRPr lang="sr-Latn-BA" sz="5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5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40537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max_element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iterator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(*max);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40335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&lt;=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(it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it++)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53748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41E8-4104-0179-0941-D1AF7BEA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FB4CD-762B-173D-15DD-D95461533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2650-2B4B-B0E4-10EF-8E8E3AE03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&lt;=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(it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it++)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A2A02-4F38-4A3A-66E2-A2520DDE4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16297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942E-B867-B116-0917-39F25F0F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C721C-C9F2-64E0-FA5F-8593BF665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A5C45-3038-4447-CC40-CF9B79B30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&lt;=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(it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it++)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140B4-F3A1-3AB1-26B4-0D2515F31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78830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7F97-B9B9-4DA4-1AB2-48071272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37F95-468C-B053-3C59-31280CE9A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30B29-179D-5A3D-B41D-705D9F252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x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count_if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 &lt;=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iter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(iter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"7 is at position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iter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(it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it++)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 -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157C0-36B3-7064-3565-8E92A5836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17649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F82F-D564-639F-300D-6721F3E4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903B7-6457-F7E0-A030-F41EF8031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42F2E-9B22-2C9A-A924-EBF59DB3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re, im;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Complex{ re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im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}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::vector&lt;Complex&gt; vect{ {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zA + z;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+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94C00-D7EF-7FB1-957C-DD31B36A2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81426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38F4-B661-8E87-B228-83D70BCD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70CFA-3031-8A8A-B323-FDD9D94EA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0C193-2060-684F-A798-152BD51CA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re, im;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Complex{ re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im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}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::vector&lt;Complex&gt; vect{ {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zA + z;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+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FC75-A025-B90F-3558-78A2E1CB6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93703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&lt;numeric&gt;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re, im;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Complex{ re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im +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}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::vector&lt;Complex&gt; vect{ {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zA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zA + z;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+ 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"i"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::endl;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25605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// std::binary_search</a:t>
            </a:r>
          </a:p>
          <a:p>
            <a:endParaRPr lang="en-US" b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1 -- true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0 -- false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// std::unique</a:t>
            </a:r>
          </a:p>
          <a:p>
            <a:endParaRPr lang="en-US" b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vect{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 = [](</a:t>
            </a:r>
            <a:r>
              <a:rPr lang="sr-Latn-BA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val &lt;&lt; </a:t>
            </a:r>
            <a:r>
              <a:rPr lang="sr-Latn-B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print);</a:t>
            </a:r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 2 3 4 5 9</a:t>
            </a:r>
            <a:endParaRPr lang="sr-Latn-B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62494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25.12.2024.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Izuzeci i obrada izuzetaka</a:t>
            </a:r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583F-CA74-4AB3-A157-A517C6A1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Izuzeci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2E354-6F65-4757-8425-5C7EA0585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731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sr-Latn-BA"/>
              <a:t>Izuzetak (</a:t>
            </a:r>
            <a:r>
              <a:rPr lang="sr-Latn-BA" i="1"/>
              <a:t>exception</a:t>
            </a:r>
            <a:r>
              <a:rPr lang="sr-Latn-BA"/>
              <a:t>) –</a:t>
            </a:r>
            <a:r>
              <a:rPr lang="en-US"/>
              <a:t> na</a:t>
            </a:r>
            <a:r>
              <a:rPr lang="sr-Latn-BA"/>
              <a:t>čin za signalizaciju greške tokom izvršavanja</a:t>
            </a:r>
          </a:p>
          <a:p>
            <a:pPr algn="just"/>
            <a:r>
              <a:rPr lang="sr-Latn-BA"/>
              <a:t>Sa</a:t>
            </a:r>
            <a:r>
              <a:rPr lang="sr-Latn-BA" i="1"/>
              <a:t> </a:t>
            </a:r>
            <a:r>
              <a:rPr lang="sr-Latn-BA" b="1">
                <a:latin typeface="Consolas" panose="020B0609020204030204" pitchFamily="49" charset="0"/>
              </a:rPr>
              <a:t>throw</a:t>
            </a:r>
            <a:r>
              <a:rPr lang="sr-Latn-BA"/>
              <a:t> naredbom se baca izuzetak</a:t>
            </a:r>
          </a:p>
          <a:p>
            <a:pPr algn="just"/>
            <a:r>
              <a:rPr lang="sr-Latn-BA"/>
              <a:t>Ukoliko se pri izvršavanju </a:t>
            </a:r>
            <a:r>
              <a:rPr lang="sr-Latn-BA" b="1">
                <a:latin typeface="Consolas" panose="020B0609020204030204" pitchFamily="49" charset="0"/>
              </a:rPr>
              <a:t>try</a:t>
            </a:r>
            <a:r>
              <a:rPr lang="sr-Latn-BA"/>
              <a:t> bloka desi da je bačen izuzetak, a postoji odgovarajući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 za obradu takvog izuzetka, onda će bačeni izuzetak biti uhvaćen i obrađen u tom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bloku</a:t>
            </a:r>
          </a:p>
          <a:p>
            <a:pPr algn="just"/>
            <a:r>
              <a:rPr lang="sr-Latn-BA"/>
              <a:t>Inače, izuzetak će dovesti do naglog prekida programa</a:t>
            </a:r>
          </a:p>
          <a:p>
            <a:pPr algn="just"/>
            <a:r>
              <a:rPr lang="sr-Latn-BA"/>
              <a:t>Primjeri grešaka tokom izvršavanja:</a:t>
            </a:r>
          </a:p>
          <a:p>
            <a:pPr lvl="1" algn="just"/>
            <a:r>
              <a:rPr lang="sr-Latn-BA"/>
              <a:t>Indeksiranje izvan opsega.</a:t>
            </a:r>
          </a:p>
          <a:p>
            <a:pPr lvl="1" algn="just"/>
            <a:r>
              <a:rPr lang="sr-Latn-BA"/>
              <a:t>Nevalidni argumenti proslijeđeni u funkciju.</a:t>
            </a:r>
          </a:p>
          <a:p>
            <a:pPr lvl="1" algn="just"/>
            <a:r>
              <a:rPr lang="sr-Latn-BA"/>
              <a:t>Nepravilna upotreba objekata klase.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std::exception</a:t>
            </a:r>
            <a:r>
              <a:rPr lang="en-US"/>
              <a:t> – bazna klasa za izuzetke iz standardne biblioteke</a:t>
            </a:r>
          </a:p>
          <a:p>
            <a:pPr algn="just"/>
            <a:r>
              <a:rPr lang="sr-Latn-BA"/>
              <a:t>Preporučeno je sopstvene tipove izuzetaka izvesti iz </a:t>
            </a:r>
            <a:r>
              <a:rPr lang="sr-Latn-BA" b="1">
                <a:latin typeface="Consolas" panose="020B0609020204030204" pitchFamily="49" charset="0"/>
              </a:rPr>
              <a:t>std::exception</a:t>
            </a:r>
          </a:p>
        </p:txBody>
      </p:sp>
    </p:spTree>
    <p:extLst>
      <p:ext uri="{BB962C8B-B14F-4D97-AF65-F5344CB8AC3E}">
        <p14:creationId xmlns:p14="http://schemas.microsoft.com/office/powerpoint/2010/main" val="314680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4FBE-3DAB-F9E7-918B-0E56A90F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F5A2-7053-E9F5-0606-A0637EAD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indeksiranje izvan opsega (1)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E9044-B390-A15C-7A82-31681985F735}"/>
              </a:ext>
            </a:extLst>
          </p:cNvPr>
          <p:cNvSpPr txBox="1"/>
          <p:nvPr/>
        </p:nvSpPr>
        <p:spPr>
          <a:xfrm>
            <a:off x="1062228" y="2682344"/>
            <a:ext cx="10067544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operator[] u std::vector ne vrši proveru da li je indeks van opsega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"Bye!"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mogući ispis: 1 2 3 4 5 -1414812757 Bye!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0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F5828-7368-E803-D4B6-086CB6A5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A531-862F-0298-2133-8D9309A9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indeksiranje izvan opsega (2</a:t>
            </a:r>
            <a:r>
              <a:rPr lang="sr-Latn-BA"/>
              <a:t>a</a:t>
            </a:r>
            <a:r>
              <a:rPr lang="en-US"/>
              <a:t>)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E85BF-209D-9B5E-1985-1EC4BC543F82}"/>
              </a:ext>
            </a:extLst>
          </p:cNvPr>
          <p:cNvSpPr txBox="1"/>
          <p:nvPr/>
        </p:nvSpPr>
        <p:spPr>
          <a:xfrm>
            <a:off x="521110" y="1698658"/>
            <a:ext cx="109728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metoda at u std::vector baca izuzetak std::out_of_range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ako se proslijedi indeks koji je izvan granica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"Bye!"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ispisaće se 1 2 3 4 5, nakon čega će program baciti izuzetak i prekinuti se naglo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radi se o neuhvaćenom (neobrađenom) izuzetku tipa std::out_of_range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38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88EB-2DB5-136E-114D-DAEAFD95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7BCE-A414-8E62-220E-42E25797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indeksiranje izvan opsega (2</a:t>
            </a:r>
            <a:r>
              <a:rPr lang="sr-Latn-BA"/>
              <a:t>b</a:t>
            </a:r>
            <a:r>
              <a:rPr lang="en-US"/>
              <a:t>)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6A3D1-536D-25CB-7A84-1ED5F01B3344}"/>
              </a:ext>
            </a:extLst>
          </p:cNvPr>
          <p:cNvSpPr txBox="1"/>
          <p:nvPr/>
        </p:nvSpPr>
        <p:spPr>
          <a:xfrm>
            <a:off x="121373" y="1690688"/>
            <a:ext cx="487341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"Bye!"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04D83-1308-04B9-FA6B-50E00168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787" y="1302539"/>
            <a:ext cx="6934801" cy="55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9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46B8-006C-B635-02BC-D5C22DFC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7DCA-E2E8-8FD2-6ECB-C5647A56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indeksiranje izvan opsega (</a:t>
            </a:r>
            <a:r>
              <a:rPr lang="sr-Latn-BA"/>
              <a:t>3</a:t>
            </a:r>
            <a:r>
              <a:rPr lang="en-US"/>
              <a:t>)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928F-9131-310D-FC06-0273085CD14F}"/>
              </a:ext>
            </a:extLst>
          </p:cNvPr>
          <p:cNvSpPr txBox="1"/>
          <p:nvPr/>
        </p:nvSpPr>
        <p:spPr>
          <a:xfrm>
            <a:off x="127821" y="1698658"/>
            <a:ext cx="11759378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out_of_range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 of range!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"Bye!"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ispisaće se 1 2 3 4 5 Out of range!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        vector::_M_range_check: __n (which is 5) &gt;= this-&gt;size() (which is 5)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          Bye!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metoda at je bacila std::out_of_range i on je uhvaćen (obrađen) u navedenom catch bloku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24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FF1A-8D2C-96FD-544C-F7604E8E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primjer pri pristupu elementima matrice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E5114-16DC-6D29-C8E6-BE4C934ECD20}"/>
              </a:ext>
            </a:extLst>
          </p:cNvPr>
          <p:cNvSpPr txBox="1"/>
          <p:nvPr/>
        </p:nvSpPr>
        <p:spPr>
          <a:xfrm>
            <a:off x="1062228" y="1561467"/>
            <a:ext cx="1006754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out_of_range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 of bounds access!"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col_idx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F5BE8-0086-E63F-31D4-FF9D6E2F8068}"/>
              </a:ext>
            </a:extLst>
          </p:cNvPr>
          <p:cNvSpPr txBox="1"/>
          <p:nvPr/>
        </p:nvSpPr>
        <p:spPr>
          <a:xfrm>
            <a:off x="2352631" y="3315793"/>
            <a:ext cx="7656263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Kreiramo nula-bazirano indeksiranu matricu dimenzija 3x3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out_of_range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Obrada izuzetka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Izlaz: Out of bounds access!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643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6615-F2F0-AF27-08AD-F812721B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D2DD-4172-ADC3-BCE2-5AD27024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Izuzeci – primjer pri sabiranju matrica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E48A3-133E-8F6A-0B2A-B6983ED842D2}"/>
              </a:ext>
            </a:extLst>
          </p:cNvPr>
          <p:cNvSpPr txBox="1"/>
          <p:nvPr/>
        </p:nvSpPr>
        <p:spPr>
          <a:xfrm>
            <a:off x="838199" y="1567858"/>
            <a:ext cx="10067544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once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&lt;stdexcept&gt;</a:t>
            </a:r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DimensionMismatchException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invalid_argument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Koristi se isti konstruktor kao i std::invalid_argument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9B4EF-DD81-65C7-7578-558516A12999}"/>
              </a:ext>
            </a:extLst>
          </p:cNvPr>
          <p:cNvSpPr txBox="1"/>
          <p:nvPr/>
        </p:nvSpPr>
        <p:spPr>
          <a:xfrm>
            <a:off x="1826124" y="3619693"/>
            <a:ext cx="9719327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DimensionMismatchException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	    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"LHS matrix dimensions not the same as RHS matrix dimensions."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932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7469-5535-491B-801E-B87A10FF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Specifikacija izuzetaka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D11D1-A704-4B7E-8713-F3374FA88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C++ omogućava da se u deklaraciji funkcije eksplicitno navede </a:t>
            </a:r>
            <a:r>
              <a:rPr lang="en-US"/>
              <a:t>da </a:t>
            </a:r>
            <a:r>
              <a:rPr lang="sr-Latn-BA"/>
              <a:t>data funkcija </a:t>
            </a:r>
            <a:r>
              <a:rPr lang="en-US"/>
              <a:t>ne </a:t>
            </a:r>
            <a:r>
              <a:rPr lang="sr-Latn-BA"/>
              <a:t>može da baci</a:t>
            </a:r>
            <a:r>
              <a:rPr lang="en-US"/>
              <a:t> izuzetak</a:t>
            </a:r>
          </a:p>
          <a:p>
            <a:pPr algn="just"/>
            <a:endParaRPr lang="en-US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Ukoliko funkcija ozna</a:t>
            </a:r>
            <a:r>
              <a:rPr lang="sr-Latn-BA"/>
              <a:t>čena</a:t>
            </a:r>
            <a:r>
              <a:rPr lang="en-US"/>
              <a:t> sa </a:t>
            </a:r>
            <a:r>
              <a:rPr lang="en-US" b="1">
                <a:latin typeface="Consolas" panose="020B0609020204030204" pitchFamily="49" charset="0"/>
              </a:rPr>
              <a:t>noexcept</a:t>
            </a:r>
            <a:r>
              <a:rPr lang="en-US"/>
              <a:t> specifikatorom baci izuzetak, proces se terminira</a:t>
            </a:r>
          </a:p>
          <a:p>
            <a:pPr algn="just"/>
            <a:r>
              <a:rPr lang="en-US"/>
              <a:t>Pravilo: </a:t>
            </a:r>
            <a:r>
              <a:rPr lang="sr-Latn-BA"/>
              <a:t>Ne bacati izuzetke iz destruktora ili funkcija za dealokaciju</a:t>
            </a:r>
            <a:r>
              <a:rPr lang="en-US"/>
              <a:t>!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3A1BF-8A38-4563-9426-2649DA1F884F}"/>
              </a:ext>
            </a:extLst>
          </p:cNvPr>
          <p:cNvSpPr txBox="1"/>
          <p:nvPr/>
        </p:nvSpPr>
        <p:spPr>
          <a:xfrm>
            <a:off x="4740349" y="2744601"/>
            <a:ext cx="271130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</p:txBody>
      </p:sp>
    </p:spTree>
    <p:extLst>
      <p:ext uri="{BB962C8B-B14F-4D97-AF65-F5344CB8AC3E}">
        <p14:creationId xmlns:p14="http://schemas.microsoft.com/office/powerpoint/2010/main" val="1725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9ADE-6AE9-4B53-9F36-53D51F94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Obrada izuzetaka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5960-BB41-4785-AFE0-03BD9BCA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7948"/>
          </a:xfrm>
        </p:spPr>
        <p:txBody>
          <a:bodyPr>
            <a:normAutofit fontScale="92500"/>
          </a:bodyPr>
          <a:lstStyle/>
          <a:p>
            <a:pPr algn="just"/>
            <a:r>
              <a:rPr lang="en-US"/>
              <a:t>Argument za </a:t>
            </a:r>
            <a:r>
              <a:rPr lang="en-US" b="1">
                <a:latin typeface="Consolas" panose="020B0609020204030204" pitchFamily="49" charset="0"/>
              </a:rPr>
              <a:t>throw</a:t>
            </a:r>
            <a:r>
              <a:rPr lang="en-US"/>
              <a:t> se mo</a:t>
            </a:r>
            <a:r>
              <a:rPr lang="sr-Latn-BA"/>
              <a:t>že posmatrati i kao argument za parametar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 i="1"/>
              <a:t> </a:t>
            </a:r>
            <a:r>
              <a:rPr lang="sr-Latn-BA"/>
              <a:t>bloka</a:t>
            </a:r>
            <a:r>
              <a:rPr lang="en-US"/>
              <a:t> – s tim da se pri tome ne vr</a:t>
            </a:r>
            <a:r>
              <a:rPr lang="sr-Latn-BA"/>
              <a:t>ši implicitna konverzija tipova</a:t>
            </a:r>
            <a:endParaRPr lang="en-US"/>
          </a:p>
          <a:p>
            <a:pPr algn="just"/>
            <a:r>
              <a:rPr lang="sr-Latn-BA"/>
              <a:t>Može postojati više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blokova koji se vezuju za jedan </a:t>
            </a:r>
            <a:r>
              <a:rPr lang="sr-Latn-BA" b="1">
                <a:latin typeface="Consolas" panose="020B0609020204030204" pitchFamily="49" charset="0"/>
              </a:rPr>
              <a:t>try</a:t>
            </a:r>
            <a:r>
              <a:rPr lang="sr-Latn-BA"/>
              <a:t> blok</a:t>
            </a:r>
          </a:p>
          <a:p>
            <a:pPr algn="just"/>
            <a:r>
              <a:rPr lang="sr-Latn-BA"/>
              <a:t>Ako se u okviru koda koji se izvršava u </a:t>
            </a:r>
            <a:r>
              <a:rPr lang="sr-Latn-BA" b="1">
                <a:latin typeface="Consolas" panose="020B0609020204030204" pitchFamily="49" charset="0"/>
              </a:rPr>
              <a:t>try</a:t>
            </a:r>
            <a:r>
              <a:rPr lang="sr-Latn-BA"/>
              <a:t> bloku bacaju različiti tipovi izuzetaka, onda će obrađeni izuzetak biti uhvaćen i proslijeđen u </a:t>
            </a:r>
            <a:r>
              <a:rPr lang="en-US"/>
              <a:t>prvi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 s čijim se parametrom poklapa</a:t>
            </a:r>
            <a:r>
              <a:rPr lang="en-US"/>
              <a:t>, prema redoslijedu kojim su </a:t>
            </a:r>
            <a:r>
              <a:rPr lang="en-US" b="1">
                <a:latin typeface="Consolas" panose="020B0609020204030204" pitchFamily="49" charset="0"/>
              </a:rPr>
              <a:t>catch</a:t>
            </a:r>
            <a:r>
              <a:rPr lang="en-US"/>
              <a:t> blokovi navedeni</a:t>
            </a:r>
            <a:endParaRPr lang="sr-Latn-BA"/>
          </a:p>
          <a:p>
            <a:pPr algn="just"/>
            <a:r>
              <a:rPr lang="sr-Latn-BA"/>
              <a:t>Moguće je na kraju navesti </a:t>
            </a:r>
            <a:r>
              <a:rPr lang="sr-Latn-BA" b="1">
                <a:latin typeface="Consolas" panose="020B0609020204030204" pitchFamily="49" charset="0"/>
              </a:rPr>
              <a:t>catch-all</a:t>
            </a:r>
            <a:r>
              <a:rPr lang="sr-Latn-BA"/>
              <a:t> blok: </a:t>
            </a:r>
            <a:r>
              <a:rPr lang="sr-Latn-BA" b="1">
                <a:latin typeface="Consolas" panose="020B0609020204030204" pitchFamily="49" charset="0"/>
              </a:rPr>
              <a:t>catch(...)</a:t>
            </a:r>
            <a:endParaRPr lang="en-US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M</a:t>
            </a:r>
            <a:r>
              <a:rPr lang="sr-Latn-BA"/>
              <a:t>oguće je nakon obrade izuzetka ponovno baciti </a:t>
            </a:r>
            <a:r>
              <a:rPr lang="en-US"/>
              <a:t>isti </a:t>
            </a:r>
            <a:r>
              <a:rPr lang="sr-Latn-BA"/>
              <a:t>izuzetak</a:t>
            </a:r>
            <a:r>
              <a:rPr lang="en-US"/>
              <a:t> –</a:t>
            </a:r>
            <a:r>
              <a:rPr lang="sr-Latn-BA"/>
              <a:t> </a:t>
            </a:r>
            <a:r>
              <a:rPr lang="sr-Latn-BA" b="1">
                <a:latin typeface="Consolas" panose="020B0609020204030204" pitchFamily="49" charset="0"/>
              </a:rPr>
              <a:t>throw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sr-Latn-BA"/>
              <a:t>Preporuka: hvatati </a:t>
            </a:r>
            <a:r>
              <a:rPr lang="sr-Latn-BA" b="1">
                <a:latin typeface="Consolas" panose="020B0609020204030204" pitchFamily="49" charset="0"/>
              </a:rPr>
              <a:t>const</a:t>
            </a:r>
            <a:r>
              <a:rPr lang="sr-Latn-BA"/>
              <a:t> reference na izuzetke, da bi se izbjegli bespotrebno kopiranje i </a:t>
            </a:r>
            <a:r>
              <a:rPr lang="sr-Latn-BA" i="1"/>
              <a:t>object slicing</a:t>
            </a:r>
            <a:endParaRPr lang="sr-Latn-BA" b="1" i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05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7469-5535-491B-801E-B87A10FF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Funkcije i obrada izuzetaka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D11D1-A704-4B7E-8713-F3374FA88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/>
              <a:t>Ako se izuzetak ne obra</a:t>
            </a:r>
            <a:r>
              <a:rPr lang="sr-Latn-BA"/>
              <a:t>đuje u istoj funkciji u kojoj je i bačen, onda dolazi do pojave odmotavanja steka</a:t>
            </a:r>
          </a:p>
          <a:p>
            <a:pPr algn="just"/>
            <a:r>
              <a:rPr lang="sr-Latn-BA"/>
              <a:t>Funkcija u kojoj je postavljen izuzetak se prekida</a:t>
            </a:r>
          </a:p>
          <a:p>
            <a:pPr algn="just"/>
            <a:r>
              <a:rPr lang="sr-Latn-BA"/>
              <a:t>Automatske promjenljive se uništavaju i kontrola se vraća u funkciju koja je pozvala trenutnu funkciju</a:t>
            </a:r>
          </a:p>
          <a:p>
            <a:pPr algn="just"/>
            <a:r>
              <a:rPr lang="en-US"/>
              <a:t>Ako je poziv prekinute funkcije bio iz </a:t>
            </a:r>
            <a:r>
              <a:rPr lang="en-US" b="1">
                <a:latin typeface="Consolas" panose="020B0609020204030204" pitchFamily="49" charset="0"/>
              </a:rPr>
              <a:t>try</a:t>
            </a:r>
            <a:r>
              <a:rPr lang="en-US"/>
              <a:t> sekcije u funkciji iz koje je izvr</a:t>
            </a:r>
            <a:r>
              <a:rPr lang="sr-Latn-BA"/>
              <a:t>šen poziv, traži se i izvršava odgovarajući</a:t>
            </a:r>
            <a:r>
              <a:rPr lang="sr-Latn-BA" i="1"/>
              <a:t>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</a:t>
            </a:r>
          </a:p>
          <a:p>
            <a:pPr algn="just"/>
            <a:r>
              <a:rPr lang="sr-Latn-BA"/>
              <a:t>Ako poziv prekinute funkcije nije bio iz </a:t>
            </a:r>
            <a:r>
              <a:rPr lang="sr-Latn-BA" b="1">
                <a:latin typeface="Consolas" panose="020B0609020204030204" pitchFamily="49" charset="0"/>
              </a:rPr>
              <a:t>try</a:t>
            </a:r>
            <a:r>
              <a:rPr lang="sr-Latn-BA"/>
              <a:t> sekcije ili ne postoji odgovarajući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blok, prekida se i trenutna funkcija i nastavlja se postupak odmotavanja steka</a:t>
            </a:r>
            <a:endParaRPr lang="en-US"/>
          </a:p>
          <a:p>
            <a:pPr algn="just"/>
            <a:r>
              <a:rPr lang="en-US"/>
              <a:t>Kopija izuzetka se uvijek konstrui</a:t>
            </a:r>
            <a:r>
              <a:rPr lang="sr-Latn-BA"/>
              <a:t>še u </a:t>
            </a:r>
            <a:r>
              <a:rPr lang="sr-Latn-BA" b="1">
                <a:latin typeface="Consolas" panose="020B0609020204030204" pitchFamily="49" charset="0"/>
              </a:rPr>
              <a:t>catch</a:t>
            </a:r>
            <a:r>
              <a:rPr lang="sr-Latn-BA"/>
              <a:t> bloku vanjske funkcije koja uhvati taj izuzetak (može se i izbjeći kopiranje kao vid optimizacije)</a:t>
            </a:r>
          </a:p>
        </p:txBody>
      </p:sp>
    </p:spTree>
    <p:extLst>
      <p:ext uri="{BB962C8B-B14F-4D97-AF65-F5344CB8AC3E}">
        <p14:creationId xmlns:p14="http://schemas.microsoft.com/office/powerpoint/2010/main" val="101063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Iteratori</a:t>
            </a:r>
            <a:endParaRPr lang="sr-Latn-BA" b="1"/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7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6771-1710-4679-8508-35ECBD89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Iteratori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33B4-C086-49BE-8AD4-EB110387F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2632"/>
          </a:xfrm>
        </p:spPr>
        <p:txBody>
          <a:bodyPr>
            <a:normAutofit/>
          </a:bodyPr>
          <a:lstStyle/>
          <a:p>
            <a:r>
              <a:rPr lang="sr-Latn-BA"/>
              <a:t>Iterator je objekat kojim se iterira kroz elemente kolekcije</a:t>
            </a:r>
          </a:p>
          <a:p>
            <a:r>
              <a:rPr lang="sr-Latn-BA"/>
              <a:t>U nekom trenutku (stanju) iterator referencira konkretan element</a:t>
            </a:r>
          </a:p>
          <a:p>
            <a:r>
              <a:rPr lang="sr-Latn-BA"/>
              <a:t>Prvobitno referencirani element se određuje pri inicijalizaciji iteratora</a:t>
            </a:r>
          </a:p>
          <a:p>
            <a:r>
              <a:rPr lang="sr-Latn-BA"/>
              <a:t>Sadrži metodu za prelazak na sljedeći element (</a:t>
            </a:r>
            <a:r>
              <a:rPr lang="sr-Latn-BA" b="1">
                <a:latin typeface="Consolas" panose="020B0609020204030204" pitchFamily="49" charset="0"/>
              </a:rPr>
              <a:t>operator++</a:t>
            </a:r>
            <a:r>
              <a:rPr lang="sr-Latn-BA"/>
              <a:t>)</a:t>
            </a:r>
          </a:p>
          <a:p>
            <a:r>
              <a:rPr lang="sr-Latn-BA"/>
              <a:t>Moguće je dereferencirati trenutn</a:t>
            </a:r>
            <a:r>
              <a:rPr lang="en-US"/>
              <a:t>i</a:t>
            </a:r>
            <a:r>
              <a:rPr lang="sr-Latn-BA"/>
              <a:t> element (</a:t>
            </a:r>
            <a:r>
              <a:rPr lang="sr-Latn-BA" b="1">
                <a:latin typeface="Consolas" panose="020B0609020204030204" pitchFamily="49" charset="0"/>
              </a:rPr>
              <a:t>operator*</a:t>
            </a:r>
            <a:r>
              <a:rPr lang="sr-Latn-BA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085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CF49-D187-07ED-108A-E243AD77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F0C2-C3B4-36F2-9C9C-2C052BCA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Pokazivač + pokazivačka aritmetika – primitivni iterator</a:t>
            </a:r>
          </a:p>
          <a:p>
            <a:r>
              <a:rPr lang="sr-Latn-BA"/>
              <a:t>Za neki tip kolekcije može da postoji odgovarajući tip iteratora</a:t>
            </a:r>
          </a:p>
          <a:p>
            <a:r>
              <a:rPr lang="sr-Latn-BA"/>
              <a:t>Različiti tipovi iteratora mogu imati različite funkcionalnosti</a:t>
            </a:r>
          </a:p>
          <a:p>
            <a:r>
              <a:rPr lang="en-US"/>
              <a:t>Svi iteratori </a:t>
            </a:r>
            <a:r>
              <a:rPr lang="sr-Latn-BA"/>
              <a:t>treba da </a:t>
            </a:r>
            <a:r>
              <a:rPr lang="en-US"/>
              <a:t>se mogu kopirati i uni</a:t>
            </a:r>
            <a:r>
              <a:rPr lang="sr-Latn-BA"/>
              <a:t>štiti</a:t>
            </a:r>
          </a:p>
          <a:p>
            <a:r>
              <a:rPr lang="sr-Latn-BA"/>
              <a:t>Kroz iterabilnu kolekciju</a:t>
            </a:r>
            <a:r>
              <a:rPr lang="en-US"/>
              <a:t> </a:t>
            </a:r>
            <a:r>
              <a:rPr lang="sr-Latn-BA"/>
              <a:t>se može proći </a:t>
            </a:r>
            <a:r>
              <a:rPr lang="sr-Latn-BA" b="1">
                <a:latin typeface="Consolas" panose="020B0609020204030204" pitchFamily="49" charset="0"/>
              </a:rPr>
              <a:t>foreach</a:t>
            </a:r>
            <a:r>
              <a:rPr lang="sr-Latn-BA"/>
              <a:t> petljom</a:t>
            </a:r>
          </a:p>
          <a:p>
            <a:r>
              <a:rPr lang="en-US"/>
              <a:t>STL algoritmi (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r>
              <a:rPr lang="en-US"/>
              <a:t>) </a:t>
            </a:r>
            <a:r>
              <a:rPr lang="sr-Latn-BA"/>
              <a:t>se mogu </a:t>
            </a:r>
            <a:r>
              <a:rPr lang="en-US"/>
              <a:t>koristiti sa iteratorima</a:t>
            </a:r>
          </a:p>
          <a:p>
            <a:r>
              <a:rPr lang="en-US"/>
              <a:t>STL kolekcije (npr. </a:t>
            </a:r>
            <a:r>
              <a:rPr lang="en-US" b="1">
                <a:latin typeface="Consolas" panose="020B0609020204030204" pitchFamily="49" charset="0"/>
              </a:rPr>
              <a:t>std::vector</a:t>
            </a:r>
            <a:r>
              <a:rPr lang="en-US"/>
              <a:t>) imaju </a:t>
            </a:r>
            <a:r>
              <a:rPr lang="sr-Latn-BA"/>
              <a:t>svoje iteratorske klase</a:t>
            </a:r>
          </a:p>
          <a:p>
            <a:r>
              <a:rPr lang="sr-Latn-BA"/>
              <a:t>Hijerarhijska klasifikacija iteratora u 5 standardnih kategorija...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3990-E719-4948-87C8-40DE44A7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Kategorije iteratora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0B1A3C5-6315-4B72-ACC3-9B23A4D20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537" y="2275114"/>
            <a:ext cx="6176932" cy="395491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3EBE17-534B-4178-9A7A-7BCED8A44953}"/>
              </a:ext>
            </a:extLst>
          </p:cNvPr>
          <p:cNvSpPr txBox="1">
            <a:spLocks/>
          </p:cNvSpPr>
          <p:nvPr/>
        </p:nvSpPr>
        <p:spPr>
          <a:xfrm>
            <a:off x="838199" y="1647145"/>
            <a:ext cx="4963883" cy="52108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BA" sz="2400"/>
              <a:t>Input – ulazni</a:t>
            </a:r>
            <a:r>
              <a:rPr lang="en-US" sz="2400"/>
              <a:t> (</a:t>
            </a:r>
            <a:r>
              <a:rPr lang="sr-Latn-BA" sz="2400"/>
              <a:t>jedan prolaz</a:t>
            </a:r>
            <a:r>
              <a:rPr lang="en-US" sz="2400"/>
              <a:t>)</a:t>
            </a:r>
            <a:endParaRPr lang="sr-Latn-BA" sz="2400"/>
          </a:p>
          <a:p>
            <a:pPr marL="457200" lvl="1" indent="0">
              <a:buNone/>
            </a:pPr>
            <a:r>
              <a:rPr lang="sr-Latn-BA" sz="2000" i="1"/>
              <a:t>Read-only</a:t>
            </a:r>
            <a:r>
              <a:rPr lang="sr-Latn-BA" sz="2000"/>
              <a:t> sekvencijalne operacije</a:t>
            </a:r>
          </a:p>
          <a:p>
            <a:pPr marL="457200" lvl="1" indent="0">
              <a:buNone/>
            </a:pPr>
            <a:r>
              <a:rPr lang="sr-Latn-BA" sz="2000"/>
              <a:t>Poređenje iteratora </a:t>
            </a:r>
            <a:r>
              <a:rPr lang="en-US" sz="2000"/>
              <a:t>(</a:t>
            </a:r>
            <a:r>
              <a:rPr lang="en-US" sz="2000" b="1">
                <a:latin typeface="Consolas" panose="020B0609020204030204" pitchFamily="49" charset="0"/>
              </a:rPr>
              <a:t>== !=</a:t>
            </a:r>
            <a:r>
              <a:rPr lang="en-US" sz="2000"/>
              <a:t>)</a:t>
            </a:r>
            <a:endParaRPr lang="sr-Latn-BA" sz="2000"/>
          </a:p>
          <a:p>
            <a:r>
              <a:rPr lang="sr-Latn-BA" sz="2400"/>
              <a:t>Output – izlazni</a:t>
            </a:r>
            <a:r>
              <a:rPr lang="en-US" sz="2400"/>
              <a:t> (</a:t>
            </a:r>
            <a:r>
              <a:rPr lang="sr-Latn-BA" sz="2400"/>
              <a:t>jedan prolaz</a:t>
            </a:r>
            <a:r>
              <a:rPr lang="en-US" sz="2400"/>
              <a:t>)</a:t>
            </a:r>
            <a:endParaRPr lang="sr-Latn-BA" sz="2400"/>
          </a:p>
          <a:p>
            <a:pPr marL="457200" lvl="1" indent="0">
              <a:buNone/>
            </a:pPr>
            <a:r>
              <a:rPr lang="sr-Latn-BA" sz="2000" i="1"/>
              <a:t>Write-only</a:t>
            </a:r>
            <a:r>
              <a:rPr lang="sr-Latn-BA" sz="2000"/>
              <a:t> sekvencijalne operacije</a:t>
            </a:r>
          </a:p>
          <a:p>
            <a:r>
              <a:rPr lang="sr-Latn-BA" sz="2400"/>
              <a:t>Forward – jednosmjerni</a:t>
            </a:r>
          </a:p>
          <a:p>
            <a:pPr marL="457200" lvl="1" indent="0">
              <a:buNone/>
            </a:pPr>
            <a:r>
              <a:rPr lang="sr-Latn-BA" sz="2000"/>
              <a:t>Dozvoljeno više prolaza kroz kolekciju</a:t>
            </a:r>
          </a:p>
          <a:p>
            <a:pPr marL="457200" lvl="1" indent="0">
              <a:buNone/>
            </a:pPr>
            <a:r>
              <a:rPr lang="sr-Latn-BA" sz="2000"/>
              <a:t>Postoji podrazumijevani konstruktor</a:t>
            </a:r>
          </a:p>
          <a:p>
            <a:r>
              <a:rPr lang="sr-Latn-BA" sz="2400"/>
              <a:t>Bidirectional – dvosmjerni </a:t>
            </a:r>
          </a:p>
          <a:p>
            <a:pPr marL="457200" lvl="1" indent="0">
              <a:buNone/>
            </a:pPr>
            <a:r>
              <a:rPr lang="sr-Latn-BA" sz="2100"/>
              <a:t>Podržava </a:t>
            </a:r>
            <a:r>
              <a:rPr lang="sr-Latn-BA" sz="2100" b="1">
                <a:latin typeface="Consolas" panose="020B0609020204030204" pitchFamily="49" charset="0"/>
              </a:rPr>
              <a:t>operator--</a:t>
            </a:r>
            <a:endParaRPr lang="sr-Latn-BA" sz="2100"/>
          </a:p>
          <a:p>
            <a:r>
              <a:rPr lang="sr-Latn-BA" sz="2400"/>
              <a:t>Random Access – nasumični pristup</a:t>
            </a:r>
          </a:p>
          <a:p>
            <a:pPr marL="457200" lvl="1" indent="0">
              <a:buNone/>
            </a:pPr>
            <a:r>
              <a:rPr lang="sr-Latn-BA" sz="2100"/>
              <a:t>Proizvoljan pomjeraj (</a:t>
            </a:r>
            <a:r>
              <a:rPr lang="sr-Latn-BA" sz="2100" b="1">
                <a:latin typeface="Consolas" panose="020B0609020204030204" pitchFamily="49" charset="0"/>
              </a:rPr>
              <a:t>+ - </a:t>
            </a:r>
            <a:r>
              <a:rPr lang="en-US" sz="2100" b="1">
                <a:latin typeface="Consolas" panose="020B0609020204030204" pitchFamily="49" charset="0"/>
              </a:rPr>
              <a:t>+= -=</a:t>
            </a:r>
            <a:r>
              <a:rPr lang="sr-Latn-BA" sz="2100"/>
              <a:t>)</a:t>
            </a:r>
            <a:endParaRPr lang="sr-Latn-BA" sz="2100" b="1"/>
          </a:p>
          <a:p>
            <a:pPr marL="457200" lvl="1" indent="0">
              <a:buNone/>
            </a:pPr>
            <a:r>
              <a:rPr lang="sr-Latn-BA" sz="2100"/>
              <a:t>P</a:t>
            </a:r>
            <a:r>
              <a:rPr lang="en-US" sz="2100"/>
              <a:t>ore</a:t>
            </a:r>
            <a:r>
              <a:rPr lang="sr-Latn-BA" sz="2100"/>
              <a:t>đenje po poziciji (</a:t>
            </a:r>
            <a:r>
              <a:rPr lang="en-US" sz="2100" b="1">
                <a:latin typeface="Consolas" panose="020B0609020204030204" pitchFamily="49" charset="0"/>
              </a:rPr>
              <a:t>&lt; &gt; &gt;= &lt;=</a:t>
            </a:r>
            <a:r>
              <a:rPr lang="sr-Latn-BA" sz="2100"/>
              <a:t>)</a:t>
            </a:r>
          </a:p>
          <a:p>
            <a:pPr marL="457200" lvl="1" indent="0">
              <a:buNone/>
            </a:pPr>
            <a:r>
              <a:rPr lang="en-US" sz="2100" b="1">
                <a:latin typeface="Consolas" panose="020B0609020204030204" pitchFamily="49" charset="0"/>
              </a:rPr>
              <a:t>[]</a:t>
            </a:r>
            <a:r>
              <a:rPr lang="sr-Latn-BA" sz="2100"/>
              <a:t> za dereferenciranje s pomjerajem</a:t>
            </a:r>
            <a:endParaRPr lang="en-US" sz="2100"/>
          </a:p>
          <a:p>
            <a:pPr marL="457200" lvl="1" indent="0">
              <a:buNone/>
            </a:pPr>
            <a:endParaRPr lang="sr-Latn-BA" sz="2100"/>
          </a:p>
          <a:p>
            <a:pPr marL="0" indent="0">
              <a:buNone/>
            </a:pPr>
            <a:endParaRPr lang="sr-Latn-BA" sz="2000"/>
          </a:p>
          <a:p>
            <a:pPr marL="0" indent="0">
              <a:buNone/>
            </a:pPr>
            <a:endParaRPr lang="sr-Latn-BA" sz="2000"/>
          </a:p>
        </p:txBody>
      </p:sp>
    </p:spTree>
    <p:extLst>
      <p:ext uri="{BB962C8B-B14F-4D97-AF65-F5344CB8AC3E}">
        <p14:creationId xmlns:p14="http://schemas.microsoft.com/office/powerpoint/2010/main" val="1098353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F091-8052-4B8B-82B3-CE4F9319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Funkcije za rad sa iteratorima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BAC6-F443-4DED-9FE2-70F70290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675"/>
          </a:xfrm>
        </p:spPr>
        <p:txBody>
          <a:bodyPr>
            <a:normAutofit/>
          </a:bodyPr>
          <a:lstStyle/>
          <a:p>
            <a:r>
              <a:rPr lang="sr-Latn-BA" sz="2600"/>
              <a:t>Metode iterabilnih kolekcija</a:t>
            </a: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begin()</a:t>
            </a:r>
            <a:r>
              <a:rPr lang="sr-Latn-BA" sz="2200" b="1"/>
              <a:t> </a:t>
            </a:r>
            <a:r>
              <a:rPr lang="sr-Latn-BA" sz="2200"/>
              <a:t>– Vraća iterator koji pokazuje na prvu poziciju</a:t>
            </a: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end()</a:t>
            </a:r>
            <a:r>
              <a:rPr lang="sr-Latn-BA" sz="2200"/>
              <a:t> – Vraća iterator koji pokazuje na posljednju+1 poziciju</a:t>
            </a: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cbegin()</a:t>
            </a:r>
            <a:r>
              <a:rPr lang="sr-Latn-BA" sz="2200" b="1"/>
              <a:t> </a:t>
            </a:r>
            <a:r>
              <a:rPr lang="sr-Latn-BA" sz="2200"/>
              <a:t>– Vraća konstantni iterator koji pokazuje na prvu poziciju</a:t>
            </a: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cend()</a:t>
            </a:r>
            <a:r>
              <a:rPr lang="sr-Latn-BA" sz="2200"/>
              <a:t> – Vraća konstantni iterator koji pokazuje na posljednju+1 poziciju</a:t>
            </a:r>
          </a:p>
          <a:p>
            <a:r>
              <a:rPr lang="sr-Latn-BA" sz="2600"/>
              <a:t>Funkcije za rad sa iteratorima (</a:t>
            </a:r>
            <a:r>
              <a:rPr lang="en-US" sz="2600" b="1">
                <a:latin typeface="Consolas" panose="020B0609020204030204" pitchFamily="49" charset="0"/>
              </a:rPr>
              <a:t>&lt;iterator&gt;</a:t>
            </a:r>
            <a:r>
              <a:rPr lang="en-US" sz="2600"/>
              <a:t>)</a:t>
            </a:r>
            <a:endParaRPr lang="sr-Latn-BA" sz="2600"/>
          </a:p>
          <a:p>
            <a:pPr lvl="1"/>
            <a:r>
              <a:rPr lang="en-US" sz="2200" b="1">
                <a:latin typeface="Consolas" panose="020B0609020204030204" pitchFamily="49" charset="0"/>
              </a:rPr>
              <a:t>advance</a:t>
            </a:r>
            <a:r>
              <a:rPr lang="sr-Latn-BA" sz="2200" b="1">
                <a:latin typeface="Consolas" panose="020B0609020204030204" pitchFamily="49" charset="0"/>
              </a:rPr>
              <a:t>(</a:t>
            </a:r>
            <a:r>
              <a:rPr lang="en-US" sz="2200" b="1">
                <a:latin typeface="Consolas" panose="020B0609020204030204" pitchFamily="49" charset="0"/>
              </a:rPr>
              <a:t>iter</a:t>
            </a:r>
            <a:r>
              <a:rPr lang="sr-Latn-BA" sz="2200" b="1">
                <a:latin typeface="Consolas" panose="020B0609020204030204" pitchFamily="49" charset="0"/>
              </a:rPr>
              <a:t>)</a:t>
            </a:r>
            <a:r>
              <a:rPr lang="sr-Latn-BA" sz="2200" b="1"/>
              <a:t> </a:t>
            </a:r>
            <a:r>
              <a:rPr lang="sr-Latn-BA" sz="2200"/>
              <a:t>– </a:t>
            </a:r>
            <a:r>
              <a:rPr lang="en-US" sz="2200"/>
              <a:t>ekvivalentno </a:t>
            </a:r>
            <a:r>
              <a:rPr lang="en-US" sz="2200" b="1">
                <a:latin typeface="Consolas" panose="020B0609020204030204" pitchFamily="49" charset="0"/>
              </a:rPr>
              <a:t>iter++</a:t>
            </a:r>
            <a:endParaRPr lang="sr-Latn-BA" sz="2200" b="1">
              <a:latin typeface="Consolas" panose="020B0609020204030204" pitchFamily="49" charset="0"/>
            </a:endParaRP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distance</a:t>
            </a:r>
            <a:r>
              <a:rPr lang="en-US" sz="2200" b="1">
                <a:latin typeface="Consolas" panose="020B0609020204030204" pitchFamily="49" charset="0"/>
              </a:rPr>
              <a:t>(iter</a:t>
            </a:r>
            <a:r>
              <a:rPr lang="sr-Latn-BA" sz="2200" b="1">
                <a:latin typeface="Consolas" panose="020B0609020204030204" pitchFamily="49" charset="0"/>
              </a:rPr>
              <a:t>1</a:t>
            </a:r>
            <a:r>
              <a:rPr lang="en-US" sz="2200" b="1">
                <a:latin typeface="Consolas" panose="020B0609020204030204" pitchFamily="49" charset="0"/>
              </a:rPr>
              <a:t>, iter</a:t>
            </a:r>
            <a:r>
              <a:rPr lang="sr-Latn-BA" sz="2200" b="1">
                <a:latin typeface="Consolas" panose="020B0609020204030204" pitchFamily="49" charset="0"/>
              </a:rPr>
              <a:t>2</a:t>
            </a:r>
            <a:r>
              <a:rPr lang="en-US" sz="2200" b="1">
                <a:latin typeface="Consolas" panose="020B0609020204030204" pitchFamily="49" charset="0"/>
              </a:rPr>
              <a:t>)</a:t>
            </a:r>
            <a:r>
              <a:rPr lang="sr-Latn-BA" sz="2200"/>
              <a:t> – udaljenost između </a:t>
            </a:r>
            <a:r>
              <a:rPr lang="sr-Latn-BA" sz="2200" b="1">
                <a:latin typeface="Consolas" panose="020B0609020204030204" pitchFamily="49" charset="0"/>
              </a:rPr>
              <a:t>iter1</a:t>
            </a:r>
            <a:r>
              <a:rPr lang="sr-Latn-BA" sz="2200"/>
              <a:t> i </a:t>
            </a:r>
            <a:r>
              <a:rPr lang="sr-Latn-BA" sz="2200" b="1">
                <a:latin typeface="Consolas" panose="020B0609020204030204" pitchFamily="49" charset="0"/>
              </a:rPr>
              <a:t>iter2</a:t>
            </a:r>
            <a:r>
              <a:rPr lang="sr-Latn-BA" sz="2200"/>
              <a:t>, </a:t>
            </a:r>
            <a:r>
              <a:rPr lang="sr-Latn-BA" sz="2200" b="1">
                <a:latin typeface="Consolas" panose="020B0609020204030204" pitchFamily="49" charset="0"/>
              </a:rPr>
              <a:t>iter2-iter1</a:t>
            </a:r>
            <a:endParaRPr lang="en-US" sz="2200" b="1">
              <a:latin typeface="Consolas" panose="020B0609020204030204" pitchFamily="49" charset="0"/>
            </a:endParaRPr>
          </a:p>
          <a:p>
            <a:pPr lvl="1"/>
            <a:r>
              <a:rPr lang="en-US" sz="2200" b="1">
                <a:latin typeface="Consolas" panose="020B0609020204030204" pitchFamily="49" charset="0"/>
              </a:rPr>
              <a:t>next(iter, n)</a:t>
            </a:r>
            <a:r>
              <a:rPr lang="sr-Latn-BA" sz="2200"/>
              <a:t> – </a:t>
            </a:r>
            <a:r>
              <a:rPr lang="en-US" sz="2200"/>
              <a:t>vra</a:t>
            </a:r>
            <a:r>
              <a:rPr lang="sr-Latn-BA" sz="2200"/>
              <a:t>ća </a:t>
            </a:r>
            <a:r>
              <a:rPr lang="sr-Latn-BA" sz="2200" b="1">
                <a:latin typeface="Consolas" panose="020B0609020204030204" pitchFamily="49" charset="0"/>
              </a:rPr>
              <a:t>n</a:t>
            </a:r>
            <a:r>
              <a:rPr lang="sr-Latn-BA" sz="2200"/>
              <a:t>-ti sljedbenik iteratora </a:t>
            </a:r>
            <a:r>
              <a:rPr lang="sr-Latn-BA" sz="2200" b="1">
                <a:latin typeface="Consolas" panose="020B0609020204030204" pitchFamily="49" charset="0"/>
              </a:rPr>
              <a:t>iter</a:t>
            </a:r>
            <a:r>
              <a:rPr lang="sr-Latn-BA" sz="2200"/>
              <a:t>, </a:t>
            </a:r>
            <a:r>
              <a:rPr lang="sr-Latn-BA" sz="2200" b="1">
                <a:latin typeface="Consolas" panose="020B0609020204030204" pitchFamily="49" charset="0"/>
              </a:rPr>
              <a:t>iter+n</a:t>
            </a:r>
          </a:p>
          <a:p>
            <a:pPr lvl="1"/>
            <a:r>
              <a:rPr lang="sr-Latn-BA" sz="2200" b="1">
                <a:latin typeface="Consolas" panose="020B0609020204030204" pitchFamily="49" charset="0"/>
              </a:rPr>
              <a:t>prev</a:t>
            </a:r>
            <a:r>
              <a:rPr lang="en-US" sz="2200" b="1">
                <a:latin typeface="Consolas" panose="020B0609020204030204" pitchFamily="49" charset="0"/>
              </a:rPr>
              <a:t>(iter, n)</a:t>
            </a:r>
            <a:r>
              <a:rPr lang="sr-Latn-BA" sz="2200"/>
              <a:t> – </a:t>
            </a:r>
            <a:r>
              <a:rPr lang="en-US" sz="2200"/>
              <a:t>vra</a:t>
            </a:r>
            <a:r>
              <a:rPr lang="sr-Latn-BA" sz="2200"/>
              <a:t>ća </a:t>
            </a:r>
            <a:r>
              <a:rPr lang="sr-Latn-BA" sz="2200" b="1">
                <a:latin typeface="Consolas" panose="020B0609020204030204" pitchFamily="49" charset="0"/>
              </a:rPr>
              <a:t>n</a:t>
            </a:r>
            <a:r>
              <a:rPr lang="sr-Latn-BA" sz="2200"/>
              <a:t>-ti prethodnik iteratora </a:t>
            </a:r>
            <a:r>
              <a:rPr lang="sr-Latn-BA" sz="2200" b="1">
                <a:latin typeface="Consolas" panose="020B0609020204030204" pitchFamily="49" charset="0"/>
              </a:rPr>
              <a:t>iter</a:t>
            </a:r>
            <a:r>
              <a:rPr lang="sr-Latn-BA" sz="2400"/>
              <a:t>, </a:t>
            </a:r>
            <a:r>
              <a:rPr lang="sr-Latn-BA" sz="2400" b="1">
                <a:latin typeface="Consolas" panose="020B0609020204030204" pitchFamily="49" charset="0"/>
              </a:rPr>
              <a:t>iter-n</a:t>
            </a:r>
            <a:endParaRPr lang="en-US" sz="23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r-Latn-BA" sz="3900" b="1"/>
          </a:p>
          <a:p>
            <a:pPr marL="0" indent="0">
              <a:buNone/>
            </a:pP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42771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5B32-D231-4382-82FD-500A59F1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Petlje nad iteratorima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0071-7C7A-4C39-996F-B9F789D49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896600" cy="4351338"/>
          </a:xfrm>
        </p:spPr>
        <p:txBody>
          <a:bodyPr>
            <a:normAutofit/>
          </a:bodyPr>
          <a:lstStyle/>
          <a:p>
            <a:r>
              <a:rPr lang="en-US" b="1"/>
              <a:t>Obi</a:t>
            </a:r>
            <a:r>
              <a:rPr lang="sr-Latn-BA" b="1"/>
              <a:t>čna for petlja</a:t>
            </a:r>
            <a:endParaRPr lang="en-US" sz="2800" b="1">
              <a:effectLst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en-US" sz="24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it != </a:t>
            </a:r>
            <a:r>
              <a:rPr lang="en-US" sz="24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++it)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 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elem = *it;</a:t>
            </a:r>
            <a:endParaRPr lang="sr-Latn-BA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i="1"/>
              <a:t>foreach</a:t>
            </a:r>
            <a:r>
              <a:rPr lang="sr-Latn-BA" b="1"/>
              <a:t> petlja (range-based for loop)</a:t>
            </a:r>
          </a:p>
          <a:p>
            <a:pPr marL="0" indent="0">
              <a:buNone/>
            </a:pPr>
            <a:r>
              <a:rPr lang="en-US" sz="24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 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elem :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sr-Latn-BA" sz="24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sr-Latn-BA" sz="2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61329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02B31D-0D1D-8E83-B575-F707AC55D961}"/>
              </a:ext>
            </a:extLst>
          </p:cNvPr>
          <p:cNvSpPr txBox="1"/>
          <p:nvPr/>
        </p:nvSpPr>
        <p:spPr>
          <a:xfrm>
            <a:off x="0" y="0"/>
            <a:ext cx="12192000" cy="69292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once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&lt;memory&gt;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Iteratori – primjer sa ulančanom listom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LinkedList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is_copy_constructible_v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,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must be copy constructible"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operator-&gt;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operator*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operator++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operator++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++(*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operator!=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TODO const_iterator, cbegin, cend…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3A5E2-B183-3AA4-6678-E2B1A7CD9F97}"/>
              </a:ext>
            </a:extLst>
          </p:cNvPr>
          <p:cNvSpPr txBox="1"/>
          <p:nvPr/>
        </p:nvSpPr>
        <p:spPr>
          <a:xfrm>
            <a:off x="1155288" y="4769000"/>
            <a:ext cx="4095138" cy="19021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LinkedList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01234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foreach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01234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277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4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4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4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4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4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4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4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4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4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FD78-B270-D2C6-1CA7-AF44A011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Iteratori – osobine iteratora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32148-5969-A0CC-1C8C-0C60F9DB5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Radi pravilne interoperabilnosti sa STL algoritmima neophodno je navesti neke osobine iteratora, npr.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2C4F0-1D14-F78F-7FEB-C42885EDD71C}"/>
              </a:ext>
            </a:extLst>
          </p:cNvPr>
          <p:cNvSpPr txBox="1"/>
          <p:nvPr/>
        </p:nvSpPr>
        <p:spPr>
          <a:xfrm>
            <a:off x="1705897" y="2895580"/>
            <a:ext cx="878020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iterator_category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forward_iterator_tag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difference_type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ptrdiff_t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41301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6E4F-785C-4F1E-A5C2-10F9AE9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</a:t>
            </a:r>
            <a:r>
              <a:rPr lang="sr-Latn-BA"/>
              <a:t>eći (</a:t>
            </a:r>
            <a:r>
              <a:rPr lang="sr-Latn-BA" i="1"/>
              <a:t>dangling</a:t>
            </a:r>
            <a:r>
              <a:rPr lang="sr-Latn-BA"/>
              <a:t>) iteratori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2BCD-4F8D-481D-B122-326051577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/>
              <a:t>Metode koje modifukuju kolekciju mogu izazvati promjenu adresu elemenata usljed realokacije prostora za kolekciju</a:t>
            </a:r>
            <a:endParaRPr lang="en-US"/>
          </a:p>
          <a:p>
            <a:r>
              <a:rPr lang="sr-Latn-BA"/>
              <a:t>Pri tome, iterator </a:t>
            </a:r>
            <a:r>
              <a:rPr lang="en-US"/>
              <a:t>nad tom kolekciju mogu postati</a:t>
            </a:r>
            <a:r>
              <a:rPr lang="sr-Latn-BA"/>
              <a:t> nevalid</a:t>
            </a:r>
            <a:r>
              <a:rPr lang="en-US"/>
              <a:t>ni</a:t>
            </a:r>
            <a:endParaRPr lang="sr-Latn-BA"/>
          </a:p>
          <a:p>
            <a:r>
              <a:rPr lang="sr-Latn-BA"/>
              <a:t>Pristup nevalidnom iteratoru </a:t>
            </a:r>
            <a:r>
              <a:rPr lang="sr-Latn-BA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 nedefinisano pona</a:t>
            </a:r>
            <a:r>
              <a:rPr lang="sr-Latn-BA">
                <a:sym typeface="Wingdings" panose="05000000000000000000" pitchFamily="2" charset="2"/>
              </a:rPr>
              <a:t>šanje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3B4AF-DAB0-45DA-86DD-6ED4C9CD99FB}"/>
              </a:ext>
            </a:extLst>
          </p:cNvPr>
          <p:cNvSpPr txBox="1"/>
          <p:nvPr/>
        </p:nvSpPr>
        <p:spPr>
          <a:xfrm>
            <a:off x="6096000" y="3995678"/>
            <a:ext cx="6096000" cy="25433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++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ponašanje nedefinisano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B8D46-70D0-430D-815A-C17BA3A2E212}"/>
              </a:ext>
            </a:extLst>
          </p:cNvPr>
          <p:cNvSpPr txBox="1"/>
          <p:nvPr/>
        </p:nvSpPr>
        <p:spPr>
          <a:xfrm>
            <a:off x="0" y="3995678"/>
            <a:ext cx="6096000" cy="25433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push_back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++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ponašanje nedefinisano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5379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CF41-2254-487D-AA7E-AB6E5D08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algoritmi</a:t>
            </a:r>
            <a:r>
              <a:rPr lang="sr-Latn-BA"/>
              <a:t> – sortiranje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DA9D0-A17E-4184-81E0-7DB5781C14A1}"/>
              </a:ext>
            </a:extLst>
          </p:cNvPr>
          <p:cNvSpPr txBox="1"/>
          <p:nvPr/>
        </p:nvSpPr>
        <p:spPr>
          <a:xfrm>
            <a:off x="127000" y="1666876"/>
            <a:ext cx="8585200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greater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290AE-D395-4B19-A01A-7CD53D639070}"/>
              </a:ext>
            </a:extLst>
          </p:cNvPr>
          <p:cNvSpPr txBox="1"/>
          <p:nvPr/>
        </p:nvSpPr>
        <p:spPr>
          <a:xfrm>
            <a:off x="8712200" y="1666876"/>
            <a:ext cx="31750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2400" b="1"/>
              <a:t>0 1 2 3 4 5 6 7</a:t>
            </a:r>
          </a:p>
          <a:p>
            <a:r>
              <a:rPr lang="sr-Latn-BA" sz="2400" b="1"/>
              <a:t>7 6 5 4 3 2 1 0</a:t>
            </a:r>
          </a:p>
        </p:txBody>
      </p:sp>
    </p:spTree>
    <p:extLst>
      <p:ext uri="{BB962C8B-B14F-4D97-AF65-F5344CB8AC3E}">
        <p14:creationId xmlns:p14="http://schemas.microsoft.com/office/powerpoint/2010/main" val="326794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CF41-2254-487D-AA7E-AB6E5D08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algoritmi</a:t>
            </a:r>
            <a:r>
              <a:rPr lang="sr-Latn-BA"/>
              <a:t> – sortiranj</a:t>
            </a:r>
            <a:r>
              <a:rPr lang="en-US"/>
              <a:t>e prema uslovu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DA9D0-A17E-4184-81E0-7DB5781C14A1}"/>
              </a:ext>
            </a:extLst>
          </p:cNvPr>
          <p:cNvSpPr txBox="1"/>
          <p:nvPr/>
        </p:nvSpPr>
        <p:spPr>
          <a:xfrm>
            <a:off x="0" y="1542027"/>
            <a:ext cx="12192000" cy="53646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getRe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getIm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sqrMag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operator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"("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to_string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re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to_string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")"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// Sortiranje prema uslovu (npr. modulu kompleksnog broja)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{-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2.0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1.5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 };</a:t>
            </a:r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   // sort prihvata funkciju kojom se predstavlja kriterijum za sortiranje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[](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   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sqrMag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&lt;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sqrMag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});</a:t>
            </a:r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Complex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Bef>
                <a:spcPts val="50"/>
              </a:spcBef>
              <a:spcAft>
                <a:spcPts val="50"/>
              </a:spcAft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290AE-D395-4B19-A01A-7CD53D639070}"/>
              </a:ext>
            </a:extLst>
          </p:cNvPr>
          <p:cNvSpPr txBox="1"/>
          <p:nvPr/>
        </p:nvSpPr>
        <p:spPr>
          <a:xfrm>
            <a:off x="9017000" y="1542027"/>
            <a:ext cx="317500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2000" b="1"/>
              <a:t>(0.000000, 1.000000)</a:t>
            </a:r>
          </a:p>
          <a:p>
            <a:r>
              <a:rPr lang="sr-Latn-BA" sz="2000" b="1"/>
              <a:t>(1.000000, 0.000000)</a:t>
            </a:r>
          </a:p>
          <a:p>
            <a:r>
              <a:rPr lang="sr-Latn-BA" sz="2000" b="1"/>
              <a:t>(1.000000, -1.000000)</a:t>
            </a:r>
          </a:p>
          <a:p>
            <a:r>
              <a:rPr lang="sr-Latn-BA" sz="2000" b="1"/>
              <a:t>(0.500000, 1.500000)</a:t>
            </a:r>
          </a:p>
          <a:p>
            <a:r>
              <a:rPr lang="sr-Latn-BA" sz="2000" b="1"/>
              <a:t>(-2.000000, -0.500000)</a:t>
            </a:r>
          </a:p>
        </p:txBody>
      </p:sp>
    </p:spTree>
    <p:extLst>
      <p:ext uri="{BB962C8B-B14F-4D97-AF65-F5344CB8AC3E}">
        <p14:creationId xmlns:p14="http://schemas.microsoft.com/office/powerpoint/2010/main" val="403628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CF41-2254-487D-AA7E-AB6E5D08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STL algoritmi</a:t>
            </a:r>
            <a:r>
              <a:rPr lang="sr-Latn-BA"/>
              <a:t> – </a:t>
            </a:r>
            <a:r>
              <a:rPr lang="en-US"/>
              <a:t>minimum i maksimum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DA9D0-A17E-4184-81E0-7DB5781C14A1}"/>
              </a:ext>
            </a:extLst>
          </p:cNvPr>
          <p:cNvSpPr txBox="1"/>
          <p:nvPr/>
        </p:nvSpPr>
        <p:spPr>
          <a:xfrm>
            <a:off x="431800" y="1690688"/>
            <a:ext cx="1092200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min_element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iterator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max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max_element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iterator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3 (indeks min. elem.)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max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2 (indeks maks. elem.)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-4 (min. elem.)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max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3 (maks. elem.)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    // min_element sa predikatskom funkcijom koja određuje kriterijum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max2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max_element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uslov po kom važi da je e1 manji od e2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max2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-4 (maks. elem. po kvadratu vrijednosti)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290AE-D395-4B19-A01A-7CD53D639070}"/>
              </a:ext>
            </a:extLst>
          </p:cNvPr>
          <p:cNvSpPr txBox="1"/>
          <p:nvPr/>
        </p:nvSpPr>
        <p:spPr>
          <a:xfrm>
            <a:off x="8178800" y="1690688"/>
            <a:ext cx="317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2400" b="1"/>
              <a:t>32-43-4</a:t>
            </a:r>
          </a:p>
        </p:txBody>
      </p:sp>
    </p:spTree>
    <p:extLst>
      <p:ext uri="{BB962C8B-B14F-4D97-AF65-F5344CB8AC3E}">
        <p14:creationId xmlns:p14="http://schemas.microsoft.com/office/powerpoint/2010/main" val="341714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6A11-541A-4304-8B4D-773F8C3E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STL algoritmi – izvršavanje nad podopsegom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85D6F-6D01-4837-BB61-741A4915EBBC}"/>
              </a:ext>
            </a:extLst>
          </p:cNvPr>
          <p:cNvSpPr txBox="1"/>
          <p:nvPr/>
        </p:nvSpPr>
        <p:spPr>
          <a:xfrm>
            <a:off x="635000" y="2051963"/>
            <a:ext cx="109220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for_each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83B23-23B9-4E43-A8D2-5D5CEC3585B3}"/>
              </a:ext>
            </a:extLst>
          </p:cNvPr>
          <p:cNvSpPr txBox="1"/>
          <p:nvPr/>
        </p:nvSpPr>
        <p:spPr>
          <a:xfrm>
            <a:off x="9194800" y="2051963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6 5 4 3 2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323029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009D-4632-4856-A98D-D3D79586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/>
          <a:lstStyle/>
          <a:p>
            <a:r>
              <a:rPr lang="en-US"/>
              <a:t>STL algoritmi</a:t>
            </a:r>
            <a:r>
              <a:rPr lang="sr-Latn-BA"/>
              <a:t> – prebrojavanje</a:t>
            </a:r>
            <a:r>
              <a:rPr lang="en-US"/>
              <a:t> (prema uslovu)</a:t>
            </a:r>
            <a:endParaRPr lang="sr-Latn-B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269AF-8937-4C1E-82CE-EC60B228BB9E}"/>
              </a:ext>
            </a:extLst>
          </p:cNvPr>
          <p:cNvSpPr txBox="1"/>
          <p:nvPr/>
        </p:nvSpPr>
        <p:spPr>
          <a:xfrm>
            <a:off x="1484671" y="2444115"/>
            <a:ext cx="922265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3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count_if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    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5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ADD30-0529-9DF9-DA28-6289E5647D7D}"/>
              </a:ext>
            </a:extLst>
          </p:cNvPr>
          <p:cNvSpPr txBox="1"/>
          <p:nvPr/>
        </p:nvSpPr>
        <p:spPr>
          <a:xfrm>
            <a:off x="8345129" y="244411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35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7103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F669-A819-C4D0-D5F9-625F7B29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1AAD-EC5D-CABA-96BF-C0B8F166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/>
          <a:lstStyle/>
          <a:p>
            <a:r>
              <a:rPr lang="en-US"/>
              <a:t>STL algoritmi</a:t>
            </a:r>
            <a:r>
              <a:rPr lang="sr-Latn-BA"/>
              <a:t> – </a:t>
            </a:r>
            <a:r>
              <a:rPr lang="en-US"/>
              <a:t>pretraga (prvi element)</a:t>
            </a:r>
            <a:endParaRPr lang="sr-Latn-B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0253A-1EF7-83E5-0217-EECBF337388C}"/>
              </a:ext>
            </a:extLst>
          </p:cNvPr>
          <p:cNvSpPr txBox="1"/>
          <p:nvPr/>
        </p:nvSpPr>
        <p:spPr>
          <a:xfrm>
            <a:off x="1484671" y="2444115"/>
            <a:ext cx="922265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</a:p>
          <a:p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uslov ne prolazi ako nema rezultata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 is at position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6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58C20-747F-8586-0374-FE2CDE1AB927}"/>
              </a:ext>
            </a:extLst>
          </p:cNvPr>
          <p:cNvSpPr txBox="1"/>
          <p:nvPr/>
        </p:nvSpPr>
        <p:spPr>
          <a:xfrm>
            <a:off x="8345129" y="244411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6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7050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6BBA-4721-5F1C-6EE0-702BA766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7C32-E608-FE94-E7BA-A1BCC85F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/>
          <a:lstStyle/>
          <a:p>
            <a:r>
              <a:rPr lang="en-US"/>
              <a:t>STL algoritmi</a:t>
            </a:r>
            <a:r>
              <a:rPr lang="sr-Latn-BA"/>
              <a:t> – </a:t>
            </a:r>
            <a:r>
              <a:rPr lang="en-US"/>
              <a:t>pretraga (svi elementi)</a:t>
            </a:r>
            <a:endParaRPr lang="sr-Latn-B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12F865-93A6-B607-D7EF-1B34926D906B}"/>
              </a:ext>
            </a:extLst>
          </p:cNvPr>
          <p:cNvSpPr txBox="1"/>
          <p:nvPr/>
        </p:nvSpPr>
        <p:spPr>
          <a:xfrm>
            <a:off x="1484671" y="2444115"/>
            <a:ext cx="922265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</a:p>
          <a:p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 2 7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63919-B287-54F5-4E20-319470C640F8}"/>
              </a:ext>
            </a:extLst>
          </p:cNvPr>
          <p:cNvSpPr txBox="1"/>
          <p:nvPr/>
        </p:nvSpPr>
        <p:spPr>
          <a:xfrm>
            <a:off x="8345129" y="244411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1 2 7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5755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0FAD-4A74-25DF-EE2E-79B6E726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93EB-FCAB-FC35-CCE0-0A4FCFE4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/>
          <a:lstStyle/>
          <a:p>
            <a:r>
              <a:rPr lang="sr-Latn-BA"/>
              <a:t>STL algoritmi – pretraga </a:t>
            </a:r>
            <a:r>
              <a:rPr lang="en-US"/>
              <a:t>prema</a:t>
            </a:r>
            <a:r>
              <a:rPr lang="sr-Latn-BA"/>
              <a:t> uslovu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E6CF2-D6CD-F3FA-56FC-AF2EE7FFF09E}"/>
              </a:ext>
            </a:extLst>
          </p:cNvPr>
          <p:cNvSpPr txBox="1"/>
          <p:nvPr/>
        </p:nvSpPr>
        <p:spPr>
          <a:xfrm>
            <a:off x="1484671" y="2444115"/>
            <a:ext cx="9222658" cy="3056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find_if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 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 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!=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&lt;&lt;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": "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&lt;&lt; *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5: 9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85B51-3EEC-F41C-41F3-475499B8B2A4}"/>
              </a:ext>
            </a:extLst>
          </p:cNvPr>
          <p:cNvSpPr txBox="1"/>
          <p:nvPr/>
        </p:nvSpPr>
        <p:spPr>
          <a:xfrm>
            <a:off x="8345129" y="244411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5: 9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225700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C771-B01C-4D3F-9954-4065FB48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STL algoritmi – provjere nad elementima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4F480-F66E-4AB7-9D8C-2E844787F156}"/>
              </a:ext>
            </a:extLst>
          </p:cNvPr>
          <p:cNvSpPr txBox="1"/>
          <p:nvPr/>
        </p:nvSpPr>
        <p:spPr>
          <a:xfrm>
            <a:off x="2298700" y="1645841"/>
            <a:ext cx="759460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any_of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any_of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0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all_of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all_of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0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none_of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none_of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&gt; -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0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ECF0A-6E7A-AC7D-8FA8-7C9782780955}"/>
              </a:ext>
            </a:extLst>
          </p:cNvPr>
          <p:cNvSpPr txBox="1"/>
          <p:nvPr/>
        </p:nvSpPr>
        <p:spPr>
          <a:xfrm>
            <a:off x="7531100" y="1645841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101010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27110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BE2A-D23A-0BCB-953C-C9178F2E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8EC5-EA08-8CC8-5975-CAE6C1AE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STL algoritmi – </a:t>
            </a:r>
            <a:r>
              <a:rPr lang="en-US"/>
              <a:t>transformacija</a:t>
            </a:r>
            <a:endParaRPr lang="sr-Latn-B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150E4-1DFD-3ED8-2DC4-516AE85E3536}"/>
              </a:ext>
            </a:extLst>
          </p:cNvPr>
          <p:cNvSpPr txBox="1"/>
          <p:nvPr/>
        </p:nvSpPr>
        <p:spPr>
          <a:xfrm>
            <a:off x="1415845" y="2280623"/>
            <a:ext cx="936031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[](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 4 6 8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449F8-624B-1F46-BABF-CC4560F321D5}"/>
              </a:ext>
            </a:extLst>
          </p:cNvPr>
          <p:cNvSpPr txBox="1"/>
          <p:nvPr/>
        </p:nvSpPr>
        <p:spPr>
          <a:xfrm>
            <a:off x="8413955" y="2280623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2 4 6 8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233545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95CE-40F8-AE23-64C3-7A11F9AC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DF74-5BA5-DB9A-2B4A-E583F774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STL algoritmi – </a:t>
            </a:r>
            <a:r>
              <a:rPr lang="en-US"/>
              <a:t>filtriranje</a:t>
            </a:r>
            <a:endParaRPr lang="sr-Latn-B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16F1D-F1A1-37C9-3F37-C4C006CBE6B8}"/>
              </a:ext>
            </a:extLst>
          </p:cNvPr>
          <p:cNvSpPr txBox="1"/>
          <p:nvPr/>
        </p:nvSpPr>
        <p:spPr>
          <a:xfrm>
            <a:off x="1415845" y="1860405"/>
            <a:ext cx="936031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{-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copy_if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[]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vect2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2C8E6-9569-5D80-4A97-033B748284E3}"/>
              </a:ext>
            </a:extLst>
          </p:cNvPr>
          <p:cNvSpPr txBox="1"/>
          <p:nvPr/>
        </p:nvSpPr>
        <p:spPr>
          <a:xfrm>
            <a:off x="8413955" y="186040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1 2 3 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109787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6A11-541A-4304-8B4D-773F8C3E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STL algoritmi – </a:t>
            </a:r>
            <a:r>
              <a:rPr lang="en-US"/>
              <a:t>agregacija (akumulacija)</a:t>
            </a:r>
            <a:endParaRPr lang="sr-Latn-B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85D6F-6D01-4837-BB61-741A4915EBBC}"/>
              </a:ext>
            </a:extLst>
          </p:cNvPr>
          <p:cNvSpPr txBox="1"/>
          <p:nvPr/>
        </p:nvSpPr>
        <p:spPr>
          <a:xfrm>
            <a:off x="1415845" y="2280623"/>
            <a:ext cx="936031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&lt;numeric&gt;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accumulate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[](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83B23-23B9-4E43-A8D2-5D5CEC3585B3}"/>
              </a:ext>
            </a:extLst>
          </p:cNvPr>
          <p:cNvSpPr txBox="1"/>
          <p:nvPr/>
        </p:nvSpPr>
        <p:spPr>
          <a:xfrm>
            <a:off x="8413955" y="2280623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10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339823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CD65-D1DB-4B7E-8164-D2A4D10B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1325563"/>
          </a:xfrm>
        </p:spPr>
        <p:txBody>
          <a:bodyPr/>
          <a:lstStyle/>
          <a:p>
            <a:r>
              <a:rPr lang="en-US"/>
              <a:t>STL algoritmi – operacije nad sortiranim kolekcijama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7EC2-8E71-4611-B4AA-9F8830387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0688"/>
            <a:ext cx="11353800" cy="4964111"/>
          </a:xfrm>
        </p:spPr>
        <p:txBody>
          <a:bodyPr/>
          <a:lstStyle/>
          <a:p>
            <a:r>
              <a:rPr lang="en-US" b="1">
                <a:latin typeface="Consolas" panose="020B0609020204030204" pitchFamily="49" charset="0"/>
              </a:rPr>
              <a:t>std::binary_search</a:t>
            </a:r>
            <a:r>
              <a:rPr lang="en-US"/>
              <a:t> –</a:t>
            </a:r>
            <a:r>
              <a:rPr lang="sr-Latn-BA"/>
              <a:t> provjera postojanja u</a:t>
            </a:r>
            <a:r>
              <a:rPr lang="en-US"/>
              <a:t> sortiran</a:t>
            </a:r>
            <a:r>
              <a:rPr lang="sr-Latn-BA"/>
              <a:t>oj </a:t>
            </a:r>
            <a:r>
              <a:rPr lang="en-US"/>
              <a:t>kolekcij</a:t>
            </a:r>
            <a:r>
              <a:rPr lang="sr-Latn-BA"/>
              <a:t>i</a:t>
            </a:r>
            <a:endParaRPr lang="en-US"/>
          </a:p>
          <a:p>
            <a:endParaRPr lang="en-US" b="1">
              <a:latin typeface="Consolas" panose="020B0609020204030204" pitchFamily="49" charset="0"/>
            </a:endParaRPr>
          </a:p>
          <a:p>
            <a:endParaRPr lang="en-US" b="1"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std::unique</a:t>
            </a:r>
            <a:r>
              <a:rPr lang="en-US" b="1"/>
              <a:t> </a:t>
            </a:r>
            <a:r>
              <a:rPr lang="en-US"/>
              <a:t>– uklanjanje duplikata u sortiranoj kolekciji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86EC7-368C-408B-AE65-C6223003D7D5}"/>
              </a:ext>
            </a:extLst>
          </p:cNvPr>
          <p:cNvSpPr txBox="1"/>
          <p:nvPr/>
        </p:nvSpPr>
        <p:spPr>
          <a:xfrm>
            <a:off x="1828800" y="4665744"/>
            <a:ext cx="8534400" cy="19021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unique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1 2 3 4 5 9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2DB7A-6F75-4CC2-89E0-60896DA593B8}"/>
              </a:ext>
            </a:extLst>
          </p:cNvPr>
          <p:cNvSpPr txBox="1"/>
          <p:nvPr/>
        </p:nvSpPr>
        <p:spPr>
          <a:xfrm>
            <a:off x="924232" y="2237135"/>
            <a:ext cx="10343536" cy="1722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binary_search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1 -- true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binary_search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cbegin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vect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cend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b="1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// 0 -- false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5C1DC-3879-1A2E-1F90-5F4CE09628EF}"/>
              </a:ext>
            </a:extLst>
          </p:cNvPr>
          <p:cNvSpPr txBox="1"/>
          <p:nvPr/>
        </p:nvSpPr>
        <p:spPr>
          <a:xfrm>
            <a:off x="8905568" y="2237135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1 0</a:t>
            </a:r>
            <a:endParaRPr lang="sr-Latn-BA" sz="2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C5AEE-D257-F73F-0A0C-C8641C9405B2}"/>
              </a:ext>
            </a:extLst>
          </p:cNvPr>
          <p:cNvSpPr txBox="1"/>
          <p:nvPr/>
        </p:nvSpPr>
        <p:spPr>
          <a:xfrm>
            <a:off x="8001000" y="4665744"/>
            <a:ext cx="23622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/>
              <a:t>1 2 3 4 5 9</a:t>
            </a:r>
            <a:endParaRPr lang="sr-Latn-BA" sz="2400" b="1"/>
          </a:p>
        </p:txBody>
      </p:sp>
    </p:spTree>
    <p:extLst>
      <p:ext uri="{BB962C8B-B14F-4D97-AF65-F5344CB8AC3E}">
        <p14:creationId xmlns:p14="http://schemas.microsoft.com/office/powerpoint/2010/main" val="334491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7034</Words>
  <Application>Microsoft Office PowerPoint</Application>
  <PresentationFormat>Widescreen</PresentationFormat>
  <Paragraphs>745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Wingdings</vt:lpstr>
      <vt:lpstr>Office Theme</vt:lpstr>
      <vt:lpstr>Programski jezici 1</vt:lpstr>
      <vt:lpstr>Izuzeci</vt:lpstr>
      <vt:lpstr>Izuzeci – indeksiranje izvan opsega (1)</vt:lpstr>
      <vt:lpstr>Izuzeci – indeksiranje izvan opsega (2a)</vt:lpstr>
      <vt:lpstr>Izuzeci – indeksiranje izvan opsega (2b)</vt:lpstr>
      <vt:lpstr>Izuzeci – indeksiranje izvan opsega (3)</vt:lpstr>
      <vt:lpstr>Izuzeci – primjer pri pristupu elementima matrice</vt:lpstr>
      <vt:lpstr>Izuzeci – primjer pri sabiranju matrica</vt:lpstr>
      <vt:lpstr>Specifikacija izuzetaka</vt:lpstr>
      <vt:lpstr>Obrada izuzetaka</vt:lpstr>
      <vt:lpstr>Funkcije i obrada izuzetaka</vt:lpstr>
      <vt:lpstr>Programski jezici 1</vt:lpstr>
      <vt:lpstr>Iteratori</vt:lpstr>
      <vt:lpstr>Iteratori</vt:lpstr>
      <vt:lpstr>Kategorije iteratora</vt:lpstr>
      <vt:lpstr>Funkcije za rad sa iteratorima</vt:lpstr>
      <vt:lpstr>Petlje nad iteratorima</vt:lpstr>
      <vt:lpstr>PowerPoint Presentation</vt:lpstr>
      <vt:lpstr>Iteratori – osobine iteratora</vt:lpstr>
      <vt:lpstr>Viseći (dangling) iteratori</vt:lpstr>
      <vt:lpstr>STL algoritmi – sortiranje</vt:lpstr>
      <vt:lpstr>STL algoritmi – sortiranje prema uslovu</vt:lpstr>
      <vt:lpstr>STL algoritmi – minimum i maksimum</vt:lpstr>
      <vt:lpstr>STL algoritmi – izvršavanje nad podopsegom</vt:lpstr>
      <vt:lpstr>STL algoritmi – prebrojavanje (prema uslovu)</vt:lpstr>
      <vt:lpstr>STL algoritmi – pretraga (prvi element)</vt:lpstr>
      <vt:lpstr>STL algoritmi – pretraga (svi elementi)</vt:lpstr>
      <vt:lpstr>STL algoritmi – pretraga prema uslovu</vt:lpstr>
      <vt:lpstr>STL algoritmi – provjere nad elementima</vt:lpstr>
      <vt:lpstr>STL algoritmi – transformacija</vt:lpstr>
      <vt:lpstr>STL algoritmi – filtriranje</vt:lpstr>
      <vt:lpstr>STL algoritmi – agregacija (akumulacija)</vt:lpstr>
      <vt:lpstr>STL algoritmi – operacije nad sortiranim kolekcijama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2</cp:revision>
  <dcterms:created xsi:type="dcterms:W3CDTF">2021-09-29T13:55:43Z</dcterms:created>
  <dcterms:modified xsi:type="dcterms:W3CDTF">2024-12-25T09:16:57Z</dcterms:modified>
</cp:coreProperties>
</file>