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32" r:id="rId2"/>
    <p:sldId id="320" r:id="rId3"/>
    <p:sldId id="322" r:id="rId4"/>
    <p:sldId id="344" r:id="rId5"/>
    <p:sldId id="297" r:id="rId6"/>
    <p:sldId id="316" r:id="rId7"/>
    <p:sldId id="323" r:id="rId8"/>
    <p:sldId id="324" r:id="rId9"/>
    <p:sldId id="334" r:id="rId10"/>
    <p:sldId id="273" r:id="rId11"/>
    <p:sldId id="327" r:id="rId12"/>
    <p:sldId id="329" r:id="rId13"/>
    <p:sldId id="315" r:id="rId14"/>
    <p:sldId id="326" r:id="rId15"/>
    <p:sldId id="331" r:id="rId16"/>
    <p:sldId id="328" r:id="rId17"/>
    <p:sldId id="274" r:id="rId18"/>
    <p:sldId id="350" r:id="rId19"/>
    <p:sldId id="285" r:id="rId20"/>
    <p:sldId id="383" r:id="rId21"/>
    <p:sldId id="352" r:id="rId22"/>
    <p:sldId id="261" r:id="rId23"/>
    <p:sldId id="262" r:id="rId24"/>
    <p:sldId id="385" r:id="rId25"/>
    <p:sldId id="346" r:id="rId26"/>
    <p:sldId id="364" r:id="rId27"/>
    <p:sldId id="276" r:id="rId28"/>
    <p:sldId id="278" r:id="rId29"/>
    <p:sldId id="2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lase i objekti" id="{D57E6939-19FC-4C9D-9D79-1DF6DFA69FA8}">
          <p14:sldIdLst>
            <p14:sldId id="332"/>
            <p14:sldId id="320"/>
            <p14:sldId id="322"/>
            <p14:sldId id="344"/>
            <p14:sldId id="297"/>
            <p14:sldId id="316"/>
            <p14:sldId id="323"/>
            <p14:sldId id="324"/>
          </p14:sldIdLst>
        </p14:section>
        <p14:section name="Proširenja jezika C" id="{D91F5CD5-EBF8-4985-8766-AECA9437B462}">
          <p14:sldIdLst>
            <p14:sldId id="334"/>
            <p14:sldId id="273"/>
            <p14:sldId id="327"/>
            <p14:sldId id="329"/>
            <p14:sldId id="315"/>
            <p14:sldId id="326"/>
            <p14:sldId id="331"/>
            <p14:sldId id="328"/>
            <p14:sldId id="274"/>
            <p14:sldId id="350"/>
            <p14:sldId id="285"/>
            <p14:sldId id="383"/>
            <p14:sldId id="352"/>
            <p14:sldId id="261"/>
            <p14:sldId id="262"/>
            <p14:sldId id="385"/>
            <p14:sldId id="346"/>
            <p14:sldId id="364"/>
            <p14:sldId id="276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80"/>
    <a:srgbClr val="098658"/>
    <a:srgbClr val="267F99"/>
    <a:srgbClr val="00800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14BC2-2B0B-41E0-AC3C-BFCBD2174909}" v="3" dt="2024-10-24T14:02:2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89DC442B-1B16-48DA-A89F-9959325592F5}"/>
    <pc:docChg chg="modSld">
      <pc:chgData name="Stefan Novaković" userId="48d5634ac72bd80c" providerId="LiveId" clId="{89DC442B-1B16-48DA-A89F-9959325592F5}" dt="2023-10-23T10:50:38.140" v="7" actId="729"/>
      <pc:docMkLst>
        <pc:docMk/>
      </pc:docMkLst>
      <pc:sldChg chg="modAnim">
        <pc:chgData name="Stefan Novaković" userId="48d5634ac72bd80c" providerId="LiveId" clId="{89DC442B-1B16-48DA-A89F-9959325592F5}" dt="2023-10-23T10:49:19.650" v="5"/>
        <pc:sldMkLst>
          <pc:docMk/>
          <pc:sldMk cId="2455147314" sldId="261"/>
        </pc:sldMkLst>
      </pc:sldChg>
      <pc:sldChg chg="mod modShow">
        <pc:chgData name="Stefan Novaković" userId="48d5634ac72bd80c" providerId="LiveId" clId="{89DC442B-1B16-48DA-A89F-9959325592F5}" dt="2023-10-23T10:50:38.140" v="7" actId="729"/>
        <pc:sldMkLst>
          <pc:docMk/>
          <pc:sldMk cId="1369131707" sldId="276"/>
        </pc:sldMkLst>
      </pc:sldChg>
      <pc:sldChg chg="mod modShow">
        <pc:chgData name="Stefan Novaković" userId="48d5634ac72bd80c" providerId="LiveId" clId="{89DC442B-1B16-48DA-A89F-9959325592F5}" dt="2023-10-23T10:50:38.140" v="7" actId="729"/>
        <pc:sldMkLst>
          <pc:docMk/>
          <pc:sldMk cId="2144955449" sldId="277"/>
        </pc:sldMkLst>
      </pc:sldChg>
      <pc:sldChg chg="mod modShow">
        <pc:chgData name="Stefan Novaković" userId="48d5634ac72bd80c" providerId="LiveId" clId="{89DC442B-1B16-48DA-A89F-9959325592F5}" dt="2023-10-23T10:50:38.140" v="7" actId="729"/>
        <pc:sldMkLst>
          <pc:docMk/>
          <pc:sldMk cId="1294954670" sldId="278"/>
        </pc:sldMkLst>
      </pc:sldChg>
      <pc:sldChg chg="modSp mod">
        <pc:chgData name="Stefan Novaković" userId="48d5634ac72bd80c" providerId="LiveId" clId="{89DC442B-1B16-48DA-A89F-9959325592F5}" dt="2023-10-23T10:46:13.650" v="4" actId="20577"/>
        <pc:sldMkLst>
          <pc:docMk/>
          <pc:sldMk cId="756319218" sldId="332"/>
        </pc:sldMkLst>
        <pc:spChg chg="mod">
          <ac:chgData name="Stefan Novaković" userId="48d5634ac72bd80c" providerId="LiveId" clId="{89DC442B-1B16-48DA-A89F-9959325592F5}" dt="2023-10-23T10:46:13.650" v="4" actId="20577"/>
          <ac:spMkLst>
            <pc:docMk/>
            <pc:sldMk cId="756319218" sldId="332"/>
            <ac:spMk id="3" creationId="{8035EEB5-5D68-4E7E-B791-D67A4F98FCC3}"/>
          </ac:spMkLst>
        </pc:spChg>
      </pc:sldChg>
      <pc:sldChg chg="modAnim">
        <pc:chgData name="Stefan Novaković" userId="48d5634ac72bd80c" providerId="LiveId" clId="{89DC442B-1B16-48DA-A89F-9959325592F5}" dt="2023-10-23T10:49:37.216" v="6"/>
        <pc:sldMkLst>
          <pc:docMk/>
          <pc:sldMk cId="3667281227" sldId="385"/>
        </pc:sldMkLst>
      </pc:sldChg>
    </pc:docChg>
  </pc:docChgLst>
  <pc:docChgLst>
    <pc:chgData name="Stefan Novaković" userId="48d5634ac72bd80c" providerId="LiveId" clId="{4EF14BC2-2B0B-41E0-AC3C-BFCBD2174909}"/>
    <pc:docChg chg="modSld">
      <pc:chgData name="Stefan Novaković" userId="48d5634ac72bd80c" providerId="LiveId" clId="{4EF14BC2-2B0B-41E0-AC3C-BFCBD2174909}" dt="2024-10-24T14:02:21.223" v="2"/>
      <pc:docMkLst>
        <pc:docMk/>
      </pc:docMkLst>
      <pc:sldChg chg="modAnim">
        <pc:chgData name="Stefan Novaković" userId="48d5634ac72bd80c" providerId="LiveId" clId="{4EF14BC2-2B0B-41E0-AC3C-BFCBD2174909}" dt="2024-10-24T14:02:21.223" v="2"/>
        <pc:sldMkLst>
          <pc:docMk/>
          <pc:sldMk cId="2144955449" sldId="277"/>
        </pc:sldMkLst>
      </pc:sldChg>
    </pc:docChg>
  </pc:docChgLst>
  <pc:docChgLst>
    <pc:chgData name="Stefan Novaković" userId="48d5634ac72bd80c" providerId="LiveId" clId="{533E4E1E-C4B6-4736-9058-9E8829870DE0}"/>
    <pc:docChg chg="undo redo custSel addSld delSld modSld sldOrd delSection modSection">
      <pc:chgData name="Stefan Novaković" userId="48d5634ac72bd80c" providerId="LiveId" clId="{533E4E1E-C4B6-4736-9058-9E8829870DE0}" dt="2023-10-25T22:53:44.477" v="1923" actId="113"/>
      <pc:docMkLst>
        <pc:docMk/>
      </pc:docMkLst>
      <pc:sldChg chg="add del">
        <pc:chgData name="Stefan Novaković" userId="48d5634ac72bd80c" providerId="LiveId" clId="{533E4E1E-C4B6-4736-9058-9E8829870DE0}" dt="2023-10-21T19:34:56.726" v="316" actId="2696"/>
        <pc:sldMkLst>
          <pc:docMk/>
          <pc:sldMk cId="641352020" sldId="261"/>
        </pc:sldMkLst>
      </pc:sldChg>
      <pc:sldChg chg="modSp add mod modAnim">
        <pc:chgData name="Stefan Novaković" userId="48d5634ac72bd80c" providerId="LiveId" clId="{533E4E1E-C4B6-4736-9058-9E8829870DE0}" dt="2023-10-21T22:33:58.641" v="1314" actId="1076"/>
        <pc:sldMkLst>
          <pc:docMk/>
          <pc:sldMk cId="2455147314" sldId="261"/>
        </pc:sldMkLst>
        <pc:spChg chg="mod">
          <ac:chgData name="Stefan Novaković" userId="48d5634ac72bd80c" providerId="LiveId" clId="{533E4E1E-C4B6-4736-9058-9E8829870DE0}" dt="2023-10-21T19:50:34.137" v="1121" actId="20577"/>
          <ac:spMkLst>
            <pc:docMk/>
            <pc:sldMk cId="2455147314" sldId="261"/>
            <ac:spMk id="2" creationId="{B9776CDA-5B55-4BC5-B51E-D6F6BB2817BE}"/>
          </ac:spMkLst>
        </pc:spChg>
        <pc:spChg chg="mod">
          <ac:chgData name="Stefan Novaković" userId="48d5634ac72bd80c" providerId="LiveId" clId="{533E4E1E-C4B6-4736-9058-9E8829870DE0}" dt="2023-10-21T22:33:45.805" v="1311" actId="20577"/>
          <ac:spMkLst>
            <pc:docMk/>
            <pc:sldMk cId="2455147314" sldId="261"/>
            <ac:spMk id="3" creationId="{D451D417-08BB-45D1-833A-8FF3714BB64F}"/>
          </ac:spMkLst>
        </pc:spChg>
        <pc:spChg chg="mod">
          <ac:chgData name="Stefan Novaković" userId="48d5634ac72bd80c" providerId="LiveId" clId="{533E4E1E-C4B6-4736-9058-9E8829870DE0}" dt="2023-10-21T22:33:31.852" v="1305" actId="20577"/>
          <ac:spMkLst>
            <pc:docMk/>
            <pc:sldMk cId="2455147314" sldId="261"/>
            <ac:spMk id="13" creationId="{44720CF6-07B2-4056-9DAA-B64FFC9E5650}"/>
          </ac:spMkLst>
        </pc:spChg>
        <pc:spChg chg="mod">
          <ac:chgData name="Stefan Novaković" userId="48d5634ac72bd80c" providerId="LiveId" clId="{533E4E1E-C4B6-4736-9058-9E8829870DE0}" dt="2023-10-21T22:33:32.926" v="1307" actId="20577"/>
          <ac:spMkLst>
            <pc:docMk/>
            <pc:sldMk cId="2455147314" sldId="261"/>
            <ac:spMk id="16" creationId="{DED19EA5-783D-4648-A90B-7F1729511291}"/>
          </ac:spMkLst>
        </pc:spChg>
        <pc:spChg chg="mod">
          <ac:chgData name="Stefan Novaković" userId="48d5634ac72bd80c" providerId="LiveId" clId="{533E4E1E-C4B6-4736-9058-9E8829870DE0}" dt="2023-10-21T22:33:48.941" v="1312" actId="1076"/>
          <ac:spMkLst>
            <pc:docMk/>
            <pc:sldMk cId="2455147314" sldId="261"/>
            <ac:spMk id="21" creationId="{41702185-5C0A-49BF-92E3-59225D030F4B}"/>
          </ac:spMkLst>
        </pc:spChg>
        <pc:grpChg chg="mod">
          <ac:chgData name="Stefan Novaković" userId="48d5634ac72bd80c" providerId="LiveId" clId="{533E4E1E-C4B6-4736-9058-9E8829870DE0}" dt="2023-10-21T22:33:58.641" v="1314" actId="1076"/>
          <ac:grpSpMkLst>
            <pc:docMk/>
            <pc:sldMk cId="2455147314" sldId="261"/>
            <ac:grpSpMk id="23" creationId="{1D382850-1371-41D7-9E44-16203EAE4ABC}"/>
          </ac:grpSpMkLst>
        </pc:grpChg>
      </pc:sldChg>
      <pc:sldChg chg="add del">
        <pc:chgData name="Stefan Novaković" userId="48d5634ac72bd80c" providerId="LiveId" clId="{533E4E1E-C4B6-4736-9058-9E8829870DE0}" dt="2023-10-21T19:34:56.726" v="316" actId="2696"/>
        <pc:sldMkLst>
          <pc:docMk/>
          <pc:sldMk cId="1191606040" sldId="262"/>
        </pc:sldMkLst>
      </pc:sldChg>
      <pc:sldChg chg="modSp add mod">
        <pc:chgData name="Stefan Novaković" userId="48d5634ac72bd80c" providerId="LiveId" clId="{533E4E1E-C4B6-4736-9058-9E8829870DE0}" dt="2023-10-21T19:50:30.938" v="1118" actId="20577"/>
        <pc:sldMkLst>
          <pc:docMk/>
          <pc:sldMk cId="1579294891" sldId="262"/>
        </pc:sldMkLst>
        <pc:spChg chg="mod">
          <ac:chgData name="Stefan Novaković" userId="48d5634ac72bd80c" providerId="LiveId" clId="{533E4E1E-C4B6-4736-9058-9E8829870DE0}" dt="2023-10-21T19:50:30.938" v="1118" actId="20577"/>
          <ac:spMkLst>
            <pc:docMk/>
            <pc:sldMk cId="1579294891" sldId="262"/>
            <ac:spMk id="2" creationId="{B9776CDA-5B55-4BC5-B51E-D6F6BB2817BE}"/>
          </ac:spMkLst>
        </pc:spChg>
        <pc:spChg chg="mod">
          <ac:chgData name="Stefan Novaković" userId="48d5634ac72bd80c" providerId="LiveId" clId="{533E4E1E-C4B6-4736-9058-9E8829870DE0}" dt="2023-10-21T19:37:30.023" v="345" actId="207"/>
          <ac:spMkLst>
            <pc:docMk/>
            <pc:sldMk cId="1579294891" sldId="262"/>
            <ac:spMk id="20" creationId="{EC175048-B34A-49AB-BFD0-A3CEF577B346}"/>
          </ac:spMkLst>
        </pc:spChg>
      </pc:sldChg>
      <pc:sldChg chg="modSp add del mod modAnim">
        <pc:chgData name="Stefan Novaković" userId="48d5634ac72bd80c" providerId="LiveId" clId="{533E4E1E-C4B6-4736-9058-9E8829870DE0}" dt="2023-10-21T22:34:02.442" v="1315" actId="47"/>
        <pc:sldMkLst>
          <pc:docMk/>
          <pc:sldMk cId="58021944" sldId="264"/>
        </pc:sldMkLst>
        <pc:spChg chg="mod">
          <ac:chgData name="Stefan Novaković" userId="48d5634ac72bd80c" providerId="LiveId" clId="{533E4E1E-C4B6-4736-9058-9E8829870DE0}" dt="2023-10-21T19:50:28.239" v="1111" actId="6549"/>
          <ac:spMkLst>
            <pc:docMk/>
            <pc:sldMk cId="58021944" sldId="264"/>
            <ac:spMk id="2" creationId="{B9776CDA-5B55-4BC5-B51E-D6F6BB2817BE}"/>
          </ac:spMkLst>
        </pc:spChg>
        <pc:spChg chg="mod">
          <ac:chgData name="Stefan Novaković" userId="48d5634ac72bd80c" providerId="LiveId" clId="{533E4E1E-C4B6-4736-9058-9E8829870DE0}" dt="2023-10-21T22:33:16.504" v="1297" actId="21"/>
          <ac:spMkLst>
            <pc:docMk/>
            <pc:sldMk cId="58021944" sldId="264"/>
            <ac:spMk id="3" creationId="{D451D417-08BB-45D1-833A-8FF3714BB64F}"/>
          </ac:spMkLst>
        </pc:spChg>
        <pc:spChg chg="mod">
          <ac:chgData name="Stefan Novaković" userId="48d5634ac72bd80c" providerId="LiveId" clId="{533E4E1E-C4B6-4736-9058-9E8829870DE0}" dt="2023-10-21T22:26:50.668" v="1226" actId="20577"/>
          <ac:spMkLst>
            <pc:docMk/>
            <pc:sldMk cId="58021944" sldId="264"/>
            <ac:spMk id="26" creationId="{374D6869-4BD2-4B66-9772-57AE9C533B7B}"/>
          </ac:spMkLst>
        </pc:spChg>
        <pc:spChg chg="mod">
          <ac:chgData name="Stefan Novaković" userId="48d5634ac72bd80c" providerId="LiveId" clId="{533E4E1E-C4B6-4736-9058-9E8829870DE0}" dt="2023-10-21T19:40:35.927" v="761" actId="404"/>
          <ac:spMkLst>
            <pc:docMk/>
            <pc:sldMk cId="58021944" sldId="264"/>
            <ac:spMk id="27" creationId="{E85539FA-1CBB-407A-B22A-554FE40EF3BF}"/>
          </ac:spMkLst>
        </pc:spChg>
        <pc:grpChg chg="mod">
          <ac:chgData name="Stefan Novaković" userId="48d5634ac72bd80c" providerId="LiveId" clId="{533E4E1E-C4B6-4736-9058-9E8829870DE0}" dt="2023-10-21T22:27:01.517" v="1230" actId="1076"/>
          <ac:grpSpMkLst>
            <pc:docMk/>
            <pc:sldMk cId="58021944" sldId="264"/>
            <ac:grpSpMk id="25" creationId="{BEE01A3B-01D4-4CA6-A7E9-E84132CDCC10}"/>
          </ac:grpSpMkLst>
        </pc:grpChg>
      </pc:sldChg>
      <pc:sldChg chg="add del">
        <pc:chgData name="Stefan Novaković" userId="48d5634ac72bd80c" providerId="LiveId" clId="{533E4E1E-C4B6-4736-9058-9E8829870DE0}" dt="2023-10-21T19:34:56.726" v="316" actId="2696"/>
        <pc:sldMkLst>
          <pc:docMk/>
          <pc:sldMk cId="2421596450" sldId="264"/>
        </pc:sldMkLst>
      </pc:sldChg>
      <pc:sldChg chg="add">
        <pc:chgData name="Stefan Novaković" userId="48d5634ac72bd80c" providerId="LiveId" clId="{533E4E1E-C4B6-4736-9058-9E8829870DE0}" dt="2023-10-21T19:48:14.517" v="1100"/>
        <pc:sldMkLst>
          <pc:docMk/>
          <pc:sldMk cId="510831443" sldId="273"/>
        </pc:sldMkLst>
      </pc:sldChg>
      <pc:sldChg chg="del">
        <pc:chgData name="Stefan Novaković" userId="48d5634ac72bd80c" providerId="LiveId" clId="{533E4E1E-C4B6-4736-9058-9E8829870DE0}" dt="2023-10-21T19:48:13.468" v="1099" actId="2696"/>
        <pc:sldMkLst>
          <pc:docMk/>
          <pc:sldMk cId="1446518224" sldId="273"/>
        </pc:sldMkLst>
      </pc:sldChg>
      <pc:sldChg chg="add">
        <pc:chgData name="Stefan Novaković" userId="48d5634ac72bd80c" providerId="LiveId" clId="{533E4E1E-C4B6-4736-9058-9E8829870DE0}" dt="2023-10-21T19:22:39.391" v="0"/>
        <pc:sldMkLst>
          <pc:docMk/>
          <pc:sldMk cId="2889260242" sldId="274"/>
        </pc:sldMkLst>
      </pc:sldChg>
      <pc:sldChg chg="add mod modShow">
        <pc:chgData name="Stefan Novaković" userId="48d5634ac72bd80c" providerId="LiveId" clId="{533E4E1E-C4B6-4736-9058-9E8829870DE0}" dt="2023-10-21T22:29:32.391" v="1257" actId="729"/>
        <pc:sldMkLst>
          <pc:docMk/>
          <pc:sldMk cId="1369131707" sldId="276"/>
        </pc:sldMkLst>
      </pc:sldChg>
      <pc:sldChg chg="add del">
        <pc:chgData name="Stefan Novaković" userId="48d5634ac72bd80c" providerId="LiveId" clId="{533E4E1E-C4B6-4736-9058-9E8829870DE0}" dt="2023-10-21T19:34:56.726" v="316" actId="2696"/>
        <pc:sldMkLst>
          <pc:docMk/>
          <pc:sldMk cId="3236322180" sldId="276"/>
        </pc:sldMkLst>
      </pc:sldChg>
      <pc:sldChg chg="addSp delSp modSp add del mod modAnim">
        <pc:chgData name="Stefan Novaković" userId="48d5634ac72bd80c" providerId="LiveId" clId="{533E4E1E-C4B6-4736-9058-9E8829870DE0}" dt="2023-10-21T19:34:56.726" v="316" actId="2696"/>
        <pc:sldMkLst>
          <pc:docMk/>
          <pc:sldMk cId="1771111927" sldId="277"/>
        </pc:sldMkLst>
        <pc:spChg chg="mod">
          <ac:chgData name="Stefan Novaković" userId="48d5634ac72bd80c" providerId="LiveId" clId="{533E4E1E-C4B6-4736-9058-9E8829870DE0}" dt="2023-10-21T19:29:49.761" v="150" actId="6549"/>
          <ac:spMkLst>
            <pc:docMk/>
            <pc:sldMk cId="1771111927" sldId="277"/>
            <ac:spMk id="3" creationId="{D451D417-08BB-45D1-833A-8FF3714BB64F}"/>
          </ac:spMkLst>
        </pc:spChg>
        <pc:spChg chg="mod">
          <ac:chgData name="Stefan Novaković" userId="48d5634ac72bd80c" providerId="LiveId" clId="{533E4E1E-C4B6-4736-9058-9E8829870DE0}" dt="2023-10-21T19:29:59.060" v="154" actId="1076"/>
          <ac:spMkLst>
            <pc:docMk/>
            <pc:sldMk cId="1771111927" sldId="277"/>
            <ac:spMk id="4" creationId="{39844B29-3E16-4E96-AAB3-B14EA64E17DE}"/>
          </ac:spMkLst>
        </pc:spChg>
        <pc:spChg chg="mod">
          <ac:chgData name="Stefan Novaković" userId="48d5634ac72bd80c" providerId="LiveId" clId="{533E4E1E-C4B6-4736-9058-9E8829870DE0}" dt="2023-10-21T19:29:54.290" v="152" actId="1076"/>
          <ac:spMkLst>
            <pc:docMk/>
            <pc:sldMk cId="1771111927" sldId="277"/>
            <ac:spMk id="5" creationId="{DE3D379A-27F2-4B11-8333-9003FDE7724B}"/>
          </ac:spMkLst>
        </pc:spChg>
        <pc:spChg chg="add del mod">
          <ac:chgData name="Stefan Novaković" userId="48d5634ac72bd80c" providerId="LiveId" clId="{533E4E1E-C4B6-4736-9058-9E8829870DE0}" dt="2023-10-21T19:29:44.943" v="145"/>
          <ac:spMkLst>
            <pc:docMk/>
            <pc:sldMk cId="1771111927" sldId="277"/>
            <ac:spMk id="6" creationId="{C1E98375-3668-3CDD-91C1-9022E520788A}"/>
          </ac:spMkLst>
        </pc:spChg>
        <pc:spChg chg="add mod">
          <ac:chgData name="Stefan Novaković" userId="48d5634ac72bd80c" providerId="LiveId" clId="{533E4E1E-C4B6-4736-9058-9E8829870DE0}" dt="2023-10-21T19:30:06.952" v="156" actId="1076"/>
          <ac:spMkLst>
            <pc:docMk/>
            <pc:sldMk cId="1771111927" sldId="277"/>
            <ac:spMk id="7" creationId="{A5818A7D-E898-5B39-67BC-219ACE0B65C7}"/>
          </ac:spMkLst>
        </pc:spChg>
      </pc:sldChg>
      <pc:sldChg chg="modSp add mod modAnim modShow">
        <pc:chgData name="Stefan Novaković" userId="48d5634ac72bd80c" providerId="LiveId" clId="{533E4E1E-C4B6-4736-9058-9E8829870DE0}" dt="2023-10-21T22:29:41.137" v="1259" actId="729"/>
        <pc:sldMkLst>
          <pc:docMk/>
          <pc:sldMk cId="2144955449" sldId="277"/>
        </pc:sldMkLst>
        <pc:spChg chg="mod">
          <ac:chgData name="Stefan Novaković" userId="48d5634ac72bd80c" providerId="LiveId" clId="{533E4E1E-C4B6-4736-9058-9E8829870DE0}" dt="2023-10-21T19:36:34.056" v="323" actId="207"/>
          <ac:spMkLst>
            <pc:docMk/>
            <pc:sldMk cId="2144955449" sldId="277"/>
            <ac:spMk id="5" creationId="{DE3D379A-27F2-4B11-8333-9003FDE7724B}"/>
          </ac:spMkLst>
        </pc:spChg>
        <pc:spChg chg="mod">
          <ac:chgData name="Stefan Novaković" userId="48d5634ac72bd80c" providerId="LiveId" clId="{533E4E1E-C4B6-4736-9058-9E8829870DE0}" dt="2023-10-21T19:53:38.593" v="1154" actId="20577"/>
          <ac:spMkLst>
            <pc:docMk/>
            <pc:sldMk cId="2144955449" sldId="277"/>
            <ac:spMk id="7" creationId="{A5818A7D-E898-5B39-67BC-219ACE0B65C7}"/>
          </ac:spMkLst>
        </pc:spChg>
      </pc:sldChg>
      <pc:sldChg chg="modSp add mod modShow">
        <pc:chgData name="Stefan Novaković" userId="48d5634ac72bd80c" providerId="LiveId" clId="{533E4E1E-C4B6-4736-9058-9E8829870DE0}" dt="2023-10-21T22:29:38.966" v="1258" actId="729"/>
        <pc:sldMkLst>
          <pc:docMk/>
          <pc:sldMk cId="1294954670" sldId="278"/>
        </pc:sldMkLst>
        <pc:spChg chg="mod">
          <ac:chgData name="Stefan Novaković" userId="48d5634ac72bd80c" providerId="LiveId" clId="{533E4E1E-C4B6-4736-9058-9E8829870DE0}" dt="2023-10-21T22:23:11.265" v="1224" actId="20577"/>
          <ac:spMkLst>
            <pc:docMk/>
            <pc:sldMk cId="1294954670" sldId="278"/>
            <ac:spMk id="9" creationId="{0EB1CA5E-99B2-4D43-A18E-AA134D575D1C}"/>
          </ac:spMkLst>
        </pc:spChg>
      </pc:sldChg>
      <pc:sldChg chg="add del">
        <pc:chgData name="Stefan Novaković" userId="48d5634ac72bd80c" providerId="LiveId" clId="{533E4E1E-C4B6-4736-9058-9E8829870DE0}" dt="2023-10-21T19:34:56.726" v="316" actId="2696"/>
        <pc:sldMkLst>
          <pc:docMk/>
          <pc:sldMk cId="3194180417" sldId="278"/>
        </pc:sldMkLst>
      </pc:sldChg>
      <pc:sldChg chg="delSp modSp add del mod delAnim">
        <pc:chgData name="Stefan Novaković" userId="48d5634ac72bd80c" providerId="LiveId" clId="{533E4E1E-C4B6-4736-9058-9E8829870DE0}" dt="2023-10-21T19:30:13.445" v="157" actId="47"/>
        <pc:sldMkLst>
          <pc:docMk/>
          <pc:sldMk cId="53141500" sldId="279"/>
        </pc:sldMkLst>
        <pc:spChg chg="mod">
          <ac:chgData name="Stefan Novaković" userId="48d5634ac72bd80c" providerId="LiveId" clId="{533E4E1E-C4B6-4736-9058-9E8829870DE0}" dt="2023-10-21T19:29:27.843" v="130" actId="21"/>
          <ac:spMkLst>
            <pc:docMk/>
            <pc:sldMk cId="53141500" sldId="279"/>
            <ac:spMk id="3" creationId="{D451D417-08BB-45D1-833A-8FF3714BB64F}"/>
          </ac:spMkLst>
        </pc:spChg>
        <pc:spChg chg="del">
          <ac:chgData name="Stefan Novaković" userId="48d5634ac72bd80c" providerId="LiveId" clId="{533E4E1E-C4B6-4736-9058-9E8829870DE0}" dt="2023-10-21T19:29:41.277" v="140" actId="21"/>
          <ac:spMkLst>
            <pc:docMk/>
            <pc:sldMk cId="53141500" sldId="279"/>
            <ac:spMk id="4" creationId="{FAAA9A82-82D0-45DF-A224-67D450F69DBB}"/>
          </ac:spMkLst>
        </pc:spChg>
      </pc:sldChg>
      <pc:sldChg chg="modSp add modAnim">
        <pc:chgData name="Stefan Novaković" userId="48d5634ac72bd80c" providerId="LiveId" clId="{533E4E1E-C4B6-4736-9058-9E8829870DE0}" dt="2023-10-21T19:57:09.350" v="1171" actId="207"/>
        <pc:sldMkLst>
          <pc:docMk/>
          <pc:sldMk cId="1996899783" sldId="285"/>
        </pc:sldMkLst>
        <pc:spChg chg="mod">
          <ac:chgData name="Stefan Novaković" userId="48d5634ac72bd80c" providerId="LiveId" clId="{533E4E1E-C4B6-4736-9058-9E8829870DE0}" dt="2023-10-21T19:57:09.350" v="1171" actId="207"/>
          <ac:spMkLst>
            <pc:docMk/>
            <pc:sldMk cId="1996899783" sldId="285"/>
            <ac:spMk id="4" creationId="{CEE2C6DC-CA09-496E-AE26-B4338DA5D559}"/>
          </ac:spMkLst>
        </pc:spChg>
      </pc:sldChg>
      <pc:sldChg chg="add del ord">
        <pc:chgData name="Stefan Novaković" userId="48d5634ac72bd80c" providerId="LiveId" clId="{533E4E1E-C4B6-4736-9058-9E8829870DE0}" dt="2023-10-21T19:49:32.682" v="1101" actId="2696"/>
        <pc:sldMkLst>
          <pc:docMk/>
          <pc:sldMk cId="4215596471" sldId="285"/>
        </pc:sldMkLst>
      </pc:sldChg>
      <pc:sldChg chg="modSp">
        <pc:chgData name="Stefan Novaković" userId="48d5634ac72bd80c" providerId="LiveId" clId="{533E4E1E-C4B6-4736-9058-9E8829870DE0}" dt="2023-10-21T22:37:39.287" v="1376" actId="20577"/>
        <pc:sldMkLst>
          <pc:docMk/>
          <pc:sldMk cId="2423677371" sldId="297"/>
        </pc:sldMkLst>
        <pc:spChg chg="mod">
          <ac:chgData name="Stefan Novaković" userId="48d5634ac72bd80c" providerId="LiveId" clId="{533E4E1E-C4B6-4736-9058-9E8829870DE0}" dt="2023-10-21T22:37:39.287" v="1376" actId="20577"/>
          <ac:spMkLst>
            <pc:docMk/>
            <pc:sldMk cId="2423677371" sldId="297"/>
            <ac:spMk id="7" creationId="{EA9A5526-C636-4C0A-A208-8F80BFB5A050}"/>
          </ac:spMkLst>
        </pc:spChg>
      </pc:sldChg>
      <pc:sldChg chg="add ord">
        <pc:chgData name="Stefan Novaković" userId="48d5634ac72bd80c" providerId="LiveId" clId="{533E4E1E-C4B6-4736-9058-9E8829870DE0}" dt="2023-10-21T22:43:28.919" v="1513"/>
        <pc:sldMkLst>
          <pc:docMk/>
          <pc:sldMk cId="1071087964" sldId="315"/>
        </pc:sldMkLst>
      </pc:sldChg>
      <pc:sldChg chg="modSp mod modAnim">
        <pc:chgData name="Stefan Novaković" userId="48d5634ac72bd80c" providerId="LiveId" clId="{533E4E1E-C4B6-4736-9058-9E8829870DE0}" dt="2023-10-21T22:38:23.041" v="1388" actId="403"/>
        <pc:sldMkLst>
          <pc:docMk/>
          <pc:sldMk cId="2761507407" sldId="316"/>
        </pc:sldMkLst>
        <pc:spChg chg="mod">
          <ac:chgData name="Stefan Novaković" userId="48d5634ac72bd80c" providerId="LiveId" clId="{533E4E1E-C4B6-4736-9058-9E8829870DE0}" dt="2023-10-21T22:38:23.041" v="1388" actId="403"/>
          <ac:spMkLst>
            <pc:docMk/>
            <pc:sldMk cId="2761507407" sldId="316"/>
            <ac:spMk id="7" creationId="{EA9A5526-C636-4C0A-A208-8F80BFB5A050}"/>
          </ac:spMkLst>
        </pc:spChg>
      </pc:sldChg>
      <pc:sldChg chg="del">
        <pc:chgData name="Stefan Novaković" userId="48d5634ac72bd80c" providerId="LiveId" clId="{533E4E1E-C4B6-4736-9058-9E8829870DE0}" dt="2023-10-21T19:28:00.213" v="3" actId="47"/>
        <pc:sldMkLst>
          <pc:docMk/>
          <pc:sldMk cId="2281293401" sldId="317"/>
        </pc:sldMkLst>
      </pc:sldChg>
      <pc:sldChg chg="modSp mod">
        <pc:chgData name="Stefan Novaković" userId="48d5634ac72bd80c" providerId="LiveId" clId="{533E4E1E-C4B6-4736-9058-9E8829870DE0}" dt="2023-10-21T19:28:16.583" v="63" actId="20577"/>
        <pc:sldMkLst>
          <pc:docMk/>
          <pc:sldMk cId="2345836900" sldId="320"/>
        </pc:sldMkLst>
        <pc:spChg chg="mod">
          <ac:chgData name="Stefan Novaković" userId="48d5634ac72bd80c" providerId="LiveId" clId="{533E4E1E-C4B6-4736-9058-9E8829870DE0}" dt="2023-10-21T19:28:16.583" v="63" actId="20577"/>
          <ac:spMkLst>
            <pc:docMk/>
            <pc:sldMk cId="2345836900" sldId="320"/>
            <ac:spMk id="2" creationId="{B9776CDA-5B55-4BC5-B51E-D6F6BB2817BE}"/>
          </ac:spMkLst>
        </pc:spChg>
      </pc:sldChg>
      <pc:sldChg chg="del">
        <pc:chgData name="Stefan Novaković" userId="48d5634ac72bd80c" providerId="LiveId" clId="{533E4E1E-C4B6-4736-9058-9E8829870DE0}" dt="2023-10-21T19:28:00.213" v="3" actId="47"/>
        <pc:sldMkLst>
          <pc:docMk/>
          <pc:sldMk cId="1396569806" sldId="321"/>
        </pc:sldMkLst>
      </pc:sldChg>
      <pc:sldChg chg="modSp mod">
        <pc:chgData name="Stefan Novaković" userId="48d5634ac72bd80c" providerId="LiveId" clId="{533E4E1E-C4B6-4736-9058-9E8829870DE0}" dt="2023-10-21T22:38:54.095" v="1400" actId="20577"/>
        <pc:sldMkLst>
          <pc:docMk/>
          <pc:sldMk cId="71286010" sldId="323"/>
        </pc:sldMkLst>
        <pc:spChg chg="mod">
          <ac:chgData name="Stefan Novaković" userId="48d5634ac72bd80c" providerId="LiveId" clId="{533E4E1E-C4B6-4736-9058-9E8829870DE0}" dt="2023-10-21T22:38:54.095" v="1400" actId="20577"/>
          <ac:spMkLst>
            <pc:docMk/>
            <pc:sldMk cId="71286010" sldId="323"/>
            <ac:spMk id="5" creationId="{726CE0C0-124D-4176-905C-51A772091DD3}"/>
          </ac:spMkLst>
        </pc:spChg>
        <pc:spChg chg="mod">
          <ac:chgData name="Stefan Novaković" userId="48d5634ac72bd80c" providerId="LiveId" clId="{533E4E1E-C4B6-4736-9058-9E8829870DE0}" dt="2023-10-21T22:38:32.687" v="1390" actId="403"/>
          <ac:spMkLst>
            <pc:docMk/>
            <pc:sldMk cId="71286010" sldId="323"/>
            <ac:spMk id="7" creationId="{EA9A5526-C636-4C0A-A208-8F80BFB5A050}"/>
          </ac:spMkLst>
        </pc:spChg>
      </pc:sldChg>
      <pc:sldChg chg="modSp mod modAnim">
        <pc:chgData name="Stefan Novaković" userId="48d5634ac72bd80c" providerId="LiveId" clId="{533E4E1E-C4B6-4736-9058-9E8829870DE0}" dt="2023-10-21T22:45:49.265" v="1525"/>
        <pc:sldMkLst>
          <pc:docMk/>
          <pc:sldMk cId="2551141026" sldId="324"/>
        </pc:sldMkLst>
        <pc:spChg chg="mod">
          <ac:chgData name="Stefan Novaković" userId="48d5634ac72bd80c" providerId="LiveId" clId="{533E4E1E-C4B6-4736-9058-9E8829870DE0}" dt="2023-10-21T22:40:51.811" v="1445" actId="14100"/>
          <ac:spMkLst>
            <pc:docMk/>
            <pc:sldMk cId="2551141026" sldId="324"/>
            <ac:spMk id="5" creationId="{726CE0C0-124D-4176-905C-51A772091DD3}"/>
          </ac:spMkLst>
        </pc:spChg>
        <pc:spChg chg="mod">
          <ac:chgData name="Stefan Novaković" userId="48d5634ac72bd80c" providerId="LiveId" clId="{533E4E1E-C4B6-4736-9058-9E8829870DE0}" dt="2023-10-21T22:40:51.559" v="1444" actId="14100"/>
          <ac:spMkLst>
            <pc:docMk/>
            <pc:sldMk cId="2551141026" sldId="324"/>
            <ac:spMk id="7" creationId="{EA9A5526-C636-4C0A-A208-8F80BFB5A050}"/>
          </ac:spMkLst>
        </pc:spChg>
      </pc:sldChg>
      <pc:sldChg chg="modSp add mod ord modAnim">
        <pc:chgData name="Stefan Novaković" userId="48d5634ac72bd80c" providerId="LiveId" clId="{533E4E1E-C4B6-4736-9058-9E8829870DE0}" dt="2023-10-21T22:51:26.131" v="1587" actId="6549"/>
        <pc:sldMkLst>
          <pc:docMk/>
          <pc:sldMk cId="1606309476" sldId="326"/>
        </pc:sldMkLst>
        <pc:spChg chg="mod">
          <ac:chgData name="Stefan Novaković" userId="48d5634ac72bd80c" providerId="LiveId" clId="{533E4E1E-C4B6-4736-9058-9E8829870DE0}" dt="2023-10-21T22:47:39.833" v="1557" actId="1076"/>
          <ac:spMkLst>
            <pc:docMk/>
            <pc:sldMk cId="1606309476" sldId="326"/>
            <ac:spMk id="5" creationId="{067C8EAD-B91E-4D5E-AF66-E1BFD2AE3DD6}"/>
          </ac:spMkLst>
        </pc:spChg>
        <pc:spChg chg="mod">
          <ac:chgData name="Stefan Novaković" userId="48d5634ac72bd80c" providerId="LiveId" clId="{533E4E1E-C4B6-4736-9058-9E8829870DE0}" dt="2023-10-21T22:51:25.017" v="1586" actId="6549"/>
          <ac:spMkLst>
            <pc:docMk/>
            <pc:sldMk cId="1606309476" sldId="326"/>
            <ac:spMk id="6" creationId="{DB72D704-009D-486A-B0B1-66806AA689A7}"/>
          </ac:spMkLst>
        </pc:spChg>
      </pc:sldChg>
      <pc:sldChg chg="modSp add mod modAnim">
        <pc:chgData name="Stefan Novaković" userId="48d5634ac72bd80c" providerId="LiveId" clId="{533E4E1E-C4B6-4736-9058-9E8829870DE0}" dt="2023-10-21T22:41:57.832" v="1487" actId="20577"/>
        <pc:sldMkLst>
          <pc:docMk/>
          <pc:sldMk cId="2278722569" sldId="327"/>
        </pc:sldMkLst>
        <pc:spChg chg="mod">
          <ac:chgData name="Stefan Novaković" userId="48d5634ac72bd80c" providerId="LiveId" clId="{533E4E1E-C4B6-4736-9058-9E8829870DE0}" dt="2023-10-21T22:40:40.368" v="1436" actId="6549"/>
          <ac:spMkLst>
            <pc:docMk/>
            <pc:sldMk cId="2278722569" sldId="327"/>
            <ac:spMk id="7" creationId="{6962C79E-5A6C-4104-87E0-0D59EBB318C9}"/>
          </ac:spMkLst>
        </pc:spChg>
        <pc:spChg chg="mod">
          <ac:chgData name="Stefan Novaković" userId="48d5634ac72bd80c" providerId="LiveId" clId="{533E4E1E-C4B6-4736-9058-9E8829870DE0}" dt="2023-10-21T22:41:57.832" v="1487" actId="20577"/>
          <ac:spMkLst>
            <pc:docMk/>
            <pc:sldMk cId="2278722569" sldId="327"/>
            <ac:spMk id="8" creationId="{863A64D2-B1E5-4830-8342-FCF131668EEB}"/>
          </ac:spMkLst>
        </pc:spChg>
      </pc:sldChg>
      <pc:sldChg chg="del">
        <pc:chgData name="Stefan Novaković" userId="48d5634ac72bd80c" providerId="LiveId" clId="{533E4E1E-C4B6-4736-9058-9E8829870DE0}" dt="2023-10-21T19:48:13.468" v="1099" actId="2696"/>
        <pc:sldMkLst>
          <pc:docMk/>
          <pc:sldMk cId="3883978126" sldId="327"/>
        </pc:sldMkLst>
      </pc:sldChg>
      <pc:sldChg chg="add">
        <pc:chgData name="Stefan Novaković" userId="48d5634ac72bd80c" providerId="LiveId" clId="{533E4E1E-C4B6-4736-9058-9E8829870DE0}" dt="2023-10-21T19:22:39.391" v="0"/>
        <pc:sldMkLst>
          <pc:docMk/>
          <pc:sldMk cId="3809718464" sldId="328"/>
        </pc:sldMkLst>
      </pc:sldChg>
      <pc:sldChg chg="modSp add mod">
        <pc:chgData name="Stefan Novaković" userId="48d5634ac72bd80c" providerId="LiveId" clId="{533E4E1E-C4B6-4736-9058-9E8829870DE0}" dt="2023-10-21T22:42:18.915" v="1511" actId="20577"/>
        <pc:sldMkLst>
          <pc:docMk/>
          <pc:sldMk cId="2256556432" sldId="329"/>
        </pc:sldMkLst>
        <pc:spChg chg="mod">
          <ac:chgData name="Stefan Novaković" userId="48d5634ac72bd80c" providerId="LiveId" clId="{533E4E1E-C4B6-4736-9058-9E8829870DE0}" dt="2023-10-21T22:42:11.907" v="1504" actId="14100"/>
          <ac:spMkLst>
            <pc:docMk/>
            <pc:sldMk cId="2256556432" sldId="329"/>
            <ac:spMk id="6" creationId="{CB81879A-E3F0-4E72-8352-926B0F4E565D}"/>
          </ac:spMkLst>
        </pc:spChg>
        <pc:spChg chg="mod">
          <ac:chgData name="Stefan Novaković" userId="48d5634ac72bd80c" providerId="LiveId" clId="{533E4E1E-C4B6-4736-9058-9E8829870DE0}" dt="2023-10-21T22:42:18.915" v="1511" actId="20577"/>
          <ac:spMkLst>
            <pc:docMk/>
            <pc:sldMk cId="2256556432" sldId="329"/>
            <ac:spMk id="8" creationId="{863A64D2-B1E5-4830-8342-FCF131668EEB}"/>
          </ac:spMkLst>
        </pc:spChg>
      </pc:sldChg>
      <pc:sldChg chg="del">
        <pc:chgData name="Stefan Novaković" userId="48d5634ac72bd80c" providerId="LiveId" clId="{533E4E1E-C4B6-4736-9058-9E8829870DE0}" dt="2023-10-21T19:48:13.468" v="1099" actId="2696"/>
        <pc:sldMkLst>
          <pc:docMk/>
          <pc:sldMk cId="4291575652" sldId="329"/>
        </pc:sldMkLst>
      </pc:sldChg>
      <pc:sldChg chg="modSp add mod ord modAnim">
        <pc:chgData name="Stefan Novaković" userId="48d5634ac72bd80c" providerId="LiveId" clId="{533E4E1E-C4B6-4736-9058-9E8829870DE0}" dt="2023-10-21T22:52:13.012" v="1609" actId="20577"/>
        <pc:sldMkLst>
          <pc:docMk/>
          <pc:sldMk cId="4056134089" sldId="331"/>
        </pc:sldMkLst>
        <pc:spChg chg="mod">
          <ac:chgData name="Stefan Novaković" userId="48d5634ac72bd80c" providerId="LiveId" clId="{533E4E1E-C4B6-4736-9058-9E8829870DE0}" dt="2023-10-21T22:52:13.012" v="1609" actId="20577"/>
          <ac:spMkLst>
            <pc:docMk/>
            <pc:sldMk cId="4056134089" sldId="331"/>
            <ac:spMk id="5" creationId="{067C8EAD-B91E-4D5E-AF66-E1BFD2AE3DD6}"/>
          </ac:spMkLst>
        </pc:spChg>
        <pc:spChg chg="mod">
          <ac:chgData name="Stefan Novaković" userId="48d5634ac72bd80c" providerId="LiveId" clId="{533E4E1E-C4B6-4736-9058-9E8829870DE0}" dt="2023-10-21T22:51:19.838" v="1584" actId="20577"/>
          <ac:spMkLst>
            <pc:docMk/>
            <pc:sldMk cId="4056134089" sldId="331"/>
            <ac:spMk id="6" creationId="{DB72D704-009D-486A-B0B1-66806AA689A7}"/>
          </ac:spMkLst>
        </pc:spChg>
        <pc:spChg chg="mod">
          <ac:chgData name="Stefan Novaković" userId="48d5634ac72bd80c" providerId="LiveId" clId="{533E4E1E-C4B6-4736-9058-9E8829870DE0}" dt="2023-10-21T22:52:03.511" v="1597" actId="14100"/>
          <ac:spMkLst>
            <pc:docMk/>
            <pc:sldMk cId="4056134089" sldId="331"/>
            <ac:spMk id="9" creationId="{D05C5BCC-6EFF-4F33-BFF7-6AA7249D443E}"/>
          </ac:spMkLst>
        </pc:spChg>
      </pc:sldChg>
      <pc:sldChg chg="modSp modAnim">
        <pc:chgData name="Stefan Novaković" userId="48d5634ac72bd80c" providerId="LiveId" clId="{533E4E1E-C4B6-4736-9058-9E8829870DE0}" dt="2023-10-21T19:31:22.094" v="217" actId="20577"/>
        <pc:sldMkLst>
          <pc:docMk/>
          <pc:sldMk cId="756319218" sldId="332"/>
        </pc:sldMkLst>
        <pc:spChg chg="mod">
          <ac:chgData name="Stefan Novaković" userId="48d5634ac72bd80c" providerId="LiveId" clId="{533E4E1E-C4B6-4736-9058-9E8829870DE0}" dt="2023-10-21T19:31:22.094" v="217" actId="20577"/>
          <ac:spMkLst>
            <pc:docMk/>
            <pc:sldMk cId="756319218" sldId="332"/>
            <ac:spMk id="3" creationId="{8035EEB5-5D68-4E7E-B791-D67A4F98FCC3}"/>
          </ac:spMkLst>
        </pc:spChg>
      </pc:sldChg>
      <pc:sldChg chg="modSp add">
        <pc:chgData name="Stefan Novaković" userId="48d5634ac72bd80c" providerId="LiveId" clId="{533E4E1E-C4B6-4736-9058-9E8829870DE0}" dt="2023-10-21T19:33:11.695" v="301" actId="20577"/>
        <pc:sldMkLst>
          <pc:docMk/>
          <pc:sldMk cId="1910483375" sldId="334"/>
        </pc:sldMkLst>
        <pc:spChg chg="mod">
          <ac:chgData name="Stefan Novaković" userId="48d5634ac72bd80c" providerId="LiveId" clId="{533E4E1E-C4B6-4736-9058-9E8829870DE0}" dt="2023-10-21T19:33:11.695" v="301" actId="20577"/>
          <ac:spMkLst>
            <pc:docMk/>
            <pc:sldMk cId="1910483375" sldId="334"/>
            <ac:spMk id="3" creationId="{8035EEB5-5D68-4E7E-B791-D67A4F98FCC3}"/>
          </ac:spMkLst>
        </pc:spChg>
      </pc:sldChg>
      <pc:sldChg chg="modSp add mod ord modAnim">
        <pc:chgData name="Stefan Novaković" userId="48d5634ac72bd80c" providerId="LiveId" clId="{533E4E1E-C4B6-4736-9058-9E8829870DE0}" dt="2023-10-25T22:53:44.477" v="1923" actId="113"/>
        <pc:sldMkLst>
          <pc:docMk/>
          <pc:sldMk cId="1644587790" sldId="344"/>
        </pc:sldMkLst>
        <pc:spChg chg="mod">
          <ac:chgData name="Stefan Novaković" userId="48d5634ac72bd80c" providerId="LiveId" clId="{533E4E1E-C4B6-4736-9058-9E8829870DE0}" dt="2023-10-25T22:53:44.477" v="1923" actId="113"/>
          <ac:spMkLst>
            <pc:docMk/>
            <pc:sldMk cId="1644587790" sldId="344"/>
            <ac:spMk id="3" creationId="{3C9B4CFE-8B98-4528-88ED-D2B04E571BD7}"/>
          </ac:spMkLst>
        </pc:spChg>
        <pc:spChg chg="mod">
          <ac:chgData name="Stefan Novaković" userId="48d5634ac72bd80c" providerId="LiveId" clId="{533E4E1E-C4B6-4736-9058-9E8829870DE0}" dt="2023-10-21T22:36:02.012" v="1326" actId="20577"/>
          <ac:spMkLst>
            <pc:docMk/>
            <pc:sldMk cId="1644587790" sldId="344"/>
            <ac:spMk id="5" creationId="{067C8EAD-B91E-4D5E-AF66-E1BFD2AE3DD6}"/>
          </ac:spMkLst>
        </pc:spChg>
        <pc:spChg chg="mod">
          <ac:chgData name="Stefan Novaković" userId="48d5634ac72bd80c" providerId="LiveId" clId="{533E4E1E-C4B6-4736-9058-9E8829870DE0}" dt="2023-10-21T22:36:16.401" v="1331" actId="20577"/>
          <ac:spMkLst>
            <pc:docMk/>
            <pc:sldMk cId="1644587790" sldId="344"/>
            <ac:spMk id="7" creationId="{0CFF796E-FCC2-4B08-85CE-978A2D2B9DD7}"/>
          </ac:spMkLst>
        </pc:spChg>
      </pc:sldChg>
      <pc:sldChg chg="add del">
        <pc:chgData name="Stefan Novaković" userId="48d5634ac72bd80c" providerId="LiveId" clId="{533E4E1E-C4B6-4736-9058-9E8829870DE0}" dt="2023-10-21T19:34:06.812" v="307" actId="47"/>
        <pc:sldMkLst>
          <pc:docMk/>
          <pc:sldMk cId="66128383" sldId="345"/>
        </pc:sldMkLst>
      </pc:sldChg>
      <pc:sldChg chg="add del ord">
        <pc:chgData name="Stefan Novaković" userId="48d5634ac72bd80c" providerId="LiveId" clId="{533E4E1E-C4B6-4736-9058-9E8829870DE0}" dt="2023-10-21T19:50:05.165" v="1103" actId="2696"/>
        <pc:sldMkLst>
          <pc:docMk/>
          <pc:sldMk cId="707504835" sldId="346"/>
        </pc:sldMkLst>
      </pc:sldChg>
      <pc:sldChg chg="add mod modShow">
        <pc:chgData name="Stefan Novaković" userId="48d5634ac72bd80c" providerId="LiveId" clId="{533E4E1E-C4B6-4736-9058-9E8829870DE0}" dt="2023-10-22T09:03:13.922" v="1610" actId="729"/>
        <pc:sldMkLst>
          <pc:docMk/>
          <pc:sldMk cId="1165737408" sldId="346"/>
        </pc:sldMkLst>
      </pc:sldChg>
      <pc:sldChg chg="add del ord">
        <pc:chgData name="Stefan Novaković" userId="48d5634ac72bd80c" providerId="LiveId" clId="{533E4E1E-C4B6-4736-9058-9E8829870DE0}" dt="2023-10-21T19:49:32.682" v="1101" actId="2696"/>
        <pc:sldMkLst>
          <pc:docMk/>
          <pc:sldMk cId="2770172430" sldId="350"/>
        </pc:sldMkLst>
      </pc:sldChg>
      <pc:sldChg chg="add">
        <pc:chgData name="Stefan Novaković" userId="48d5634ac72bd80c" providerId="LiveId" clId="{533E4E1E-C4B6-4736-9058-9E8829870DE0}" dt="2023-10-21T19:49:35.240" v="1102"/>
        <pc:sldMkLst>
          <pc:docMk/>
          <pc:sldMk cId="4205938097" sldId="350"/>
        </pc:sldMkLst>
      </pc:sldChg>
      <pc:sldChg chg="modSp add modAnim">
        <pc:chgData name="Stefan Novaković" userId="48d5634ac72bd80c" providerId="LiveId" clId="{533E4E1E-C4B6-4736-9058-9E8829870DE0}" dt="2023-10-21T22:28:27.500" v="1256" actId="20577"/>
        <pc:sldMkLst>
          <pc:docMk/>
          <pc:sldMk cId="2668705528" sldId="352"/>
        </pc:sldMkLst>
        <pc:spChg chg="mod">
          <ac:chgData name="Stefan Novaković" userId="48d5634ac72bd80c" providerId="LiveId" clId="{533E4E1E-C4B6-4736-9058-9E8829870DE0}" dt="2023-10-21T22:28:27.500" v="1256" actId="20577"/>
          <ac:spMkLst>
            <pc:docMk/>
            <pc:sldMk cId="2668705528" sldId="352"/>
            <ac:spMk id="6" creationId="{D1FC476A-26FE-44CD-92A2-4C85D09B9D72}"/>
          </ac:spMkLst>
        </pc:spChg>
      </pc:sldChg>
      <pc:sldChg chg="add del ord">
        <pc:chgData name="Stefan Novaković" userId="48d5634ac72bd80c" providerId="LiveId" clId="{533E4E1E-C4B6-4736-9058-9E8829870DE0}" dt="2023-10-21T19:49:32.682" v="1101" actId="2696"/>
        <pc:sldMkLst>
          <pc:docMk/>
          <pc:sldMk cId="4037451239" sldId="352"/>
        </pc:sldMkLst>
      </pc:sldChg>
      <pc:sldChg chg="add del ord">
        <pc:chgData name="Stefan Novaković" userId="48d5634ac72bd80c" providerId="LiveId" clId="{533E4E1E-C4B6-4736-9058-9E8829870DE0}" dt="2023-10-21T19:50:05.165" v="1103" actId="2696"/>
        <pc:sldMkLst>
          <pc:docMk/>
          <pc:sldMk cId="2825594350" sldId="364"/>
        </pc:sldMkLst>
      </pc:sldChg>
      <pc:sldChg chg="modSp add">
        <pc:chgData name="Stefan Novaković" userId="48d5634ac72bd80c" providerId="LiveId" clId="{533E4E1E-C4B6-4736-9058-9E8829870DE0}" dt="2023-10-21T22:22:47.253" v="1217"/>
        <pc:sldMkLst>
          <pc:docMk/>
          <pc:sldMk cId="3702842815" sldId="364"/>
        </pc:sldMkLst>
        <pc:spChg chg="mod">
          <ac:chgData name="Stefan Novaković" userId="48d5634ac72bd80c" providerId="LiveId" clId="{533E4E1E-C4B6-4736-9058-9E8829870DE0}" dt="2023-10-21T22:22:47.253" v="1217"/>
          <ac:spMkLst>
            <pc:docMk/>
            <pc:sldMk cId="3702842815" sldId="364"/>
            <ac:spMk id="7" creationId="{BFC57B83-52F6-4FCD-8394-AD364511E185}"/>
          </ac:spMkLst>
        </pc:spChg>
      </pc:sldChg>
      <pc:sldChg chg="modSp add del modAnim">
        <pc:chgData name="Stefan Novaković" userId="48d5634ac72bd80c" providerId="LiveId" clId="{533E4E1E-C4B6-4736-9058-9E8829870DE0}" dt="2023-10-21T19:34:04.971" v="306" actId="47"/>
        <pc:sldMkLst>
          <pc:docMk/>
          <pc:sldMk cId="4104576786" sldId="382"/>
        </pc:sldMkLst>
        <pc:spChg chg="mod">
          <ac:chgData name="Stefan Novaković" userId="48d5634ac72bd80c" providerId="LiveId" clId="{533E4E1E-C4B6-4736-9058-9E8829870DE0}" dt="2023-10-21T19:28:59.101" v="126" actId="20577"/>
          <ac:spMkLst>
            <pc:docMk/>
            <pc:sldMk cId="4104576786" sldId="382"/>
            <ac:spMk id="3" creationId="{8035EEB5-5D68-4E7E-B791-D67A4F98FCC3}"/>
          </ac:spMkLst>
        </pc:spChg>
      </pc:sldChg>
      <pc:sldChg chg="add">
        <pc:chgData name="Stefan Novaković" userId="48d5634ac72bd80c" providerId="LiveId" clId="{533E4E1E-C4B6-4736-9058-9E8829870DE0}" dt="2023-10-21T19:49:35.240" v="1102"/>
        <pc:sldMkLst>
          <pc:docMk/>
          <pc:sldMk cId="608050575" sldId="383"/>
        </pc:sldMkLst>
      </pc:sldChg>
      <pc:sldChg chg="add del ord">
        <pc:chgData name="Stefan Novaković" userId="48d5634ac72bd80c" providerId="LiveId" clId="{533E4E1E-C4B6-4736-9058-9E8829870DE0}" dt="2023-10-21T19:49:32.682" v="1101" actId="2696"/>
        <pc:sldMkLst>
          <pc:docMk/>
          <pc:sldMk cId="1668169255" sldId="383"/>
        </pc:sldMkLst>
      </pc:sldChg>
      <pc:sldChg chg="modSp add del ord">
        <pc:chgData name="Stefan Novaković" userId="48d5634ac72bd80c" providerId="LiveId" clId="{533E4E1E-C4B6-4736-9058-9E8829870DE0}" dt="2023-10-21T19:48:10.602" v="1098" actId="47"/>
        <pc:sldMkLst>
          <pc:docMk/>
          <pc:sldMk cId="3188297903" sldId="384"/>
        </pc:sldMkLst>
        <pc:spChg chg="mod">
          <ac:chgData name="Stefan Novaković" userId="48d5634ac72bd80c" providerId="LiveId" clId="{533E4E1E-C4B6-4736-9058-9E8829870DE0}" dt="2023-10-21T19:31:37.332" v="256" actId="20577"/>
          <ac:spMkLst>
            <pc:docMk/>
            <pc:sldMk cId="3188297903" sldId="384"/>
            <ac:spMk id="3" creationId="{8035EEB5-5D68-4E7E-B791-D67A4F98FCC3}"/>
          </ac:spMkLst>
        </pc:spChg>
      </pc:sldChg>
      <pc:sldChg chg="add del">
        <pc:chgData name="Stefan Novaković" userId="48d5634ac72bd80c" providerId="LiveId" clId="{533E4E1E-C4B6-4736-9058-9E8829870DE0}" dt="2023-10-21T19:33:47.832" v="305"/>
        <pc:sldMkLst>
          <pc:docMk/>
          <pc:sldMk cId="3550529030" sldId="385"/>
        </pc:sldMkLst>
      </pc:sldChg>
      <pc:sldChg chg="delSp modSp add mod ord delAnim modAnim">
        <pc:chgData name="Stefan Novaković" userId="48d5634ac72bd80c" providerId="LiveId" clId="{533E4E1E-C4B6-4736-9058-9E8829870DE0}" dt="2023-10-21T22:33:15.182" v="1296" actId="6549"/>
        <pc:sldMkLst>
          <pc:docMk/>
          <pc:sldMk cId="3667281227" sldId="385"/>
        </pc:sldMkLst>
        <pc:spChg chg="mod">
          <ac:chgData name="Stefan Novaković" userId="48d5634ac72bd80c" providerId="LiveId" clId="{533E4E1E-C4B6-4736-9058-9E8829870DE0}" dt="2023-10-21T19:50:26.348" v="1109" actId="20577"/>
          <ac:spMkLst>
            <pc:docMk/>
            <pc:sldMk cId="3667281227" sldId="385"/>
            <ac:spMk id="2" creationId="{B9776CDA-5B55-4BC5-B51E-D6F6BB2817BE}"/>
          </ac:spMkLst>
        </pc:spChg>
        <pc:spChg chg="mod">
          <ac:chgData name="Stefan Novaković" userId="48d5634ac72bd80c" providerId="LiveId" clId="{533E4E1E-C4B6-4736-9058-9E8829870DE0}" dt="2023-10-21T22:33:15.182" v="1296" actId="6549"/>
          <ac:spMkLst>
            <pc:docMk/>
            <pc:sldMk cId="3667281227" sldId="385"/>
            <ac:spMk id="3" creationId="{D451D417-08BB-45D1-833A-8FF3714BB64F}"/>
          </ac:spMkLst>
        </pc:spChg>
        <pc:grpChg chg="del">
          <ac:chgData name="Stefan Novaković" userId="48d5634ac72bd80c" providerId="LiveId" clId="{533E4E1E-C4B6-4736-9058-9E8829870DE0}" dt="2023-10-21T19:43:10.862" v="1082" actId="478"/>
          <ac:grpSpMkLst>
            <pc:docMk/>
            <pc:sldMk cId="3667281227" sldId="385"/>
            <ac:grpSpMk id="25" creationId="{BEE01A3B-01D4-4CA6-A7E9-E84132CDCC10}"/>
          </ac:grpSpMkLst>
        </pc:grpChg>
      </pc:sldChg>
      <pc:sldChg chg="add del">
        <pc:chgData name="Stefan Novaković" userId="48d5634ac72bd80c" providerId="LiveId" clId="{533E4E1E-C4B6-4736-9058-9E8829870DE0}" dt="2023-10-21T19:33:47.682" v="304"/>
        <pc:sldMkLst>
          <pc:docMk/>
          <pc:sldMk cId="1343920798" sldId="3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969569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756359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43026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545413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507509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10312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341594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970696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229617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87973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34609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7660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847460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89808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90451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620453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193561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609600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820860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7783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68371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33120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32578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2100415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12232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27254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24.10.2024.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4" y="801541"/>
            <a:ext cx="8156895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5845735" cy="1616978"/>
          </a:xfrm>
        </p:spPr>
        <p:txBody>
          <a:bodyPr/>
          <a:lstStyle/>
          <a:p>
            <a:pPr algn="l"/>
            <a:r>
              <a:rPr lang="sr-Latn-BA" b="1"/>
              <a:t>Uvod u programski jezik C++</a:t>
            </a:r>
          </a:p>
          <a:p>
            <a:pPr algn="l"/>
            <a:r>
              <a:rPr lang="en-US"/>
              <a:t>Konstruktori i destruktor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1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Podrazumijevani konstruktor</a:t>
            </a:r>
            <a:r>
              <a:rPr lang="en-US"/>
              <a:t> (rekapitulacija)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599" cy="2130011"/>
          </a:xfrm>
        </p:spPr>
        <p:txBody>
          <a:bodyPr>
            <a:normAutofit fontScale="92500" lnSpcReduction="10000"/>
          </a:bodyPr>
          <a:lstStyle/>
          <a:p>
            <a:r>
              <a:rPr lang="sr-Latn-BA" b="1"/>
              <a:t>Konstruktor</a:t>
            </a:r>
            <a:r>
              <a:rPr lang="en-US" b="1" dirty="0"/>
              <a:t> </a:t>
            </a:r>
            <a:r>
              <a:rPr lang="en-US" dirty="0"/>
              <a:t>– automatski pozvana specijalna metoda za inicijalizaciju objekta tokom njegovog kreiranja</a:t>
            </a:r>
          </a:p>
          <a:p>
            <a:r>
              <a:rPr lang="sr-Latn-BA" b="1" noProof="1"/>
              <a:t>Podrazumijevani </a:t>
            </a:r>
            <a:r>
              <a:rPr lang="sr-Latn-BA" noProof="1"/>
              <a:t>(</a:t>
            </a:r>
            <a:r>
              <a:rPr lang="sr-Latn-BA" b="1" noProof="1"/>
              <a:t>default</a:t>
            </a:r>
            <a:r>
              <a:rPr lang="sr-Latn-BA" noProof="1"/>
              <a:t>)</a:t>
            </a:r>
            <a:r>
              <a:rPr lang="sr-Latn-BA" b="1" noProof="1"/>
              <a:t> konstruktor</a:t>
            </a:r>
            <a:r>
              <a:rPr lang="sr-Latn-BA" noProof="1"/>
              <a:t> – konstruktor bez argumenata</a:t>
            </a:r>
            <a:endParaRPr lang="en-US" noProof="1"/>
          </a:p>
          <a:p>
            <a:pPr lvl="1"/>
            <a:r>
              <a:rPr lang="en-US" noProof="1"/>
              <a:t>Mo</a:t>
            </a:r>
            <a:r>
              <a:rPr lang="sr-Latn-BA" noProof="1"/>
              <a:t>že inicijalizovati podatke članove na podrazumijevane vrijednosti</a:t>
            </a:r>
          </a:p>
          <a:p>
            <a:r>
              <a:rPr lang="sr-Latn-BA" noProof="1"/>
              <a:t>Nema povratnog tipa, navodi se naziv klase za deklaraciju/definiciju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E0C0-124D-4176-905C-51A772091DD3}"/>
              </a:ext>
            </a:extLst>
          </p:cNvPr>
          <p:cNvSpPr txBox="1"/>
          <p:nvPr/>
        </p:nvSpPr>
        <p:spPr>
          <a:xfrm>
            <a:off x="527122" y="3958816"/>
            <a:ext cx="2861534" cy="2840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</a:t>
            </a:r>
            <a:r>
              <a:rPr lang="fr-FR" b="1" dirty="0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6F43B-D789-434E-A963-2DCEEB1C00FA}"/>
              </a:ext>
            </a:extLst>
          </p:cNvPr>
          <p:cNvSpPr txBox="1"/>
          <p:nvPr/>
        </p:nvSpPr>
        <p:spPr>
          <a:xfrm>
            <a:off x="6680495" y="3958815"/>
            <a:ext cx="4970033" cy="2840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main.cpp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"Point.h"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    // konstrukcija objekta podrazumijevanim konstruktorom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sr-Latn-BA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A5526-C636-4C0A-A208-8F80BFB5A050}"/>
              </a:ext>
            </a:extLst>
          </p:cNvPr>
          <p:cNvSpPr txBox="1"/>
          <p:nvPr/>
        </p:nvSpPr>
        <p:spPr>
          <a:xfrm>
            <a:off x="3388656" y="3958814"/>
            <a:ext cx="3291840" cy="2840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400" b="1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</a:p>
          <a:p>
            <a:r>
              <a:rPr lang="fr-FR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b="1" dirty="0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E90BD-1792-4DEB-972F-2E3F3CAE4B08}"/>
              </a:ext>
            </a:extLst>
          </p:cNvPr>
          <p:cNvSpPr txBox="1"/>
          <p:nvPr/>
        </p:nvSpPr>
        <p:spPr>
          <a:xfrm>
            <a:off x="8316104" y="5335788"/>
            <a:ext cx="2344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p.x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==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, </a:t>
            </a:r>
            <a:r>
              <a:rPr lang="en-US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p.y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==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0</a:t>
            </a:r>
          </a:p>
          <a:p>
            <a:endParaRPr lang="sr-Latn-BA" dirty="0"/>
          </a:p>
        </p:txBody>
      </p:sp>
    </p:spTree>
    <p:extLst>
      <p:ext uri="{BB962C8B-B14F-4D97-AF65-F5344CB8AC3E}">
        <p14:creationId xmlns:p14="http://schemas.microsoft.com/office/powerpoint/2010/main" val="234583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Parametrizovani konstruktor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599" cy="2130011"/>
          </a:xfrm>
        </p:spPr>
        <p:txBody>
          <a:bodyPr>
            <a:normAutofit fontScale="92500" lnSpcReduction="10000"/>
          </a:bodyPr>
          <a:lstStyle/>
          <a:p>
            <a:r>
              <a:rPr lang="sr-Latn-BA" b="1"/>
              <a:t>Konstruktor</a:t>
            </a:r>
            <a:r>
              <a:rPr lang="en-US" b="1"/>
              <a:t> </a:t>
            </a:r>
            <a:r>
              <a:rPr lang="en-US"/>
              <a:t>– automatski pozvana specijalna metoda za inicijalizaciju objekta tokom njegovog kreiranja</a:t>
            </a:r>
          </a:p>
          <a:p>
            <a:r>
              <a:rPr lang="sr-Latn-BA" b="1" noProof="1"/>
              <a:t>Parametrizovani konstruktor</a:t>
            </a:r>
            <a:r>
              <a:rPr lang="sr-Latn-BA" noProof="1"/>
              <a:t> – konstruktor sa argumentima</a:t>
            </a:r>
            <a:endParaRPr lang="en-US" noProof="1"/>
          </a:p>
          <a:p>
            <a:pPr lvl="1"/>
            <a:r>
              <a:rPr lang="en-US" noProof="1"/>
              <a:t>Mo</a:t>
            </a:r>
            <a:r>
              <a:rPr lang="sr-Latn-BA" noProof="1"/>
              <a:t>že inicijalizovati podatke članove na vrijednosti specificirane putem argumenata</a:t>
            </a:r>
          </a:p>
          <a:p>
            <a:r>
              <a:rPr lang="sr-Latn-BA" noProof="1"/>
              <a:t>Takođe nema povratnog tipa i navodi se naziv klase za deklaraciju/definiciju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E0C0-124D-4176-905C-51A772091DD3}"/>
              </a:ext>
            </a:extLst>
          </p:cNvPr>
          <p:cNvSpPr txBox="1"/>
          <p:nvPr/>
        </p:nvSpPr>
        <p:spPr>
          <a:xfrm>
            <a:off x="527122" y="3958816"/>
            <a:ext cx="2861534" cy="2840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x,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6F43B-D789-434E-A963-2DCEEB1C00FA}"/>
              </a:ext>
            </a:extLst>
          </p:cNvPr>
          <p:cNvSpPr txBox="1"/>
          <p:nvPr/>
        </p:nvSpPr>
        <p:spPr>
          <a:xfrm>
            <a:off x="6680495" y="3958815"/>
            <a:ext cx="4970033" cy="2840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main.cpp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"Point.h"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 // pozivanje konstruktora sa dva double argumenta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 // p.x==1, p.y==2</a:t>
            </a:r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A5526-C636-4C0A-A208-8F80BFB5A050}"/>
              </a:ext>
            </a:extLst>
          </p:cNvPr>
          <p:cNvSpPr txBox="1"/>
          <p:nvPr/>
        </p:nvSpPr>
        <p:spPr>
          <a:xfrm>
            <a:off x="3388656" y="3958814"/>
            <a:ext cx="3291840" cy="2840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4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4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</a:p>
          <a:p>
            <a:endParaRPr lang="sr-Latn-BA" b="1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B2ED-662B-4587-94F0-31960AE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Konstruktorska inicijalizatorska lista </a:t>
            </a:r>
            <a:r>
              <a:rPr lang="sr-Latn-BA"/>
              <a:t>članova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4CFE-8B98-4528-88ED-D2B04E571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0059" cy="2053933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Preferirani </a:t>
            </a:r>
            <a:r>
              <a:rPr lang="sr-Latn-BA"/>
              <a:t>način za inicijalizaciju podataka članova</a:t>
            </a:r>
            <a:endParaRPr lang="en-US"/>
          </a:p>
          <a:p>
            <a:r>
              <a:rPr lang="en-US"/>
              <a:t>Oblik je </a:t>
            </a:r>
            <a:r>
              <a:rPr lang="en-US" sz="2000" b="1">
                <a:solidFill>
                  <a:srgbClr val="267F99"/>
                </a:solidFill>
                <a:latin typeface="Consolas" panose="020B0609020204030204" pitchFamily="49" charset="0"/>
              </a:rPr>
              <a:t>Klasa</a:t>
            </a:r>
            <a:r>
              <a:rPr lang="en-US" sz="2000" b="1">
                <a:latin typeface="Consolas" panose="020B0609020204030204" pitchFamily="49" charset="0"/>
              </a:rPr>
              <a:t>::</a:t>
            </a:r>
            <a:r>
              <a:rPr lang="en-US" sz="2000" b="1">
                <a:solidFill>
                  <a:srgbClr val="795E26"/>
                </a:solidFill>
                <a:latin typeface="Consolas" panose="020B0609020204030204" pitchFamily="49" charset="0"/>
              </a:rPr>
              <a:t>Klasa</a:t>
            </a:r>
            <a:r>
              <a:rPr lang="en-US" sz="2000" b="1">
                <a:latin typeface="Consolas" panose="020B0609020204030204" pitchFamily="49" charset="0"/>
              </a:rPr>
              <a:t>(</a:t>
            </a:r>
            <a:r>
              <a:rPr lang="sr-Latn-BA" sz="2000" b="1">
                <a:solidFill>
                  <a:srgbClr val="0000FF"/>
                </a:solidFill>
                <a:latin typeface="Consolas" panose="020B0609020204030204" pitchFamily="49" charset="0"/>
              </a:rPr>
              <a:t>arg</a:t>
            </a:r>
            <a:r>
              <a:rPr lang="en-US" sz="2000" b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en-US" sz="2000" b="1">
                <a:solidFill>
                  <a:srgbClr val="008000"/>
                </a:solidFill>
                <a:latin typeface="Consolas" panose="020B0609020204030204" pitchFamily="49" charset="0"/>
              </a:rPr>
              <a:t>…</a:t>
            </a:r>
            <a:r>
              <a:rPr lang="sr-Latn-BA" sz="2000" b="1">
                <a:latin typeface="Consolas" panose="020B0609020204030204" pitchFamily="49" charset="0"/>
              </a:rPr>
              <a:t>)</a:t>
            </a:r>
            <a:r>
              <a:rPr lang="en-US" sz="2000" b="1">
                <a:latin typeface="Consolas" panose="020B0609020204030204" pitchFamily="49" charset="0"/>
              </a:rPr>
              <a:t>: 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član1</a:t>
            </a:r>
            <a:r>
              <a:rPr lang="sr-Latn-BA" sz="2000" b="1">
                <a:latin typeface="Consolas" panose="020B0609020204030204" pitchFamily="49" charset="0"/>
              </a:rPr>
              <a:t>(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sr-Latn-BA" sz="2000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1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(arg</a:t>
            </a:r>
            <a:r>
              <a:rPr lang="en-US" sz="2000" b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, </a:t>
            </a:r>
            <a:r>
              <a:rPr lang="en-US" sz="2000" b="1">
                <a:solidFill>
                  <a:srgbClr val="008000"/>
                </a:solidFill>
                <a:latin typeface="Consolas" panose="020B0609020204030204" pitchFamily="49" charset="0"/>
              </a:rPr>
              <a:t>…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)</a:t>
            </a:r>
            <a:r>
              <a:rPr lang="sr-Latn-BA" sz="2000" b="1">
                <a:latin typeface="Consolas" panose="020B0609020204030204" pitchFamily="49" charset="0"/>
              </a:rPr>
              <a:t>), 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član2</a:t>
            </a:r>
            <a:r>
              <a:rPr lang="sr-Latn-BA" sz="2000" b="1">
                <a:latin typeface="Consolas" panose="020B0609020204030204" pitchFamily="49" charset="0"/>
              </a:rPr>
              <a:t>(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sr-Latn-BA" sz="2000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2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(arg</a:t>
            </a:r>
            <a:r>
              <a:rPr lang="en-US" sz="2000" b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, </a:t>
            </a:r>
            <a:r>
              <a:rPr lang="en-US" sz="2000" b="1">
                <a:solidFill>
                  <a:srgbClr val="008000"/>
                </a:solidFill>
                <a:latin typeface="Consolas" panose="020B0609020204030204" pitchFamily="49" charset="0"/>
              </a:rPr>
              <a:t>…</a:t>
            </a:r>
            <a:r>
              <a:rPr lang="sr-Latn-BA" sz="2000" b="1">
                <a:solidFill>
                  <a:srgbClr val="001080"/>
                </a:solidFill>
                <a:latin typeface="Consolas" panose="020B0609020204030204" pitchFamily="49" charset="0"/>
              </a:rPr>
              <a:t>)</a:t>
            </a:r>
            <a:r>
              <a:rPr lang="sr-Latn-BA" sz="2000" b="1">
                <a:latin typeface="Consolas" panose="020B0609020204030204" pitchFamily="49" charset="0"/>
              </a:rPr>
              <a:t>), </a:t>
            </a:r>
            <a:r>
              <a:rPr lang="en-US" sz="2000" b="1">
                <a:solidFill>
                  <a:srgbClr val="008000"/>
                </a:solidFill>
                <a:latin typeface="Consolas" panose="020B0609020204030204" pitchFamily="49" charset="0"/>
              </a:rPr>
              <a:t>…</a:t>
            </a:r>
            <a:r>
              <a:rPr lang="sr-Latn-BA" sz="2000" b="1">
                <a:latin typeface="Consolas" panose="020B0609020204030204" pitchFamily="49" charset="0"/>
              </a:rPr>
              <a:t> </a:t>
            </a:r>
            <a:r>
              <a:rPr lang="en-US" sz="2000" b="1">
                <a:latin typeface="Consolas" panose="020B0609020204030204" pitchFamily="49" charset="0"/>
              </a:rPr>
              <a:t>{</a:t>
            </a:r>
            <a:r>
              <a:rPr lang="en-US" sz="2000" b="1">
                <a:solidFill>
                  <a:srgbClr val="008000"/>
                </a:solidFill>
                <a:latin typeface="Consolas" panose="020B0609020204030204" pitchFamily="49" charset="0"/>
              </a:rPr>
              <a:t>…</a:t>
            </a:r>
            <a:r>
              <a:rPr lang="en-US" sz="2000" b="1">
                <a:latin typeface="Consolas" panose="020B0609020204030204" pitchFamily="49" charset="0"/>
              </a:rPr>
              <a:t>}</a:t>
            </a:r>
            <a:endParaRPr lang="sr-Latn-BA" sz="2000" b="1">
              <a:latin typeface="Consolas" panose="020B0609020204030204" pitchFamily="49" charset="0"/>
            </a:endParaRPr>
          </a:p>
          <a:p>
            <a:pPr lvl="0"/>
            <a:r>
              <a:rPr lang="sr-Latn-BA">
                <a:solidFill>
                  <a:prstClr val="black"/>
                </a:solidFill>
              </a:rPr>
              <a:t>Koristi se</a:t>
            </a:r>
            <a:r>
              <a:rPr lang="en-US">
                <a:solidFill>
                  <a:prstClr val="black"/>
                </a:solidFill>
              </a:rPr>
              <a:t> i</a:t>
            </a:r>
            <a:r>
              <a:rPr lang="sr-Latn-BA">
                <a:solidFill>
                  <a:prstClr val="black"/>
                </a:solidFill>
              </a:rPr>
              <a:t> za i</a:t>
            </a:r>
            <a:r>
              <a:rPr lang="en-US">
                <a:solidFill>
                  <a:prstClr val="black"/>
                </a:solidFill>
              </a:rPr>
              <a:t>nicijalizacij</a:t>
            </a:r>
            <a:r>
              <a:rPr lang="sr-Latn-BA">
                <a:solidFill>
                  <a:prstClr val="black"/>
                </a:solidFill>
              </a:rPr>
              <a:t>u </a:t>
            </a:r>
            <a:r>
              <a:rPr lang="en-US">
                <a:solidFill>
                  <a:prstClr val="black"/>
                </a:solidFill>
              </a:rPr>
              <a:t>konstantnih </a:t>
            </a:r>
            <a:r>
              <a:rPr lang="sr-Latn-BA">
                <a:solidFill>
                  <a:prstClr val="black"/>
                </a:solidFill>
              </a:rPr>
              <a:t>podataka članova</a:t>
            </a:r>
          </a:p>
          <a:p>
            <a:pPr lvl="1"/>
            <a:r>
              <a:rPr lang="sr-Latn-BA">
                <a:solidFill>
                  <a:prstClr val="black"/>
                </a:solidFill>
              </a:rPr>
              <a:t>Nije ih moguće inicijalizovati u tijelu konstruktora</a:t>
            </a:r>
          </a:p>
          <a:p>
            <a:r>
              <a:rPr lang="sr-Latn-BA" b="1">
                <a:solidFill>
                  <a:prstClr val="black"/>
                </a:solidFill>
              </a:rPr>
              <a:t>Članovi podaci se inicijalizuju prema redoslijedu kojim su navedeni u definiciji klase, a ne prema redoslijedu kojim su navedeni njihovi inicijalizatori u inicijalizatorskoj listi članova</a:t>
            </a:r>
          </a:p>
          <a:p>
            <a:pPr lvl="1"/>
            <a:endParaRPr lang="en-US">
              <a:latin typeface="Consolas" panose="020B0609020204030204" pitchFamily="49" charset="0"/>
            </a:endParaRPr>
          </a:p>
          <a:p>
            <a:endParaRPr lang="sr-Latn-BA" b="1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C8EAD-B91E-4D5E-AF66-E1BFD2AE3DD6}"/>
              </a:ext>
            </a:extLst>
          </p:cNvPr>
          <p:cNvSpPr txBox="1"/>
          <p:nvPr/>
        </p:nvSpPr>
        <p:spPr>
          <a:xfrm>
            <a:off x="376514" y="3879560"/>
            <a:ext cx="2710932" cy="2804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400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fr-FR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400" b="1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fr-FR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endParaRPr lang="en-US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    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2D704-009D-486A-B0B1-66806AA689A7}"/>
              </a:ext>
            </a:extLst>
          </p:cNvPr>
          <p:cNvSpPr txBox="1"/>
          <p:nvPr/>
        </p:nvSpPr>
        <p:spPr>
          <a:xfrm>
            <a:off x="3087446" y="3879562"/>
            <a:ext cx="5536948" cy="2804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fr-FR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Point.cpp</a:t>
            </a:r>
            <a:endParaRPr lang="fr-FR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fr-FR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"Point.h"</a:t>
            </a:r>
            <a:endParaRPr lang="fr-FR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1">
                <a:solidFill>
                  <a:srgbClr val="008000"/>
                </a:solidFill>
                <a:latin typeface="Consolas" panose="020B0609020204030204" pitchFamily="49" charset="0"/>
              </a:rPr>
              <a:t>// Varijanta 1</a:t>
            </a:r>
            <a:endParaRPr lang="fr-FR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 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  <a:endParaRPr lang="sr-Latn-BA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Varijanta 2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sz="1600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00FF"/>
                </a:solidFill>
                <a:latin typeface="Consolas" panose="020B0609020204030204" pitchFamily="49" charset="0"/>
              </a:rPr>
              <a:t>double 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fr-FR" sz="1600" b="1">
                <a:solidFill>
                  <a:srgbClr val="0000FF"/>
                </a:solidFill>
                <a:latin typeface="Consolas" panose="020B0609020204030204" pitchFamily="49" charset="0"/>
              </a:rPr>
              <a:t>double 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 // greška </a:t>
            </a:r>
            <a:endParaRPr lang="fr-FR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 // greška</a:t>
            </a:r>
            <a:endParaRPr lang="fr-FR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F796E-FCC2-4B08-85CE-978A2D2B9DD7}"/>
              </a:ext>
            </a:extLst>
          </p:cNvPr>
          <p:cNvSpPr txBox="1"/>
          <p:nvPr/>
        </p:nvSpPr>
        <p:spPr>
          <a:xfrm>
            <a:off x="8624393" y="3879560"/>
            <a:ext cx="3101442" cy="2804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fr-FR" sz="1600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600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fr-FR" sz="16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fr-FR" sz="1600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//(</a:t>
            </a:r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fr-FR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06B20-015E-4090-99CE-CDE1686F7BFB}"/>
              </a:ext>
            </a:extLst>
          </p:cNvPr>
          <p:cNvSpPr txBox="1"/>
          <p:nvPr/>
        </p:nvSpPr>
        <p:spPr>
          <a:xfrm>
            <a:off x="5637007" y="297448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r-Latn-B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59BFC-FB87-409C-AA23-3FC25A62F52B}"/>
              </a:ext>
            </a:extLst>
          </p:cNvPr>
          <p:cNvSpPr txBox="1"/>
          <p:nvPr/>
        </p:nvSpPr>
        <p:spPr>
          <a:xfrm>
            <a:off x="573742" y="4687900"/>
            <a:ext cx="83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</a:t>
            </a:r>
            <a:r>
              <a:rPr lang="fr-FR" sz="1400" b="1">
                <a:solidFill>
                  <a:srgbClr val="0000FF"/>
                </a:solidFill>
                <a:latin typeface="Consolas" panose="020B0609020204030204" pitchFamily="49" charset="0"/>
              </a:rPr>
              <a:t>onst</a:t>
            </a:r>
            <a:r>
              <a:rPr lang="fr-FR" sz="18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sr-Latn-B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37F524-F417-4178-81AF-C381DCC7A670}"/>
              </a:ext>
            </a:extLst>
          </p:cNvPr>
          <p:cNvSpPr txBox="1"/>
          <p:nvPr/>
        </p:nvSpPr>
        <p:spPr>
          <a:xfrm>
            <a:off x="573742" y="4899327"/>
            <a:ext cx="83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</a:t>
            </a:r>
            <a:r>
              <a:rPr lang="fr-FR" sz="1400" b="1">
                <a:solidFill>
                  <a:srgbClr val="0000FF"/>
                </a:solidFill>
                <a:latin typeface="Consolas" panose="020B0609020204030204" pitchFamily="49" charset="0"/>
              </a:rPr>
              <a:t>onst</a:t>
            </a:r>
            <a:r>
              <a:rPr lang="fr-FR" sz="18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4458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Konstruktor</a:t>
            </a:r>
            <a:r>
              <a:rPr lang="en-US"/>
              <a:t>i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8799"/>
            <a:ext cx="10515599" cy="2130011"/>
          </a:xfrm>
        </p:spPr>
        <p:txBody>
          <a:bodyPr>
            <a:normAutofit/>
          </a:bodyPr>
          <a:lstStyle/>
          <a:p>
            <a:r>
              <a:rPr lang="en-US" noProof="1"/>
              <a:t>Na</a:t>
            </a:r>
            <a:r>
              <a:rPr lang="sr-Latn-BA" noProof="1"/>
              <a:t>čin deklaracije: </a:t>
            </a:r>
            <a:r>
              <a:rPr lang="sr-Latn-BA" b="1" noProof="1"/>
              <a:t>korisnički-deklarisani</a:t>
            </a:r>
            <a:r>
              <a:rPr lang="en-US" noProof="1"/>
              <a:t> i </a:t>
            </a:r>
            <a:r>
              <a:rPr lang="sr-Latn-BA" b="1" noProof="1"/>
              <a:t>implicitno-deklarisani</a:t>
            </a:r>
          </a:p>
          <a:p>
            <a:r>
              <a:rPr lang="sr-Latn-BA" b="1" noProof="1"/>
              <a:t>Implicitno-deklarisani podrazumijevani konstruktor</a:t>
            </a:r>
          </a:p>
          <a:p>
            <a:pPr lvl="1"/>
            <a:r>
              <a:rPr lang="sr-Latn-BA" noProof="1"/>
              <a:t>ne vrši inicijalizaciju članova</a:t>
            </a:r>
          </a:p>
          <a:p>
            <a:pPr lvl="1"/>
            <a:r>
              <a:rPr lang="sr-Latn-BA" b="1" noProof="1"/>
              <a:t>obrisan je onda kada se uvede neki korisnički-deklarisani konstruktor</a:t>
            </a:r>
          </a:p>
          <a:p>
            <a:endParaRPr lang="sr-Latn-BA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E0C0-124D-4176-905C-51A772091DD3}"/>
              </a:ext>
            </a:extLst>
          </p:cNvPr>
          <p:cNvSpPr txBox="1"/>
          <p:nvPr/>
        </p:nvSpPr>
        <p:spPr>
          <a:xfrm>
            <a:off x="541468" y="3915784"/>
            <a:ext cx="2857948" cy="29045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500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sr-Latn-BA" sz="15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korisnički-deklarisani konstruktor </a:t>
            </a:r>
            <a:r>
              <a:rPr lang="sr-Latn-BA" sz="1400">
                <a:solidFill>
                  <a:srgbClr val="008000"/>
                </a:solidFill>
                <a:latin typeface="Consolas" panose="020B0609020204030204" pitchFamily="49" charset="0"/>
              </a:rPr>
              <a:t>sa dva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>
                <a:solidFill>
                  <a:srgbClr val="008000"/>
                </a:solidFill>
                <a:latin typeface="Consolas" panose="020B0609020204030204" pitchFamily="49" charset="0"/>
              </a:rPr>
              <a:t> argumenta</a:t>
            </a:r>
            <a:endParaRPr lang="sr-Latn-BA" sz="15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x,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      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6F43B-D789-434E-A963-2DCEEB1C00FA}"/>
              </a:ext>
            </a:extLst>
          </p:cNvPr>
          <p:cNvSpPr txBox="1"/>
          <p:nvPr/>
        </p:nvSpPr>
        <p:spPr>
          <a:xfrm>
            <a:off x="6691252" y="3915782"/>
            <a:ext cx="4970033" cy="2904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main.cpp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"Point.h"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    // pozivanje konstruktora sa dva double argumenta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// p.x==1, p.y==2</a:t>
            </a:r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    // pozivanje podrazumijevanog konstruktora, ali je on obrisan!</a:t>
            </a:r>
            <a:endParaRPr lang="sr-Latn-BA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 // greška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A5526-C636-4C0A-A208-8F80BFB5A050}"/>
              </a:ext>
            </a:extLst>
          </p:cNvPr>
          <p:cNvSpPr txBox="1"/>
          <p:nvPr/>
        </p:nvSpPr>
        <p:spPr>
          <a:xfrm>
            <a:off x="3399415" y="3915782"/>
            <a:ext cx="3291840" cy="2904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4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4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</a:p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sr-Latn-BA" sz="140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korisnički-definisani konstruktor </a:t>
            </a:r>
            <a:r>
              <a:rPr lang="sr-Latn-BA" sz="1400">
                <a:solidFill>
                  <a:srgbClr val="008000"/>
                </a:solidFill>
                <a:latin typeface="Consolas" panose="020B0609020204030204" pitchFamily="49" charset="0"/>
              </a:rPr>
              <a:t>sa dva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>
                <a:solidFill>
                  <a:srgbClr val="008000"/>
                </a:solidFill>
                <a:latin typeface="Consolas" panose="020B0609020204030204" pitchFamily="49" charset="0"/>
              </a:rPr>
              <a:t> argumenta</a:t>
            </a:r>
            <a:endParaRPr lang="en-US" sz="14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    :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 {}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6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</a:t>
            </a:r>
            <a:r>
              <a:rPr lang="en-US"/>
              <a:t>estruktor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8799"/>
            <a:ext cx="11065483" cy="2241395"/>
          </a:xfrm>
        </p:spPr>
        <p:txBody>
          <a:bodyPr>
            <a:noAutofit/>
          </a:bodyPr>
          <a:lstStyle/>
          <a:p>
            <a:r>
              <a:rPr lang="sr-Latn-BA" b="1"/>
              <a:t>Destruktor</a:t>
            </a:r>
            <a:r>
              <a:rPr lang="sr-Latn-BA"/>
              <a:t> – specijalna metoda koja se treba pozvati (najčešće automatski) kada istekne životni vijek objekta, a prije dealokacije memorije za objekat (npr. za dealokaciju dinamički alociranih članova)</a:t>
            </a:r>
          </a:p>
          <a:p>
            <a:r>
              <a:rPr lang="sr-Latn-BA" b="1"/>
              <a:t>Uništavanje objekta </a:t>
            </a:r>
            <a:r>
              <a:rPr lang="sr-Latn-BA"/>
              <a:t>– poziv destruktora i dealokacija memorije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E0C0-124D-4176-905C-51A772091DD3}"/>
              </a:ext>
            </a:extLst>
          </p:cNvPr>
          <p:cNvSpPr txBox="1"/>
          <p:nvPr/>
        </p:nvSpPr>
        <p:spPr>
          <a:xfrm>
            <a:off x="838198" y="3958815"/>
            <a:ext cx="2249247" cy="2840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y;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6F43B-D789-434E-A963-2DCEEB1C00FA}"/>
              </a:ext>
            </a:extLst>
          </p:cNvPr>
          <p:cNvSpPr txBox="1"/>
          <p:nvPr/>
        </p:nvSpPr>
        <p:spPr>
          <a:xfrm>
            <a:off x="6745046" y="3958814"/>
            <a:ext cx="4970032" cy="2840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A5526-C636-4C0A-A208-8F80BFB5A050}"/>
              </a:ext>
            </a:extLst>
          </p:cNvPr>
          <p:cNvSpPr txBox="1"/>
          <p:nvPr/>
        </p:nvSpPr>
        <p:spPr>
          <a:xfrm>
            <a:off x="3087446" y="3958814"/>
            <a:ext cx="3657600" cy="2840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2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2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2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2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2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sz="1200" b="1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sr-Latn-BA" sz="1200" b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200" b="1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b="1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sr-Latn-BA" sz="12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2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2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2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2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en-US" sz="12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  printf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en-US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       this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50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</a:t>
            </a:r>
            <a:r>
              <a:rPr lang="en-US"/>
              <a:t>estruktor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8799"/>
            <a:ext cx="10177632" cy="2241395"/>
          </a:xfrm>
        </p:spPr>
        <p:txBody>
          <a:bodyPr>
            <a:noAutofit/>
          </a:bodyPr>
          <a:lstStyle/>
          <a:p>
            <a:r>
              <a:rPr lang="sr-Latn-BA" sz="2000" b="1"/>
              <a:t>Destruktor</a:t>
            </a:r>
            <a:r>
              <a:rPr lang="sr-Latn-BA" sz="2000"/>
              <a:t> – specijalna metoda koja se treba pozvati (najčešće automatski) kada istekne životni vijek objekta, a prije dealokacije memorije za objekat (npr. za dealokaciju dinamički alociranih članova)</a:t>
            </a:r>
          </a:p>
          <a:p>
            <a:pPr lvl="1"/>
            <a:r>
              <a:rPr lang="sr-Latn-BA" sz="1800" b="1"/>
              <a:t>Uništavanje objekta </a:t>
            </a:r>
            <a:r>
              <a:rPr lang="sr-Latn-BA" sz="1800"/>
              <a:t>– poziv destruktora i dealokacija memorije</a:t>
            </a:r>
          </a:p>
          <a:p>
            <a:r>
              <a:rPr lang="sr-Latn-BA" sz="2600" b="1"/>
              <a:t>Uništavanje lokalnih objekata </a:t>
            </a:r>
            <a:r>
              <a:rPr lang="sr-Latn-BA" sz="2600"/>
              <a:t>– pri izlasku iz opsega, obrnuto redoslijedu deklaracija</a:t>
            </a:r>
            <a:endParaRPr lang="en-US" sz="2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E0C0-124D-4176-905C-51A772091DD3}"/>
              </a:ext>
            </a:extLst>
          </p:cNvPr>
          <p:cNvSpPr txBox="1"/>
          <p:nvPr/>
        </p:nvSpPr>
        <p:spPr>
          <a:xfrm>
            <a:off x="838198" y="3958815"/>
            <a:ext cx="2249247" cy="2840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y;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seteri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6F43B-D789-434E-A963-2DCEEB1C00FA}"/>
              </a:ext>
            </a:extLst>
          </p:cNvPr>
          <p:cNvSpPr txBox="1"/>
          <p:nvPr/>
        </p:nvSpPr>
        <p:spPr>
          <a:xfrm>
            <a:off x="6745046" y="3958814"/>
            <a:ext cx="4970032" cy="2840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getX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&gt;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}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A5526-C636-4C0A-A208-8F80BFB5A050}"/>
              </a:ext>
            </a:extLst>
          </p:cNvPr>
          <p:cNvSpPr txBox="1"/>
          <p:nvPr/>
        </p:nvSpPr>
        <p:spPr>
          <a:xfrm>
            <a:off x="3087446" y="3958814"/>
            <a:ext cx="3657600" cy="2840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2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2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2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2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2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sz="1200" b="1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sr-Latn-BA" sz="1200" b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200" b="1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b="1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sr-Latn-BA" sz="12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2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2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2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2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en-US" sz="12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  printf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en-US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       this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B9ED0-CECE-47F6-91C4-BE7FBD7C8853}"/>
              </a:ext>
            </a:extLst>
          </p:cNvPr>
          <p:cNvSpPr txBox="1"/>
          <p:nvPr/>
        </p:nvSpPr>
        <p:spPr>
          <a:xfrm>
            <a:off x="7242656" y="5604511"/>
            <a:ext cx="20842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ispis: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4.00, 5.00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7.00, 8.00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2.00, 3.00  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8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Klase i objekti</a:t>
            </a:r>
            <a:r>
              <a:rPr lang="sr-Latn-BA"/>
              <a:t> </a:t>
            </a:r>
            <a:r>
              <a:rPr lang="en-US"/>
              <a:t>–</a:t>
            </a:r>
            <a:r>
              <a:rPr lang="sr-Latn-BA"/>
              <a:t> </a:t>
            </a:r>
            <a:r>
              <a:rPr lang="en-US"/>
              <a:t>primjer sa broja</a:t>
            </a:r>
            <a:r>
              <a:rPr lang="sr-Latn-BA"/>
              <a:t>čem instanci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E0C0-124D-4176-905C-51A772091DD3}"/>
              </a:ext>
            </a:extLst>
          </p:cNvPr>
          <p:cNvSpPr txBox="1"/>
          <p:nvPr/>
        </p:nvSpPr>
        <p:spPr>
          <a:xfrm>
            <a:off x="376520" y="1613646"/>
            <a:ext cx="3195021" cy="509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extern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private: 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6F43B-D789-434E-A963-2DCEEB1C00FA}"/>
              </a:ext>
            </a:extLst>
          </p:cNvPr>
          <p:cNvSpPr txBox="1"/>
          <p:nvPr/>
        </p:nvSpPr>
        <p:spPr>
          <a:xfrm>
            <a:off x="6938683" y="1613647"/>
            <a:ext cx="4970032" cy="509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main.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sr-Latn-BA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  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    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  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A5526-C636-4C0A-A208-8F80BFB5A050}"/>
              </a:ext>
            </a:extLst>
          </p:cNvPr>
          <p:cNvSpPr txBox="1"/>
          <p:nvPr/>
        </p:nvSpPr>
        <p:spPr>
          <a:xfrm>
            <a:off x="3571541" y="1613644"/>
            <a:ext cx="3367145" cy="509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    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++;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    numPoints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25C01-0554-4AB0-94EF-62365C016DD5}"/>
              </a:ext>
            </a:extLst>
          </p:cNvPr>
          <p:cNvSpPr txBox="1"/>
          <p:nvPr/>
        </p:nvSpPr>
        <p:spPr>
          <a:xfrm>
            <a:off x="10448304" y="1893346"/>
            <a:ext cx="12882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1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 0</a:t>
            </a:r>
            <a:endParaRPr lang="sr-Latn-BA" b="1"/>
          </a:p>
        </p:txBody>
      </p:sp>
    </p:spTree>
    <p:extLst>
      <p:ext uri="{BB962C8B-B14F-4D97-AF65-F5344CB8AC3E}">
        <p14:creationId xmlns:p14="http://schemas.microsoft.com/office/powerpoint/2010/main" val="255114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4" y="801541"/>
            <a:ext cx="8156895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5845735" cy="1616978"/>
          </a:xfrm>
        </p:spPr>
        <p:txBody>
          <a:bodyPr/>
          <a:lstStyle/>
          <a:p>
            <a:pPr algn="l"/>
            <a:r>
              <a:rPr lang="sr-Latn-BA" b="1" dirty="0"/>
              <a:t>Uvod u programski jezik C++</a:t>
            </a:r>
          </a:p>
          <a:p>
            <a:pPr algn="l"/>
            <a:r>
              <a:rPr lang="sr-Latn-BA"/>
              <a:t>Proširenja jezika C</a:t>
            </a:r>
            <a:endParaRPr lang="sr-Latn-BA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Dinamička alokacija memorije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5029200"/>
          </a:xfrm>
        </p:spPr>
        <p:txBody>
          <a:bodyPr>
            <a:normAutofit lnSpcReduction="10000"/>
          </a:bodyPr>
          <a:lstStyle/>
          <a:p>
            <a:r>
              <a:rPr lang="sr-Latn-BA"/>
              <a:t>C++ </a:t>
            </a:r>
            <a:r>
              <a:rPr lang="en-US"/>
              <a:t>ima </a:t>
            </a:r>
            <a:r>
              <a:rPr lang="sr-Latn-BA"/>
              <a:t>ključne riječi </a:t>
            </a:r>
            <a:r>
              <a:rPr lang="sr-Latn-BA" b="1">
                <a:latin typeface="Consolas" panose="020B0609020204030204" pitchFamily="49" charset="0"/>
              </a:rPr>
              <a:t>new</a:t>
            </a:r>
            <a:r>
              <a:rPr lang="sr-Latn-BA" sz="2400" b="1"/>
              <a:t> i </a:t>
            </a:r>
            <a:r>
              <a:rPr lang="sr-Latn-BA" b="1">
                <a:latin typeface="Consolas" panose="020B0609020204030204" pitchFamily="49" charset="0"/>
              </a:rPr>
              <a:t>delete</a:t>
            </a:r>
            <a:r>
              <a:rPr lang="sr-Latn-BA"/>
              <a:t> koje služe za dinamičku alokaciju memorije</a:t>
            </a:r>
            <a:r>
              <a:rPr lang="en-US"/>
              <a:t> – </a:t>
            </a:r>
            <a:r>
              <a:rPr lang="sr-Latn-BA" b="1">
                <a:latin typeface="Consolas" panose="020B0609020204030204" pitchFamily="49" charset="0"/>
              </a:rPr>
              <a:t>new</a:t>
            </a:r>
            <a:r>
              <a:rPr lang="sr-Latn-BA" sz="2400" b="1"/>
              <a:t> i </a:t>
            </a:r>
            <a:r>
              <a:rPr lang="sr-Latn-BA" b="1">
                <a:latin typeface="Consolas" panose="020B0609020204030204" pitchFamily="49" charset="0"/>
              </a:rPr>
              <a:t>delete</a:t>
            </a:r>
            <a:r>
              <a:rPr lang="sr-Latn-BA"/>
              <a:t> su</a:t>
            </a:r>
            <a:r>
              <a:rPr lang="en-US"/>
              <a:t> </a:t>
            </a:r>
            <a:r>
              <a:rPr lang="sr-Latn-BA"/>
              <a:t>zapravo</a:t>
            </a:r>
            <a:r>
              <a:rPr lang="en-US"/>
              <a:t> </a:t>
            </a:r>
            <a:r>
              <a:rPr lang="sr-Latn-BA"/>
              <a:t>definisani</a:t>
            </a:r>
            <a:r>
              <a:rPr lang="en-US"/>
              <a:t> </a:t>
            </a:r>
            <a:r>
              <a:rPr lang="sr-Latn-BA"/>
              <a:t>kao</a:t>
            </a:r>
            <a:r>
              <a:rPr lang="en-US"/>
              <a:t> </a:t>
            </a:r>
            <a:r>
              <a:rPr lang="sr-Latn-BA"/>
              <a:t>operatori</a:t>
            </a:r>
            <a:endParaRPr lang="en-US"/>
          </a:p>
          <a:p>
            <a:r>
              <a:rPr lang="en-US"/>
              <a:t>O</a:t>
            </a:r>
            <a:r>
              <a:rPr lang="sr-Latn-BA"/>
              <a:t>perator</a:t>
            </a:r>
            <a:r>
              <a:rPr lang="en-US"/>
              <a:t> </a:t>
            </a:r>
            <a:r>
              <a:rPr lang="sr-Latn-BA" b="1">
                <a:latin typeface="Consolas" panose="020B0609020204030204" pitchFamily="49" charset="0"/>
              </a:rPr>
              <a:t>new</a:t>
            </a:r>
            <a:r>
              <a:rPr lang="sr-Latn-BA"/>
              <a:t> </a:t>
            </a:r>
            <a:r>
              <a:rPr lang="en-US"/>
              <a:t>alocira memoriju, </a:t>
            </a:r>
            <a:r>
              <a:rPr lang="sr-Latn-BA"/>
              <a:t>konstruiše objek</a:t>
            </a:r>
            <a:r>
              <a:rPr lang="en-US"/>
              <a:t>at</a:t>
            </a:r>
            <a:r>
              <a:rPr lang="sr-Latn-BA"/>
              <a:t> </a:t>
            </a:r>
            <a:r>
              <a:rPr lang="en-US"/>
              <a:t>(ako se radi o objektu) i v</a:t>
            </a:r>
            <a:r>
              <a:rPr lang="sr-Latn-BA"/>
              <a:t>raća pokazivač na </a:t>
            </a:r>
            <a:r>
              <a:rPr lang="en-US"/>
              <a:t>objekat konstruisan u </a:t>
            </a:r>
            <a:r>
              <a:rPr lang="sr-Latn-BA"/>
              <a:t>alociran</a:t>
            </a:r>
            <a:r>
              <a:rPr lang="en-US"/>
              <a:t>om </a:t>
            </a:r>
            <a:r>
              <a:rPr lang="sr-Latn-BA"/>
              <a:t>memorijsk</a:t>
            </a:r>
            <a:r>
              <a:rPr lang="en-US"/>
              <a:t>om </a:t>
            </a:r>
            <a:r>
              <a:rPr lang="sr-Latn-BA"/>
              <a:t>prostor</a:t>
            </a:r>
            <a:r>
              <a:rPr lang="en-US"/>
              <a:t>u</a:t>
            </a:r>
            <a:endParaRPr lang="sr-Latn-BA"/>
          </a:p>
          <a:p>
            <a:r>
              <a:rPr lang="sr-Latn-BA"/>
              <a:t>Operator </a:t>
            </a:r>
            <a:r>
              <a:rPr lang="sr-Latn-BA" b="1">
                <a:latin typeface="Consolas" panose="020B0609020204030204" pitchFamily="49" charset="0"/>
              </a:rPr>
              <a:t>delete</a:t>
            </a:r>
            <a:r>
              <a:rPr lang="sr-Latn-BA"/>
              <a:t> uništava objek</a:t>
            </a:r>
            <a:r>
              <a:rPr lang="en-US"/>
              <a:t>at (ako se radi o objektu) i </a:t>
            </a:r>
            <a:r>
              <a:rPr lang="sr-Latn-BA"/>
              <a:t>dealocira </a:t>
            </a:r>
            <a:r>
              <a:rPr lang="en-US"/>
              <a:t>prethodno alocirani </a:t>
            </a:r>
            <a:r>
              <a:rPr lang="sr-Latn-BA"/>
              <a:t>memorij</a:t>
            </a:r>
            <a:r>
              <a:rPr lang="en-US"/>
              <a:t>ski prostor</a:t>
            </a:r>
            <a:endParaRPr lang="sr-Latn-BA"/>
          </a:p>
          <a:p>
            <a:r>
              <a:rPr lang="sr-Latn-BA"/>
              <a:t>C dinamička alokacija:</a:t>
            </a:r>
            <a:r>
              <a:rPr lang="en-US"/>
              <a:t> </a:t>
            </a:r>
            <a:r>
              <a:rPr lang="en-US" b="1">
                <a:latin typeface="Consolas" panose="020B0609020204030204" pitchFamily="49" charset="0"/>
              </a:rPr>
              <a:t>malloc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calloc</a:t>
            </a:r>
            <a:r>
              <a:rPr lang="en-US"/>
              <a:t>, </a:t>
            </a:r>
            <a:r>
              <a:rPr lang="sr-Latn-BA" b="1">
                <a:latin typeface="Consolas" panose="020B0609020204030204" pitchFamily="49" charset="0"/>
              </a:rPr>
              <a:t>realloc</a:t>
            </a:r>
            <a:r>
              <a:rPr lang="en-US"/>
              <a:t> </a:t>
            </a:r>
            <a:r>
              <a:rPr lang="sr-Latn-BA"/>
              <a:t>i</a:t>
            </a:r>
            <a:r>
              <a:rPr lang="en-US"/>
              <a:t> </a:t>
            </a:r>
            <a:r>
              <a:rPr lang="en-US" b="1">
                <a:latin typeface="Consolas" panose="020B0609020204030204" pitchFamily="49" charset="0"/>
              </a:rPr>
              <a:t>free</a:t>
            </a:r>
          </a:p>
          <a:p>
            <a:pPr lvl="1"/>
            <a:r>
              <a:rPr lang="en-US" b="1"/>
              <a:t>Ne</a:t>
            </a:r>
            <a:r>
              <a:rPr lang="sr-Latn-BA" b="1"/>
              <a:t> </a:t>
            </a:r>
            <a:r>
              <a:rPr lang="en-US" b="1"/>
              <a:t>pozivaju se konstruktori nakon alokacije memorije za objekte, </a:t>
            </a:r>
            <a:r>
              <a:rPr lang="sr-Latn-BA" b="1"/>
              <a:t>niti se izvršavaju destruktori pri dealokaciji memorije</a:t>
            </a:r>
          </a:p>
          <a:p>
            <a:r>
              <a:rPr lang="sr-Latn-BA" b="1">
                <a:latin typeface="Consolas" panose="020B0609020204030204" pitchFamily="49" charset="0"/>
              </a:rPr>
              <a:t>new</a:t>
            </a:r>
            <a:r>
              <a:rPr lang="sr-Latn-BA"/>
              <a:t> i </a:t>
            </a:r>
            <a:r>
              <a:rPr lang="sr-Latn-BA" b="1">
                <a:latin typeface="Consolas" panose="020B0609020204030204" pitchFamily="49" charset="0"/>
              </a:rPr>
              <a:t>delete</a:t>
            </a:r>
            <a:r>
              <a:rPr lang="sr-Latn-BA"/>
              <a:t> nisu kompatiblni sa C dinamičkom alokacijom</a:t>
            </a:r>
            <a:endParaRPr lang="en-US" b="1">
              <a:latin typeface="Consolas" panose="020B0609020204030204" pitchFamily="49" charset="0"/>
            </a:endParaRPr>
          </a:p>
          <a:p>
            <a:endParaRPr lang="sr-Latn-BA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3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Dinamička alokacija memorije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1E45E3-8BAA-409F-8D05-57F8B53D7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/>
              <a:t>Alokacija: </a:t>
            </a:r>
            <a:r>
              <a:rPr lang="sr-Latn-BA" b="1">
                <a:latin typeface="Consolas" panose="020B0609020204030204" pitchFamily="49" charset="0"/>
              </a:rPr>
              <a:t>T* </a:t>
            </a:r>
            <a:r>
              <a:rPr lang="en-US" b="1">
                <a:latin typeface="Consolas" panose="020B0609020204030204" pitchFamily="49" charset="0"/>
              </a:rPr>
              <a:t>t = new T(…);</a:t>
            </a:r>
          </a:p>
          <a:p>
            <a:r>
              <a:rPr lang="en-US"/>
              <a:t>Dealokacija: </a:t>
            </a:r>
            <a:r>
              <a:rPr lang="en-US" b="1">
                <a:latin typeface="Consolas" panose="020B0609020204030204" pitchFamily="49" charset="0"/>
              </a:rPr>
              <a:t>delete t;</a:t>
            </a:r>
          </a:p>
          <a:p>
            <a:r>
              <a:rPr lang="en-US" b="1"/>
              <a:t>Ne va</a:t>
            </a:r>
            <a:r>
              <a:rPr lang="sr-Latn-BA" b="1"/>
              <a:t>ži za nizove!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1879A-E3F0-4E72-8352-926B0F4E565D}"/>
              </a:ext>
            </a:extLst>
          </p:cNvPr>
          <p:cNvSpPr txBox="1"/>
          <p:nvPr/>
        </p:nvSpPr>
        <p:spPr>
          <a:xfrm>
            <a:off x="376520" y="3704432"/>
            <a:ext cx="3195021" cy="3072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extern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private: 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2C79E-5A6C-4104-87E0-0D59EBB318C9}"/>
              </a:ext>
            </a:extLst>
          </p:cNvPr>
          <p:cNvSpPr txBox="1"/>
          <p:nvPr/>
        </p:nvSpPr>
        <p:spPr>
          <a:xfrm>
            <a:off x="6938683" y="1678195"/>
            <a:ext cx="4970032" cy="509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main.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sr-Latn-BA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getX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 == 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A64D2-B1E5-4830-8342-FCF131668EEB}"/>
              </a:ext>
            </a:extLst>
          </p:cNvPr>
          <p:cNvSpPr txBox="1"/>
          <p:nvPr/>
        </p:nvSpPr>
        <p:spPr>
          <a:xfrm>
            <a:off x="3571541" y="3704430"/>
            <a:ext cx="3367145" cy="3072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6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6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)    </a:t>
            </a:r>
          </a:p>
          <a:p>
            <a:r>
              <a:rPr 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sz="16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sz="1600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sr-Latn-BA" sz="1600" b="1">
                <a:solidFill>
                  <a:srgbClr val="001080"/>
                </a:solidFill>
                <a:latin typeface="Consolas" panose="020B0609020204030204" pitchFamily="49" charset="0"/>
              </a:rPr>
              <a:t>    numPoints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94712-5335-4023-9885-0429097D8FAA}"/>
              </a:ext>
            </a:extLst>
          </p:cNvPr>
          <p:cNvSpPr txBox="1"/>
          <p:nvPr/>
        </p:nvSpPr>
        <p:spPr>
          <a:xfrm>
            <a:off x="10695733" y="1957894"/>
            <a:ext cx="12882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n =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1</a:t>
            </a: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n =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endParaRPr lang="sr-Latn-BA" b="1" dirty="0"/>
          </a:p>
        </p:txBody>
      </p:sp>
    </p:spTree>
    <p:extLst>
      <p:ext uri="{BB962C8B-B14F-4D97-AF65-F5344CB8AC3E}">
        <p14:creationId xmlns:p14="http://schemas.microsoft.com/office/powerpoint/2010/main" val="227872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Dinamička alokacija memorije</a:t>
            </a:r>
            <a:r>
              <a:rPr lang="en-US"/>
              <a:t> – nizovi</a:t>
            </a:r>
            <a:endParaRPr lang="sr-Latn-B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1E45E3-8BAA-409F-8D05-57F8B53D7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00483" cy="1950309"/>
          </a:xfrm>
        </p:spPr>
        <p:txBody>
          <a:bodyPr/>
          <a:lstStyle/>
          <a:p>
            <a:r>
              <a:rPr lang="sr-Latn-BA"/>
              <a:t>Alokacija: </a:t>
            </a:r>
            <a:r>
              <a:rPr lang="sr-Latn-BA" b="1">
                <a:latin typeface="Consolas" panose="020B0609020204030204" pitchFamily="49" charset="0"/>
              </a:rPr>
              <a:t>T* </a:t>
            </a:r>
            <a:r>
              <a:rPr lang="en-US" b="1">
                <a:latin typeface="Consolas" panose="020B0609020204030204" pitchFamily="49" charset="0"/>
              </a:rPr>
              <a:t>t = new T[</a:t>
            </a:r>
            <a:r>
              <a:rPr lang="sr-Latn-BA" b="1">
                <a:latin typeface="Consolas" panose="020B0609020204030204" pitchFamily="49" charset="0"/>
              </a:rPr>
              <a:t>n</a:t>
            </a:r>
            <a:r>
              <a:rPr lang="en-US" b="1">
                <a:latin typeface="Consolas" panose="020B0609020204030204" pitchFamily="49" charset="0"/>
              </a:rPr>
              <a:t>];</a:t>
            </a:r>
          </a:p>
          <a:p>
            <a:r>
              <a:rPr lang="en-US"/>
              <a:t>Dealokacija: </a:t>
            </a:r>
            <a:r>
              <a:rPr lang="en-US" b="1">
                <a:latin typeface="Consolas" panose="020B0609020204030204" pitchFamily="49" charset="0"/>
              </a:rPr>
              <a:t>delete[] t;</a:t>
            </a:r>
          </a:p>
          <a:p>
            <a:r>
              <a:rPr lang="en-US"/>
              <a:t>Za konstruisanje objekata zahtijeva</a:t>
            </a:r>
            <a:r>
              <a:rPr lang="sr-Latn-BA"/>
              <a:t> i koristi</a:t>
            </a:r>
            <a:r>
              <a:rPr lang="en-US"/>
              <a:t> podrazumijevani konstruktor</a:t>
            </a:r>
            <a:r>
              <a:rPr lang="sr-Latn-BA"/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1879A-E3F0-4E72-8352-926B0F4E565D}"/>
              </a:ext>
            </a:extLst>
          </p:cNvPr>
          <p:cNvSpPr txBox="1"/>
          <p:nvPr/>
        </p:nvSpPr>
        <p:spPr>
          <a:xfrm>
            <a:off x="376520" y="3704432"/>
            <a:ext cx="2869601" cy="3072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extern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private: 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2C79E-5A6C-4104-87E0-0D59EBB318C9}"/>
              </a:ext>
            </a:extLst>
          </p:cNvPr>
          <p:cNvSpPr txBox="1"/>
          <p:nvPr/>
        </p:nvSpPr>
        <p:spPr>
          <a:xfrm>
            <a:off x="6938683" y="1678195"/>
            <a:ext cx="4970032" cy="509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main.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sr-Latn-BA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 n == 0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n == 100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delete[]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 // n == 0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A64D2-B1E5-4830-8342-FCF131668EEB}"/>
              </a:ext>
            </a:extLst>
          </p:cNvPr>
          <p:cNvSpPr txBox="1"/>
          <p:nvPr/>
        </p:nvSpPr>
        <p:spPr>
          <a:xfrm>
            <a:off x="3246121" y="3704430"/>
            <a:ext cx="3692566" cy="3072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numPoints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r>
              <a:rPr lang="sr-Latn-BA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    numPoints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55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B2ED-662B-4587-94F0-31960AE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Preklapanje funkcija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4CFE-8B98-4528-88ED-D2B04E57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b="1"/>
              <a:t>Preklapanje funkcija </a:t>
            </a:r>
            <a:r>
              <a:rPr lang="sr-Latn-BA"/>
              <a:t>(</a:t>
            </a:r>
            <a:r>
              <a:rPr lang="sr-Latn-BA" b="1"/>
              <a:t>function overloading</a:t>
            </a:r>
            <a:r>
              <a:rPr lang="sr-Latn-BA"/>
              <a:t>)</a:t>
            </a:r>
          </a:p>
          <a:p>
            <a:pPr lvl="1"/>
            <a:r>
              <a:rPr lang="en-US"/>
              <a:t>I</a:t>
            </a:r>
            <a:r>
              <a:rPr lang="sr-Latn-BA"/>
              <a:t>stoimene funkcije sa različiti</a:t>
            </a:r>
            <a:r>
              <a:rPr lang="en-US"/>
              <a:t>m nizom </a:t>
            </a:r>
            <a:r>
              <a:rPr lang="sr-Latn-BA"/>
              <a:t>paramet</a:t>
            </a:r>
            <a:r>
              <a:rPr lang="en-US"/>
              <a:t>ara, u</a:t>
            </a:r>
            <a:r>
              <a:rPr lang="sr-Latn-BA"/>
              <a:t> istom dosegu</a:t>
            </a:r>
          </a:p>
          <a:p>
            <a:pPr lvl="1"/>
            <a:r>
              <a:rPr lang="en-US"/>
              <a:t>Kompajler odre</a:t>
            </a:r>
            <a:r>
              <a:rPr lang="sr-Latn-BA"/>
              <a:t>đuje pozivanu</a:t>
            </a:r>
            <a:r>
              <a:rPr lang="en-US"/>
              <a:t> preklopljenu funkciju na osnovu argumenata</a:t>
            </a:r>
            <a:endParaRPr lang="sr-Latn-B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D9FC0-93D0-4245-AA7A-C04724C44742}"/>
              </a:ext>
            </a:extLst>
          </p:cNvPr>
          <p:cNvSpPr txBox="1"/>
          <p:nvPr/>
        </p:nvSpPr>
        <p:spPr>
          <a:xfrm>
            <a:off x="150606" y="3372868"/>
            <a:ext cx="7465807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%.2lf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)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getX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getY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9EC97-BB52-4E55-99F6-D5272049AF7C}"/>
              </a:ext>
            </a:extLst>
          </p:cNvPr>
          <p:cNvSpPr txBox="1"/>
          <p:nvPr/>
        </p:nvSpPr>
        <p:spPr>
          <a:xfrm>
            <a:off x="7709307" y="3372868"/>
            <a:ext cx="410515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3.14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2.71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"Hello world!"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1234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1234.0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34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EE275-4CFC-4C05-9B53-3A01F0DC84BF}"/>
              </a:ext>
            </a:extLst>
          </p:cNvPr>
          <p:cNvSpPr txBox="1"/>
          <p:nvPr/>
        </p:nvSpPr>
        <p:spPr>
          <a:xfrm>
            <a:off x="6663803" y="5074574"/>
            <a:ext cx="162552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/>
              <a:t>Hello world!</a:t>
            </a:r>
          </a:p>
          <a:p>
            <a:r>
              <a:rPr lang="en-US" b="1"/>
              <a:t>1234</a:t>
            </a:r>
          </a:p>
          <a:p>
            <a:r>
              <a:rPr lang="en-US" b="1"/>
              <a:t>1234.00</a:t>
            </a:r>
          </a:p>
          <a:p>
            <a:r>
              <a:rPr lang="en-US" b="1"/>
              <a:t>12 34</a:t>
            </a:r>
          </a:p>
          <a:p>
            <a:r>
              <a:rPr lang="en-US" b="1"/>
              <a:t>(3.14, 2.71)</a:t>
            </a:r>
            <a:endParaRPr lang="sr-Latn-BA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F5A21-B7CE-4696-8AE8-66C4D492D4B7}"/>
              </a:ext>
            </a:extLst>
          </p:cNvPr>
          <p:cNvSpPr txBox="1"/>
          <p:nvPr/>
        </p:nvSpPr>
        <p:spPr>
          <a:xfrm>
            <a:off x="3828269" y="3372868"/>
            <a:ext cx="3788144" cy="175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char*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%s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 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108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B2ED-662B-4587-94F0-31960AE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Preklapanje metoda</a:t>
            </a:r>
            <a:r>
              <a:rPr lang="en-US"/>
              <a:t> i </a:t>
            </a:r>
            <a:r>
              <a:rPr lang="sr-Latn-BA"/>
              <a:t>konstruktor</a:t>
            </a:r>
            <a:r>
              <a:rPr lang="en-US"/>
              <a:t>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4CFE-8B98-4528-88ED-D2B04E57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b="1"/>
              <a:t>Preklapanje metoda </a:t>
            </a:r>
            <a:r>
              <a:rPr lang="sr-Latn-BA"/>
              <a:t>(</a:t>
            </a:r>
            <a:r>
              <a:rPr lang="sr-Latn-BA" b="1"/>
              <a:t>method overloading</a:t>
            </a:r>
            <a:r>
              <a:rPr lang="sr-Latn-BA"/>
              <a:t>)</a:t>
            </a:r>
          </a:p>
          <a:p>
            <a:pPr lvl="1"/>
            <a:r>
              <a:rPr lang="en-US"/>
              <a:t>I</a:t>
            </a:r>
            <a:r>
              <a:rPr lang="sr-Latn-BA"/>
              <a:t>stoimene metode</a:t>
            </a:r>
            <a:r>
              <a:rPr lang="en-US"/>
              <a:t> </a:t>
            </a:r>
            <a:r>
              <a:rPr lang="sr-Latn-BA"/>
              <a:t>u istoj klasi, koje se razlikuju po </a:t>
            </a:r>
            <a:r>
              <a:rPr lang="en-US"/>
              <a:t>niz</a:t>
            </a:r>
            <a:r>
              <a:rPr lang="sr-Latn-BA"/>
              <a:t>u paramet</a:t>
            </a:r>
            <a:r>
              <a:rPr lang="en-US"/>
              <a:t>ara</a:t>
            </a:r>
            <a:r>
              <a:rPr lang="sr-Latn-BA"/>
              <a:t> i</a:t>
            </a:r>
            <a:r>
              <a:rPr lang="en-US"/>
              <a:t>/ili</a:t>
            </a:r>
            <a:r>
              <a:rPr lang="sr-Latn-BA"/>
              <a:t> po specifikatoru konstantnosti </a:t>
            </a:r>
            <a:r>
              <a:rPr lang="sr-Latn-BA" b="1"/>
              <a:t>(</a:t>
            </a:r>
            <a:r>
              <a:rPr lang="sr-Latn-BA" b="1">
                <a:latin typeface="Consolas" panose="020B0609020204030204" pitchFamily="49" charset="0"/>
              </a:rPr>
              <a:t>const</a:t>
            </a:r>
            <a:r>
              <a:rPr lang="sr-Latn-BA" b="1"/>
              <a:t>)</a:t>
            </a:r>
            <a:endParaRPr lang="en-US" b="1"/>
          </a:p>
          <a:p>
            <a:r>
              <a:rPr lang="sr-Latn-BA" b="1"/>
              <a:t>Preklapanje </a:t>
            </a:r>
            <a:r>
              <a:rPr lang="en-US" b="1"/>
              <a:t>konstruktora</a:t>
            </a:r>
            <a:r>
              <a:rPr lang="sr-Latn-BA" b="1"/>
              <a:t> </a:t>
            </a:r>
            <a:r>
              <a:rPr lang="sr-Latn-BA"/>
              <a:t>(</a:t>
            </a:r>
            <a:r>
              <a:rPr lang="en-US" b="1"/>
              <a:t>constructor</a:t>
            </a:r>
            <a:r>
              <a:rPr lang="sr-Latn-BA" b="1"/>
              <a:t> overloading</a:t>
            </a:r>
            <a:r>
              <a:rPr lang="sr-Latn-BA"/>
              <a:t>)</a:t>
            </a:r>
          </a:p>
          <a:p>
            <a:pPr lvl="1"/>
            <a:r>
              <a:rPr lang="en-US"/>
              <a:t>Vi</a:t>
            </a:r>
            <a:r>
              <a:rPr lang="sr-Latn-BA"/>
              <a:t>še konstruktora u istoj klasi, koji se razlikuju po </a:t>
            </a:r>
            <a:r>
              <a:rPr lang="en-US"/>
              <a:t>niz</a:t>
            </a:r>
            <a:r>
              <a:rPr lang="sr-Latn-BA"/>
              <a:t>u paramet</a:t>
            </a:r>
            <a:r>
              <a:rPr lang="en-US"/>
              <a:t>ara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52F34-3177-480F-9A09-8ED0BA9E514B}"/>
              </a:ext>
            </a:extLst>
          </p:cNvPr>
          <p:cNvSpPr txBox="1"/>
          <p:nvPr/>
        </p:nvSpPr>
        <p:spPr>
          <a:xfrm>
            <a:off x="103648" y="4138854"/>
            <a:ext cx="5124569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}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{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}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+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// k == 3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C8EAD-B91E-4D5E-AF66-E1BFD2AE3DD6}"/>
              </a:ext>
            </a:extLst>
          </p:cNvPr>
          <p:cNvSpPr txBox="1"/>
          <p:nvPr/>
        </p:nvSpPr>
        <p:spPr>
          <a:xfrm>
            <a:off x="5228217" y="4083954"/>
            <a:ext cx="2861534" cy="27202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x,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2D704-009D-486A-B0B1-66806AA689A7}"/>
              </a:ext>
            </a:extLst>
          </p:cNvPr>
          <p:cNvSpPr txBox="1"/>
          <p:nvPr/>
        </p:nvSpPr>
        <p:spPr>
          <a:xfrm>
            <a:off x="8089751" y="4083954"/>
            <a:ext cx="3815719" cy="27202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7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7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7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7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7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7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7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7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</a:p>
          <a:p>
            <a:r>
              <a:rPr lang="fr-FR" sz="17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sz="1700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700" b="1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</a:p>
          <a:p>
            <a:r>
              <a:rPr lang="fr-FR" sz="17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sz="1700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7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7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fr-FR" sz="17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7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    :</a:t>
            </a:r>
            <a:r>
              <a:rPr lang="sr-Latn-BA" sz="17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</a:p>
          <a:p>
            <a:endParaRPr lang="en-US" sz="16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F796E-FCC2-4B08-85CE-978A2D2B9DD7}"/>
              </a:ext>
            </a:extLst>
          </p:cNvPr>
          <p:cNvSpPr txBox="1"/>
          <p:nvPr/>
        </p:nvSpPr>
        <p:spPr>
          <a:xfrm>
            <a:off x="9769008" y="2813291"/>
            <a:ext cx="2136462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fr-FR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0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B2ED-662B-4587-94F0-31960AE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Podrazumijevane vrijednosti parametara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4CFE-8B98-4528-88ED-D2B04E571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30808" cy="4351338"/>
          </a:xfrm>
        </p:spPr>
        <p:txBody>
          <a:bodyPr/>
          <a:lstStyle/>
          <a:p>
            <a:r>
              <a:rPr lang="en-US"/>
              <a:t>U deklaraciji funkcije </a:t>
            </a:r>
            <a:r>
              <a:rPr lang="sr-Latn-BA"/>
              <a:t>(metode) </a:t>
            </a:r>
            <a:r>
              <a:rPr lang="en-US"/>
              <a:t>mogu</a:t>
            </a:r>
            <a:r>
              <a:rPr lang="sr-Latn-BA"/>
              <a:t>će je navesti podrazumijevane vrijednosti za parametre</a:t>
            </a:r>
          </a:p>
          <a:p>
            <a:pPr lvl="1"/>
            <a:r>
              <a:rPr lang="sr-Latn-BA"/>
              <a:t>Poziv funkcije: može se izostaviti N posljednjih argumenata</a:t>
            </a:r>
            <a:endParaRPr lang="en-US"/>
          </a:p>
          <a:p>
            <a:r>
              <a:rPr lang="sr-Latn-BA"/>
              <a:t>Problem višesmislenosti (višeznačnosti) – </a:t>
            </a:r>
            <a:r>
              <a:rPr lang="sr-Latn-BA" i="1"/>
              <a:t>ambiguity</a:t>
            </a:r>
            <a:endParaRPr lang="sr-Latn-B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C8EAD-B91E-4D5E-AF66-E1BFD2AE3DD6}"/>
              </a:ext>
            </a:extLst>
          </p:cNvPr>
          <p:cNvSpPr txBox="1"/>
          <p:nvPr/>
        </p:nvSpPr>
        <p:spPr>
          <a:xfrm>
            <a:off x="4983481" y="4083955"/>
            <a:ext cx="3353691" cy="27202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Point.h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Point 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public: </a:t>
            </a:r>
            <a:r>
              <a:rPr lang="sr-Latn-BA" sz="14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sr-Latn-BA" sz="1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        </a:t>
            </a:r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2D704-009D-486A-B0B1-66806AA689A7}"/>
              </a:ext>
            </a:extLst>
          </p:cNvPr>
          <p:cNvSpPr txBox="1"/>
          <p:nvPr/>
        </p:nvSpPr>
        <p:spPr>
          <a:xfrm>
            <a:off x="8337171" y="4083954"/>
            <a:ext cx="3568299" cy="27202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sz="1700" b="1">
                <a:solidFill>
                  <a:srgbClr val="008000"/>
                </a:solidFill>
                <a:latin typeface="Consolas" panose="020B0609020204030204" pitchFamily="49" charset="0"/>
              </a:rPr>
              <a:t>// Point.</a:t>
            </a:r>
            <a:r>
              <a:rPr lang="en-US" sz="1700" b="1">
                <a:solidFill>
                  <a:srgbClr val="008000"/>
                </a:solidFill>
                <a:latin typeface="Consolas" panose="020B0609020204030204" pitchFamily="49" charset="0"/>
              </a:rPr>
              <a:t>cpp</a:t>
            </a:r>
            <a:endParaRPr lang="sr-Latn-BA" sz="17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7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700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sz="1700" b="1">
                <a:solidFill>
                  <a:srgbClr val="A31515"/>
                </a:solidFill>
                <a:latin typeface="Consolas" panose="020B0609020204030204" pitchFamily="49" charset="0"/>
              </a:rPr>
              <a:t>"Point.h“</a:t>
            </a:r>
            <a:endParaRPr lang="en-US" sz="1700" b="1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sr-Latn-BA" sz="1700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</a:p>
          <a:p>
            <a:r>
              <a:rPr lang="fr-FR" sz="1700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fr-FR" sz="1700" b="1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7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7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fr-FR" sz="1700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sz="17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700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sr-Latn-BA" sz="17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17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b="1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endParaRPr lang="en-US" sz="16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F796E-FCC2-4B08-85CE-978A2D2B9DD7}"/>
              </a:ext>
            </a:extLst>
          </p:cNvPr>
          <p:cNvSpPr txBox="1"/>
          <p:nvPr/>
        </p:nvSpPr>
        <p:spPr>
          <a:xfrm>
            <a:off x="9043935" y="1825625"/>
            <a:ext cx="2972357" cy="2258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fr-F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//(0,0)</a:t>
            </a:r>
            <a:endParaRPr lang="fr-FR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//(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267F99"/>
                </a:solidFill>
                <a:latin typeface="Consolas" panose="020B0609020204030204" pitchFamily="49" charset="0"/>
              </a:rPr>
              <a:t>  Point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//(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fr-FR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5C5BCC-6EFF-4F33-BFF7-6AA7249D443E}"/>
              </a:ext>
            </a:extLst>
          </p:cNvPr>
          <p:cNvSpPr txBox="1"/>
          <p:nvPr/>
        </p:nvSpPr>
        <p:spPr>
          <a:xfrm>
            <a:off x="103649" y="4085064"/>
            <a:ext cx="4879832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 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// kompajlerska greška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613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Tipovi podataka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92349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sr-Latn-BA" b="1"/>
              <a:t>Konstantni</a:t>
            </a:r>
            <a:r>
              <a:rPr lang="en-US" b="1"/>
              <a:t> </a:t>
            </a:r>
            <a:r>
              <a:rPr lang="sr-Latn-BA" b="1"/>
              <a:t>podaci</a:t>
            </a:r>
            <a:r>
              <a:rPr lang="en-US" b="1"/>
              <a:t> </a:t>
            </a:r>
            <a:r>
              <a:rPr lang="en-US"/>
              <a:t>(</a:t>
            </a:r>
            <a:r>
              <a:rPr lang="sr-Latn-BA"/>
              <a:t>nepromjenljiva</a:t>
            </a:r>
            <a:r>
              <a:rPr lang="en-US"/>
              <a:t> </a:t>
            </a:r>
            <a:r>
              <a:rPr lang="sr-Latn-BA"/>
              <a:t>vrijednost</a:t>
            </a:r>
            <a:r>
              <a:rPr lang="en-US"/>
              <a:t>)</a:t>
            </a:r>
          </a:p>
          <a:p>
            <a:pPr lvl="1">
              <a:spcBef>
                <a:spcPts val="0"/>
              </a:spcBef>
            </a:pPr>
            <a:r>
              <a:rPr lang="en-US"/>
              <a:t>Konstantni parametri funkcija (metoda) </a:t>
            </a:r>
            <a:r>
              <a:rPr lang="sr-Latn-BA"/>
              <a:t>se ne smiju mijenjati u tijelu funkcije </a:t>
            </a:r>
          </a:p>
          <a:p>
            <a:pPr lvl="1">
              <a:spcBef>
                <a:spcPts val="0"/>
              </a:spcBef>
            </a:pPr>
            <a:r>
              <a:rPr lang="sr-Latn-BA"/>
              <a:t>Nemoguće pozvati nekonstantnu metodu na konstantnim objektom</a:t>
            </a:r>
            <a:endParaRPr lang="en-US"/>
          </a:p>
          <a:p>
            <a:pPr lvl="1">
              <a:spcBef>
                <a:spcPts val="0"/>
              </a:spcBef>
            </a:pPr>
            <a:r>
              <a:rPr lang="en-US"/>
              <a:t>Iz konstruktora konstantnog objekta je dozvoljeno pozivati nekonstantne</a:t>
            </a:r>
            <a:r>
              <a:rPr lang="sr-Latn-BA"/>
              <a:t> metode</a:t>
            </a:r>
            <a:endParaRPr lang="en-US"/>
          </a:p>
          <a:p>
            <a:pPr lvl="1">
              <a:spcBef>
                <a:spcPts val="0"/>
              </a:spcBef>
            </a:pPr>
            <a:r>
              <a:rPr lang="sr-Latn-BA"/>
              <a:t>Smisleno, jer konstruktor i vrši inicijalizaciju (objekat se ne posmatra kao </a:t>
            </a:r>
            <a:r>
              <a:rPr lang="sr-Latn-BA" b="1">
                <a:latin typeface="Consolas" panose="020B0609020204030204" pitchFamily="49" charset="0"/>
              </a:rPr>
              <a:t>const</a:t>
            </a:r>
            <a:r>
              <a:rPr lang="sr-Latn-BA"/>
              <a:t> tokom konstrukcije)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F459E-1083-4522-A64C-D251FBE71B8C}"/>
              </a:ext>
            </a:extLst>
          </p:cNvPr>
          <p:cNvSpPr txBox="1"/>
          <p:nvPr/>
        </p:nvSpPr>
        <p:spPr>
          <a:xfrm>
            <a:off x="752138" y="5021135"/>
            <a:ext cx="363698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3.14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...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greška pri kompajliranju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3.1415926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A1E4-91B5-4E8F-B247-B36A25B5B1B2}"/>
              </a:ext>
            </a:extLst>
          </p:cNvPr>
          <p:cNvSpPr txBox="1"/>
          <p:nvPr/>
        </p:nvSpPr>
        <p:spPr>
          <a:xfrm>
            <a:off x="4262712" y="4246634"/>
            <a:ext cx="5006792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 greška pri kompajliranju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4A6F4-ED67-4CC9-ADEC-378C85BEA3D1}"/>
              </a:ext>
            </a:extLst>
          </p:cNvPr>
          <p:cNvSpPr txBox="1"/>
          <p:nvPr/>
        </p:nvSpPr>
        <p:spPr>
          <a:xfrm>
            <a:off x="6391383" y="5000411"/>
            <a:ext cx="546713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"Point.h"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AD57E-E4BE-4BB8-89EF-6CECAF643AEE}"/>
              </a:ext>
            </a:extLst>
          </p:cNvPr>
          <p:cNvSpPr txBox="1"/>
          <p:nvPr/>
        </p:nvSpPr>
        <p:spPr>
          <a:xfrm>
            <a:off x="8276214" y="5825267"/>
            <a:ext cx="348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 greška, setX nije const</a:t>
            </a: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0971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Tipovi podataka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/>
          </a:bodyPr>
          <a:lstStyle/>
          <a:p>
            <a:r>
              <a:rPr lang="sr-Latn-BA"/>
              <a:t>Logički tip podataka </a:t>
            </a:r>
            <a:r>
              <a:rPr lang="en-US"/>
              <a:t>–</a:t>
            </a:r>
            <a:r>
              <a:rPr lang="sr-Latn-BA"/>
              <a:t> </a:t>
            </a:r>
            <a:r>
              <a:rPr lang="sr-Latn-BA" b="1">
                <a:latin typeface="Consolas" panose="020B0609020204030204" pitchFamily="49" charset="0"/>
              </a:rPr>
              <a:t>bool</a:t>
            </a:r>
            <a:endParaRPr lang="en-US" b="1"/>
          </a:p>
          <a:p>
            <a:endParaRPr lang="en-US">
              <a:latin typeface="Consolas" panose="020B0609020204030204" pitchFamily="49" charset="0"/>
            </a:endParaRPr>
          </a:p>
          <a:p>
            <a:endParaRPr lang="en-US">
              <a:latin typeface="Consolas" panose="020B0609020204030204" pitchFamily="49" charset="0"/>
            </a:endParaRPr>
          </a:p>
          <a:p>
            <a:endParaRPr lang="en-US"/>
          </a:p>
          <a:p>
            <a:r>
              <a:rPr lang="en-US"/>
              <a:t>String literali</a:t>
            </a:r>
            <a:r>
              <a:rPr lang="sr-Latn-BA"/>
              <a:t> </a:t>
            </a:r>
            <a:r>
              <a:rPr lang="en-US"/>
              <a:t>–</a:t>
            </a:r>
            <a:r>
              <a:rPr lang="sr-Latn-BA"/>
              <a:t> </a:t>
            </a:r>
            <a:r>
              <a:rPr lang="sr-Latn-BA" b="1">
                <a:latin typeface="Consolas" panose="020B0609020204030204" pitchFamily="49" charset="0"/>
              </a:rPr>
              <a:t>const char*</a:t>
            </a:r>
            <a:endParaRPr lang="en-US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r-Latn-BA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12302-9BB8-414C-9D9F-4FECEE867B13}"/>
              </a:ext>
            </a:extLst>
          </p:cNvPr>
          <p:cNvSpPr txBox="1"/>
          <p:nvPr/>
        </p:nvSpPr>
        <p:spPr>
          <a:xfrm>
            <a:off x="4043422" y="2496218"/>
            <a:ext cx="410515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// z == false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||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     // z == true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A434E-A128-4036-9B8F-950716F8749A}"/>
              </a:ext>
            </a:extLst>
          </p:cNvPr>
          <p:cNvSpPr txBox="1"/>
          <p:nvPr/>
        </p:nvSpPr>
        <p:spPr>
          <a:xfrm>
            <a:off x="3919368" y="4644583"/>
            <a:ext cx="446754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"Hello world"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"Hello world"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 // greška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26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ABF3-E500-4960-B4B9-52BF07C9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Kategorije vrijednosti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E08B-D252-49A0-B3EE-1D5B085E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Svaki C++ izraz pripada nekoj </a:t>
            </a:r>
            <a:r>
              <a:rPr lang="sr-Latn-BA" b="1" dirty="0"/>
              <a:t>kategoriji vrijednosti</a:t>
            </a:r>
            <a:endParaRPr lang="sr-Latn-BA" dirty="0"/>
          </a:p>
          <a:p>
            <a:r>
              <a:rPr lang="sr-Latn-BA" b="1" dirty="0"/>
              <a:t>L-vrijednost</a:t>
            </a:r>
            <a:r>
              <a:rPr lang="sr-Latn-BA" dirty="0"/>
              <a:t> (lijeva vrijednost, </a:t>
            </a:r>
            <a:r>
              <a:rPr lang="sr-Latn-BA" b="1" i="1" dirty="0"/>
              <a:t>Lvalue</a:t>
            </a:r>
            <a:r>
              <a:rPr lang="sr-Latn-BA" dirty="0"/>
              <a:t>) – izrazi kojima se može dodijeliti nešto: imena varijabli, elementi niza, članovi klasa, itd.</a:t>
            </a:r>
          </a:p>
          <a:p>
            <a:r>
              <a:rPr lang="sr-Latn-BA" dirty="0"/>
              <a:t>L-vrijednosti, dakle, imaju adresu kojoj program može pristupiti</a:t>
            </a:r>
          </a:p>
          <a:p>
            <a:r>
              <a:rPr lang="sr-Latn-BA" b="1" dirty="0"/>
              <a:t>R-vrijednosti</a:t>
            </a:r>
            <a:r>
              <a:rPr lang="sr-Latn-BA" dirty="0"/>
              <a:t> (desna vrijednost, </a:t>
            </a:r>
            <a:r>
              <a:rPr lang="sr-Latn-BA" b="1" i="1" dirty="0"/>
              <a:t>Rvalue</a:t>
            </a:r>
            <a:r>
              <a:rPr lang="sr-Latn-BA" dirty="0"/>
              <a:t>) –</a:t>
            </a:r>
            <a:r>
              <a:rPr lang="sr-Latn-BA" b="1" dirty="0"/>
              <a:t> </a:t>
            </a:r>
            <a:r>
              <a:rPr lang="sr-Latn-BA" dirty="0"/>
              <a:t>izrazi koji ne posjeduju adresu kojoj program može pristupiti</a:t>
            </a:r>
          </a:p>
          <a:p>
            <a:pPr lvl="1"/>
            <a:r>
              <a:rPr lang="sr-Latn-BA" dirty="0"/>
              <a:t>brojni literali: </a:t>
            </a:r>
            <a:r>
              <a:rPr lang="en-US" b="1" dirty="0"/>
              <a:t>7</a:t>
            </a:r>
            <a:endParaRPr lang="sr-Latn-BA" b="1" dirty="0"/>
          </a:p>
          <a:p>
            <a:pPr lvl="1"/>
            <a:r>
              <a:rPr lang="sr-Latn-BA" dirty="0"/>
              <a:t>rezultati operacija: </a:t>
            </a:r>
            <a:r>
              <a:rPr lang="sr-Latn-BA" b="1" dirty="0">
                <a:latin typeface="Consolas" panose="020B0609020204030204" pitchFamily="49" charset="0"/>
              </a:rPr>
              <a:t>a + b</a:t>
            </a:r>
          </a:p>
          <a:p>
            <a:pPr lvl="1"/>
            <a:r>
              <a:rPr lang="sr-Latn-BA" b="1" dirty="0">
                <a:latin typeface="Consolas" panose="020B0609020204030204" pitchFamily="49" charset="0"/>
              </a:rPr>
              <a:t>this</a:t>
            </a:r>
            <a:r>
              <a:rPr lang="sr-Latn-BA" dirty="0"/>
              <a:t> pokazivač (on nema adresu</a:t>
            </a:r>
            <a:r>
              <a:rPr lang="en-US" dirty="0"/>
              <a:t>!</a:t>
            </a:r>
            <a:r>
              <a:rPr lang="sr-Latn-BA" dirty="0"/>
              <a:t> </a:t>
            </a:r>
            <a:r>
              <a:rPr lang="en-US" strike="sngStrike" dirty="0">
                <a:solidFill>
                  <a:srgbClr val="FF0000"/>
                </a:solidFill>
                <a:latin typeface="Consolas" panose="020B0609020204030204" pitchFamily="49" charset="0"/>
              </a:rPr>
              <a:t>&amp;this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593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Reference na L-vrijednosti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2366682"/>
          </a:xfrm>
        </p:spPr>
        <p:txBody>
          <a:bodyPr>
            <a:normAutofit lnSpcReduction="10000"/>
          </a:bodyPr>
          <a:lstStyle/>
          <a:p>
            <a:r>
              <a:rPr lang="sr-Latn-BA" b="1" dirty="0"/>
              <a:t>Referenca</a:t>
            </a:r>
            <a:r>
              <a:rPr lang="en-US" b="1" dirty="0"/>
              <a:t> </a:t>
            </a:r>
            <a:r>
              <a:rPr lang="en-US" dirty="0"/>
              <a:t>– drugi naziv za neki podatak, objekat ili funkciju</a:t>
            </a:r>
          </a:p>
          <a:p>
            <a:r>
              <a:rPr lang="sr-Latn-BA" dirty="0"/>
              <a:t>Referenca: m</a:t>
            </a:r>
            <a:r>
              <a:rPr lang="en-US" dirty="0"/>
              <a:t>ora da se inicijalizuje prilikom deklaracije</a:t>
            </a:r>
            <a:r>
              <a:rPr lang="sr-Latn-BA" dirty="0"/>
              <a:t>,</a:t>
            </a:r>
            <a:r>
              <a:rPr lang="en-US" dirty="0"/>
              <a:t> </a:t>
            </a:r>
            <a:r>
              <a:rPr lang="sr-Latn-BA" dirty="0"/>
              <a:t>referenciranjem postojećeg podatka. Operacije nad referencom djeluju nad referenciranim podatkom.</a:t>
            </a:r>
          </a:p>
          <a:p>
            <a:r>
              <a:rPr lang="en-US" b="1" dirty="0"/>
              <a:t>Obi</a:t>
            </a:r>
            <a:r>
              <a:rPr lang="sr-Latn-BA" b="1" dirty="0"/>
              <a:t>čna referenca je referenca na L-vrijednost, a i ona je L-vrijednost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C6DC-CA09-496E-AE26-B4338DA5D559}"/>
              </a:ext>
            </a:extLst>
          </p:cNvPr>
          <p:cNvSpPr txBox="1"/>
          <p:nvPr/>
        </p:nvSpPr>
        <p:spPr>
          <a:xfrm>
            <a:off x="1183341" y="4195482"/>
            <a:ext cx="5583211" cy="2554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 // a == 1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&amp;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// a == 1, r == 1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// a == 2, r == 2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= r;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  // a == 2, r == 2, b == 2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// a == 2, r == 2, b == 3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// a == 3, r == 3, b == 3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= (&amp;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== &amp;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// k == true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7C8784-5FB4-4890-A3EE-F846E0AF9AF3}"/>
              </a:ext>
            </a:extLst>
          </p:cNvPr>
          <p:cNvSpPr txBox="1">
            <a:spLocks/>
          </p:cNvSpPr>
          <p:nvPr/>
        </p:nvSpPr>
        <p:spPr>
          <a:xfrm>
            <a:off x="6766552" y="4094578"/>
            <a:ext cx="5132724" cy="2366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BA" b="1" dirty="0"/>
              <a:t>Primjenom </a:t>
            </a:r>
            <a:r>
              <a:rPr lang="sr-Latn-BA" i="1" dirty="0"/>
              <a:t>addressof</a:t>
            </a:r>
            <a:r>
              <a:rPr lang="en-US" dirty="0"/>
              <a:t> </a:t>
            </a:r>
            <a:r>
              <a:rPr lang="sr-Latn-BA" dirty="0"/>
              <a:t>operatora na </a:t>
            </a:r>
            <a:r>
              <a:rPr lang="en-US" b="1" dirty="0"/>
              <a:t>referenc</a:t>
            </a:r>
            <a:r>
              <a:rPr lang="sr-Latn-BA" b="1" dirty="0"/>
              <a:t>u </a:t>
            </a:r>
            <a:r>
              <a:rPr lang="sr-Latn-BA" dirty="0"/>
              <a:t>se</a:t>
            </a:r>
            <a:r>
              <a:rPr lang="en-US" dirty="0"/>
              <a:t> zapravo </a:t>
            </a:r>
            <a:r>
              <a:rPr lang="sr-Latn-BA" dirty="0"/>
              <a:t>dobije </a:t>
            </a:r>
            <a:r>
              <a:rPr lang="en-US" dirty="0"/>
              <a:t>pokaziva</a:t>
            </a:r>
            <a:r>
              <a:rPr lang="sr-Latn-BA" dirty="0"/>
              <a:t>č na referencirani podatak</a:t>
            </a:r>
          </a:p>
          <a:p>
            <a:r>
              <a:rPr lang="sr-Latn-BA" dirty="0"/>
              <a:t>Ne miješati </a:t>
            </a:r>
            <a:r>
              <a:rPr lang="sr-Latn-BA" i="1" dirty="0"/>
              <a:t>addressof </a:t>
            </a:r>
            <a:r>
              <a:rPr lang="sr-Latn-BA" dirty="0"/>
              <a:t>operator za dobijanje adrese sa referencama!</a:t>
            </a:r>
          </a:p>
        </p:txBody>
      </p:sp>
    </p:spTree>
    <p:extLst>
      <p:ext uri="{BB962C8B-B14F-4D97-AF65-F5344CB8AC3E}">
        <p14:creationId xmlns:p14="http://schemas.microsoft.com/office/powerpoint/2010/main" val="199689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Reference na L-vrijednosti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973696" cy="2593230"/>
          </a:xfrm>
        </p:spPr>
        <p:txBody>
          <a:bodyPr>
            <a:noAutofit/>
          </a:bodyPr>
          <a:lstStyle/>
          <a:p>
            <a:r>
              <a:rPr lang="en-US" b="1" dirty="0"/>
              <a:t>Reference kao parametri funkcija</a:t>
            </a:r>
            <a:r>
              <a:rPr lang="sr-Latn-BA" b="1" dirty="0"/>
              <a:t> </a:t>
            </a:r>
            <a:r>
              <a:rPr lang="sr-Latn-BA" dirty="0"/>
              <a:t>– funkcije mogu </a:t>
            </a:r>
            <a:r>
              <a:rPr lang="en-US" dirty="0"/>
              <a:t>nad referenciranim podatkom </a:t>
            </a:r>
            <a:r>
              <a:rPr lang="sr-Latn-BA" dirty="0"/>
              <a:t>proizvesti bočni efekat</a:t>
            </a:r>
            <a:r>
              <a:rPr lang="en-US" dirty="0"/>
              <a:t> </a:t>
            </a:r>
            <a:r>
              <a:rPr lang="sr-Latn-BA" dirty="0"/>
              <a:t>(slično parametru pokazivačkog tipa)</a:t>
            </a:r>
            <a:endParaRPr lang="en-US" dirty="0"/>
          </a:p>
          <a:p>
            <a:r>
              <a:rPr lang="en-US" dirty="0"/>
              <a:t>R</a:t>
            </a:r>
            <a:r>
              <a:rPr lang="sr-Latn-BA" dirty="0"/>
              <a:t>eferenca se može iskoristiti kao dodatni izlaz funkcije umjesto povratne vrijednosti ili uz povratnu vrijednost, npr. za signalizaciju greške</a:t>
            </a:r>
            <a:endParaRPr lang="en-US" b="1" dirty="0"/>
          </a:p>
          <a:p>
            <a:r>
              <a:rPr lang="en-US" b="1" dirty="0"/>
              <a:t>Konstantne reference –</a:t>
            </a:r>
            <a:r>
              <a:rPr lang="en-US" dirty="0"/>
              <a:t> nagla</a:t>
            </a:r>
            <a:r>
              <a:rPr lang="sr-Latn-BA" dirty="0"/>
              <a:t>šava se da funkcija nema bočnih efekata nad referenciranim podatkom (ekv. pokazivaču na konstantan objekat)</a:t>
            </a:r>
            <a:endParaRPr lang="en-US" dirty="0"/>
          </a:p>
          <a:p>
            <a:endParaRPr lang="sr-Latn-BA" b="1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7C8784-5FB4-4890-A3EE-F846E0AF9AF3}"/>
              </a:ext>
            </a:extLst>
          </p:cNvPr>
          <p:cNvSpPr txBox="1">
            <a:spLocks/>
          </p:cNvSpPr>
          <p:nvPr/>
        </p:nvSpPr>
        <p:spPr>
          <a:xfrm>
            <a:off x="6985295" y="4126193"/>
            <a:ext cx="4713646" cy="2366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C6DC-CA09-496E-AE26-B4338DA5D559}"/>
              </a:ext>
            </a:extLst>
          </p:cNvPr>
          <p:cNvSpPr txBox="1"/>
          <p:nvPr/>
        </p:nvSpPr>
        <p:spPr>
          <a:xfrm>
            <a:off x="2847190" y="4496896"/>
            <a:ext cx="3248810" cy="2272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int&amp;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// k == 3</a:t>
            </a:r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/>
              <a:t>}</a:t>
            </a:r>
          </a:p>
          <a:p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70CBF-C231-4050-9959-BE92B8326BC0}"/>
              </a:ext>
            </a:extLst>
          </p:cNvPr>
          <p:cNvSpPr txBox="1"/>
          <p:nvPr/>
        </p:nvSpPr>
        <p:spPr>
          <a:xfrm>
            <a:off x="6096000" y="4496896"/>
            <a:ext cx="3248810" cy="2272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// greška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setX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349C04-C298-45B1-A2EF-F61BA3152ECF}"/>
              </a:ext>
            </a:extLst>
          </p:cNvPr>
          <p:cNvSpPr txBox="1">
            <a:spLocks/>
          </p:cNvSpPr>
          <p:nvPr/>
        </p:nvSpPr>
        <p:spPr>
          <a:xfrm>
            <a:off x="7642410" y="4559042"/>
            <a:ext cx="4549590" cy="2283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r-Latn-BA" dirty="0"/>
          </a:p>
        </p:txBody>
      </p:sp>
    </p:spTree>
    <p:extLst>
      <p:ext uri="{BB962C8B-B14F-4D97-AF65-F5344CB8AC3E}">
        <p14:creationId xmlns:p14="http://schemas.microsoft.com/office/powerpoint/2010/main" val="60805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Reference na L-vrijednosti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" y="1828800"/>
            <a:ext cx="10841692" cy="1296615"/>
          </a:xfrm>
        </p:spPr>
        <p:txBody>
          <a:bodyPr>
            <a:noAutofit/>
          </a:bodyPr>
          <a:lstStyle/>
          <a:p>
            <a:r>
              <a:rPr lang="en-US" b="1" dirty="0"/>
              <a:t>Referenc</a:t>
            </a:r>
            <a:r>
              <a:rPr lang="sr-Latn-BA" b="1" dirty="0"/>
              <a:t>a</a:t>
            </a:r>
            <a:r>
              <a:rPr lang="en-US" b="1" dirty="0"/>
              <a:t> kao </a:t>
            </a:r>
            <a:r>
              <a:rPr lang="sr-Latn-BA" b="1" dirty="0"/>
              <a:t>povratni tip funkcije </a:t>
            </a:r>
            <a:r>
              <a:rPr lang="sr-Latn-BA" dirty="0"/>
              <a:t>– funkcije mogu vratiti referencu</a:t>
            </a:r>
            <a:endParaRPr lang="en-US" dirty="0"/>
          </a:p>
          <a:p>
            <a:r>
              <a:rPr lang="sr-Latn-BA" dirty="0"/>
              <a:t>Sintaksički šećer za vraćanje pokazivača – ne pravi se kopija objekta</a:t>
            </a:r>
            <a:endParaRPr lang="en-US" dirty="0"/>
          </a:p>
          <a:p>
            <a:endParaRPr lang="sr-Latn-BA" b="1" dirty="0"/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349C04-C298-45B1-A2EF-F61BA3152ECF}"/>
              </a:ext>
            </a:extLst>
          </p:cNvPr>
          <p:cNvSpPr txBox="1">
            <a:spLocks/>
          </p:cNvSpPr>
          <p:nvPr/>
        </p:nvSpPr>
        <p:spPr>
          <a:xfrm>
            <a:off x="7642410" y="4559042"/>
            <a:ext cx="4549590" cy="2283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r-Latn-B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C476A-26FE-44CD-92A2-4C85D09B9D72}"/>
              </a:ext>
            </a:extLst>
          </p:cNvPr>
          <p:cNvSpPr txBox="1"/>
          <p:nvPr/>
        </p:nvSpPr>
        <p:spPr>
          <a:xfrm>
            <a:off x="765176" y="2834084"/>
            <a:ext cx="4709332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DynamicArray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   // ...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   // ...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];}</a:t>
            </a: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   // ...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DynamicArray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   // ...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55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at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 55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393BD1-73E1-44AD-AC14-42CEAAE17EC9}"/>
              </a:ext>
            </a:extLst>
          </p:cNvPr>
          <p:cNvSpPr txBox="1">
            <a:spLocks/>
          </p:cNvSpPr>
          <p:nvPr/>
        </p:nvSpPr>
        <p:spPr>
          <a:xfrm>
            <a:off x="5474508" y="2872658"/>
            <a:ext cx="6359425" cy="39698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BA" b="1" dirty="0"/>
              <a:t>Ne </a:t>
            </a:r>
            <a:r>
              <a:rPr lang="en-US" b="1" dirty="0"/>
              <a:t>vra</a:t>
            </a:r>
            <a:r>
              <a:rPr lang="sr-Latn-BA" b="1" dirty="0"/>
              <a:t>ćati </a:t>
            </a:r>
            <a:r>
              <a:rPr lang="en-US" b="1" dirty="0"/>
              <a:t>iz funkcije </a:t>
            </a:r>
            <a:r>
              <a:rPr lang="sr-Latn-BA" b="1" dirty="0"/>
              <a:t>referencu </a:t>
            </a:r>
            <a:r>
              <a:rPr lang="sr-Latn-BA" b="1"/>
              <a:t>na lokalne</a:t>
            </a:r>
            <a:r>
              <a:rPr lang="en-US" b="1"/>
              <a:t> automatske</a:t>
            </a:r>
            <a:r>
              <a:rPr lang="sr-Latn-BA" b="1"/>
              <a:t> </a:t>
            </a:r>
            <a:r>
              <a:rPr lang="sr-Latn-BA" b="1" dirty="0"/>
              <a:t>objekte!</a:t>
            </a:r>
          </a:p>
          <a:p>
            <a:r>
              <a:rPr lang="sr-Latn-BA" dirty="0"/>
              <a:t>Zašto? </a:t>
            </a:r>
            <a:endParaRPr lang="en-US" dirty="0"/>
          </a:p>
          <a:p>
            <a:r>
              <a:rPr lang="sr-Latn-BA" b="1" dirty="0"/>
              <a:t>Isto kao i kod pokazivača</a:t>
            </a:r>
          </a:p>
          <a:p>
            <a:r>
              <a:rPr lang="en-US" b="1" dirty="0"/>
              <a:t>L</a:t>
            </a:r>
            <a:r>
              <a:rPr lang="sr-Latn-BA" b="1"/>
              <a:t>okalni </a:t>
            </a:r>
            <a:r>
              <a:rPr lang="en-US" b="1"/>
              <a:t>automatski </a:t>
            </a:r>
            <a:r>
              <a:rPr lang="sr-Latn-BA" b="1"/>
              <a:t>objekat </a:t>
            </a:r>
            <a:r>
              <a:rPr lang="en-US" b="1" dirty="0"/>
              <a:t>je </a:t>
            </a:r>
            <a:r>
              <a:rPr lang="sr-Latn-BA" b="1" dirty="0"/>
              <a:t>na steku</a:t>
            </a:r>
          </a:p>
          <a:p>
            <a:r>
              <a:rPr lang="sr-Latn-BA" b="1" dirty="0"/>
              <a:t>Sadržaj dijela steka sa </a:t>
            </a:r>
            <a:r>
              <a:rPr lang="sr-Latn-BA" b="1"/>
              <a:t>tim lokalnim</a:t>
            </a:r>
            <a:r>
              <a:rPr lang="en-US" b="1"/>
              <a:t> automatskim</a:t>
            </a:r>
            <a:r>
              <a:rPr lang="sr-Latn-BA" b="1"/>
              <a:t> objektom prepisuje </a:t>
            </a:r>
            <a:r>
              <a:rPr lang="en-US" b="1"/>
              <a:t>se </a:t>
            </a:r>
            <a:r>
              <a:rPr lang="sr-Latn-BA" b="1"/>
              <a:t>nakon povratka</a:t>
            </a:r>
            <a:r>
              <a:rPr lang="en-US" b="1"/>
              <a:t> iz funkcije</a:t>
            </a:r>
            <a:endParaRPr lang="sr-Latn-BA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70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Prostori</a:t>
            </a:r>
            <a:r>
              <a:rPr lang="en-US"/>
              <a:t> </a:t>
            </a:r>
            <a:r>
              <a:rPr lang="sr-Latn-BA"/>
              <a:t>imena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/>
          </a:bodyPr>
          <a:lstStyle/>
          <a:p>
            <a:r>
              <a:rPr lang="sr-Latn-BA" b="1"/>
              <a:t>Prostor imena </a:t>
            </a:r>
            <a:r>
              <a:rPr lang="sr-Latn-BA"/>
              <a:t>(</a:t>
            </a:r>
            <a:r>
              <a:rPr lang="sr-Latn-BA" b="1"/>
              <a:t>namespace</a:t>
            </a:r>
            <a:r>
              <a:rPr lang="sr-Latn-BA"/>
              <a:t>)</a:t>
            </a:r>
            <a:r>
              <a:rPr lang="en-US" b="1"/>
              <a:t> </a:t>
            </a:r>
            <a:r>
              <a:rPr lang="en-US"/>
              <a:t>– </a:t>
            </a:r>
            <a:r>
              <a:rPr lang="sr-Latn-BA"/>
              <a:t>grupisanje entiteta pod nekim imenom</a:t>
            </a:r>
          </a:p>
          <a:p>
            <a:endParaRPr lang="sr-Latn-BA" b="1"/>
          </a:p>
          <a:p>
            <a:endParaRPr lang="en-US" b="1"/>
          </a:p>
          <a:p>
            <a:endParaRPr lang="sr-Latn-BA" b="1"/>
          </a:p>
          <a:p>
            <a:r>
              <a:rPr lang="en-US" noProof="1">
                <a:sym typeface="Wingdings" panose="05000000000000000000" pitchFamily="2" charset="2"/>
              </a:rPr>
              <a:t>Identifikatori </a:t>
            </a:r>
            <a:r>
              <a:rPr lang="sr-Latn-BA" noProof="1">
                <a:sym typeface="Wingdings" panose="05000000000000000000" pitchFamily="2" charset="2"/>
              </a:rPr>
              <a:t>deklarisani </a:t>
            </a:r>
            <a:r>
              <a:rPr lang="en-US" noProof="1">
                <a:sym typeface="Wingdings" panose="05000000000000000000" pitchFamily="2" charset="2"/>
              </a:rPr>
              <a:t>u </a:t>
            </a:r>
            <a:r>
              <a:rPr lang="sr-Latn-BA" noProof="1">
                <a:sym typeface="Wingdings" panose="05000000000000000000" pitchFamily="2" charset="2"/>
              </a:rPr>
              <a:t>nekom </a:t>
            </a:r>
            <a:r>
              <a:rPr lang="en-US" noProof="1">
                <a:sym typeface="Wingdings" panose="05000000000000000000" pitchFamily="2" charset="2"/>
              </a:rPr>
              <a:t>prostoru imena su dostupni unutar </a:t>
            </a:r>
            <a:r>
              <a:rPr lang="sr-Latn-BA" noProof="1">
                <a:sym typeface="Wingdings" panose="05000000000000000000" pitchFamily="2" charset="2"/>
              </a:rPr>
              <a:t>blokova</a:t>
            </a:r>
            <a:r>
              <a:rPr lang="en-US" noProof="1">
                <a:sym typeface="Wingdings" panose="05000000000000000000" pitchFamily="2" charset="2"/>
              </a:rPr>
              <a:t> tog prostora imena</a:t>
            </a:r>
          </a:p>
          <a:p>
            <a:r>
              <a:rPr lang="en-US" b="1"/>
              <a:t>Operator </a:t>
            </a:r>
            <a:r>
              <a:rPr lang="sr-Latn-BA" b="1"/>
              <a:t>razrješenja dosega </a:t>
            </a:r>
            <a:r>
              <a:rPr lang="en-US">
                <a:latin typeface="Consolas" panose="020B0609020204030204" pitchFamily="49" charset="0"/>
              </a:rPr>
              <a:t>:</a:t>
            </a:r>
            <a:r>
              <a:rPr lang="en-US">
                <a:latin typeface="Consolas" panose="020B0609020204030204" pitchFamily="49" charset="0"/>
                <a:sym typeface="Wingdings" panose="05000000000000000000" pitchFamily="2" charset="2"/>
              </a:rPr>
              <a:t>:</a:t>
            </a:r>
            <a:r>
              <a:rPr lang="en-US" noProof="1">
                <a:sym typeface="Wingdings" panose="05000000000000000000" pitchFamily="2" charset="2"/>
              </a:rPr>
              <a:t> </a:t>
            </a:r>
            <a:r>
              <a:rPr lang="sr-Latn-BA" noProof="1">
                <a:sym typeface="Wingdings" panose="05000000000000000000" pitchFamily="2" charset="2"/>
              </a:rPr>
              <a:t>se može koristiti za</a:t>
            </a:r>
            <a:r>
              <a:rPr lang="en-US" noProof="1">
                <a:sym typeface="Wingdings" panose="05000000000000000000" pitchFamily="2" charset="2"/>
              </a:rPr>
              <a:t> sp</a:t>
            </a:r>
            <a:r>
              <a:rPr lang="sr-Latn-BA" noProof="1">
                <a:sym typeface="Wingdings" panose="05000000000000000000" pitchFamily="2" charset="2"/>
              </a:rPr>
              <a:t>ecificiranje </a:t>
            </a:r>
            <a:r>
              <a:rPr lang="en-US" noProof="1">
                <a:sym typeface="Wingdings" panose="05000000000000000000" pitchFamily="2" charset="2"/>
              </a:rPr>
              <a:t>prostora imena</a:t>
            </a:r>
            <a:r>
              <a:rPr lang="sr-Latn-BA" noProof="1">
                <a:sym typeface="Wingdings" panose="05000000000000000000" pitchFamily="2" charset="2"/>
              </a:rPr>
              <a:t> u kom neki identifikator treba da se nalazi</a:t>
            </a:r>
            <a:endParaRPr lang="sr-Latn-BA" b="1" noProof="1">
              <a:sym typeface="Wingdings" panose="05000000000000000000" pitchFamily="2" charset="2"/>
            </a:endParaRPr>
          </a:p>
          <a:p>
            <a:endParaRPr lang="en-US" b="1" noProof="1">
              <a:sym typeface="Wingdings" panose="05000000000000000000" pitchFamily="2" charset="2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382850-1371-41D7-9E44-16203EAE4ABC}"/>
              </a:ext>
            </a:extLst>
          </p:cNvPr>
          <p:cNvGrpSpPr/>
          <p:nvPr/>
        </p:nvGrpSpPr>
        <p:grpSpPr>
          <a:xfrm>
            <a:off x="4138413" y="2511548"/>
            <a:ext cx="3915174" cy="1200330"/>
            <a:chOff x="4138413" y="2568395"/>
            <a:chExt cx="3915174" cy="1200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720CF6-07B2-4056-9DAA-B64FFC9E5650}"/>
                </a:ext>
              </a:extLst>
            </p:cNvPr>
            <p:cNvSpPr txBox="1"/>
            <p:nvPr/>
          </p:nvSpPr>
          <p:spPr>
            <a:xfrm>
              <a:off x="4138413" y="2568396"/>
              <a:ext cx="1957587" cy="12003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namespace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A 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{</a:t>
              </a:r>
              <a:endPara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 </a:t>
              </a:r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x = </a:t>
              </a:r>
              <a:r>
                <a:rPr lang="en-US" b="1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   </a:t>
              </a:r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y = x;</a:t>
              </a:r>
              <a:endPara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D19EA5-783D-4648-A90B-7F1729511291}"/>
                </a:ext>
              </a:extLst>
            </p:cNvPr>
            <p:cNvSpPr txBox="1"/>
            <p:nvPr/>
          </p:nvSpPr>
          <p:spPr>
            <a:xfrm>
              <a:off x="6096000" y="2568395"/>
              <a:ext cx="1957587" cy="12003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</a:rPr>
                <a:t>namespace</a:t>
              </a:r>
              <a:r>
                <a:rPr lang="en-US" b="1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267F99"/>
                  </a:solidFill>
                  <a:latin typeface="Consolas" panose="020B0609020204030204" pitchFamily="49" charset="0"/>
                </a:rPr>
                <a:t>B </a:t>
              </a:r>
              <a:r>
                <a:rPr lang="en-US" b="1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  <a:endParaRPr lang="en-US" b="1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   </a:t>
              </a:r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x = </a:t>
              </a:r>
              <a:r>
                <a:rPr lang="en-US" b="1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b="1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y 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 x;</a:t>
              </a:r>
              <a:endParaRPr lang="en-US" b="1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1702185-5C0A-49BF-92E3-59225D030F4B}"/>
              </a:ext>
            </a:extLst>
          </p:cNvPr>
          <p:cNvSpPr txBox="1"/>
          <p:nvPr/>
        </p:nvSpPr>
        <p:spPr>
          <a:xfrm>
            <a:off x="4528189" y="5741260"/>
            <a:ext cx="313562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pt-BR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::y;</a:t>
            </a:r>
            <a:r>
              <a:rPr lang="pt-BR" b="1">
                <a:solidFill>
                  <a:srgbClr val="008000"/>
                </a:solidFill>
                <a:latin typeface="Consolas" panose="020B0609020204030204" pitchFamily="49" charset="0"/>
              </a:rPr>
              <a:t> // n == 1</a:t>
            </a:r>
            <a:endParaRPr lang="pt-BR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 m = </a:t>
            </a:r>
            <a:r>
              <a:rPr lang="pt-BR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::y;</a:t>
            </a:r>
            <a:r>
              <a:rPr lang="pt-BR" b="1">
                <a:solidFill>
                  <a:srgbClr val="008000"/>
                </a:solidFill>
                <a:latin typeface="Consolas" panose="020B0609020204030204" pitchFamily="49" charset="0"/>
              </a:rPr>
              <a:t> // m == 2</a:t>
            </a:r>
            <a:endParaRPr lang="pt-BR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4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Prostori imena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1">
                <a:sym typeface="Wingdings" panose="05000000000000000000" pitchFamily="2" charset="2"/>
              </a:rPr>
              <a:t>D</a:t>
            </a:r>
            <a:r>
              <a:rPr lang="sr-Latn-BA" noProof="1">
                <a:sym typeface="Wingdings" panose="05000000000000000000" pitchFamily="2" charset="2"/>
              </a:rPr>
              <a:t>eklaracij</a:t>
            </a:r>
            <a:r>
              <a:rPr lang="en-US" noProof="1">
                <a:sym typeface="Wingdings" panose="05000000000000000000" pitchFamily="2" charset="2"/>
              </a:rPr>
              <a:t>a </a:t>
            </a:r>
            <a:r>
              <a:rPr lang="sr-Latn-BA" noProof="1">
                <a:sym typeface="Wingdings" panose="05000000000000000000" pitchFamily="2" charset="2"/>
              </a:rPr>
              <a:t>prostora imena</a:t>
            </a:r>
            <a:r>
              <a:rPr lang="en-US" noProof="1">
                <a:sym typeface="Wingdings" panose="05000000000000000000" pitchFamily="2" charset="2"/>
              </a:rPr>
              <a:t> </a:t>
            </a:r>
            <a:r>
              <a:rPr lang="sr-Latn-BA" noProof="1">
                <a:sym typeface="Wingdings" panose="05000000000000000000" pitchFamily="2" charset="2"/>
              </a:rPr>
              <a:t>na osnovu v</a:t>
            </a:r>
            <a:r>
              <a:rPr lang="en-US" noProof="1">
                <a:sym typeface="Wingdings" panose="05000000000000000000" pitchFamily="2" charset="2"/>
              </a:rPr>
              <a:t>i</a:t>
            </a:r>
            <a:r>
              <a:rPr lang="sr-Latn-BA" noProof="1">
                <a:sym typeface="Wingdings" panose="05000000000000000000" pitchFamily="2" charset="2"/>
              </a:rPr>
              <a:t>še odvojenih blokova</a:t>
            </a:r>
          </a:p>
          <a:p>
            <a:endParaRPr lang="sr-Latn-BA" b="1" noProof="1">
              <a:sym typeface="Wingdings" panose="05000000000000000000" pitchFamily="2" charset="2"/>
            </a:endParaRPr>
          </a:p>
          <a:p>
            <a:endParaRPr lang="sr-Latn-BA" b="1" noProof="1">
              <a:sym typeface="Wingdings" panose="05000000000000000000" pitchFamily="2" charset="2"/>
            </a:endParaRPr>
          </a:p>
          <a:p>
            <a:endParaRPr lang="sr-Latn-BA" b="1" noProof="1">
              <a:sym typeface="Wingdings" panose="05000000000000000000" pitchFamily="2" charset="2"/>
            </a:endParaRPr>
          </a:p>
          <a:p>
            <a:r>
              <a:rPr lang="en-US" b="1" noProof="1">
                <a:sym typeface="Wingdings" panose="05000000000000000000" pitchFamily="2" charset="2"/>
              </a:rPr>
              <a:t>Globalni prostor imena </a:t>
            </a:r>
            <a:r>
              <a:rPr lang="en-US"/>
              <a:t>– </a:t>
            </a:r>
            <a:r>
              <a:rPr lang="sr-Latn-BA"/>
              <a:t>obuhvata simbole</a:t>
            </a:r>
            <a:r>
              <a:rPr lang="en-US"/>
              <a:t> </a:t>
            </a:r>
            <a:r>
              <a:rPr lang="sr-Latn-BA"/>
              <a:t>definisa</a:t>
            </a:r>
            <a:r>
              <a:rPr lang="en-US"/>
              <a:t>ne</a:t>
            </a:r>
            <a:r>
              <a:rPr lang="sr-Latn-BA"/>
              <a:t> izvan eksplicitnih prostora imena</a:t>
            </a:r>
            <a:r>
              <a:rPr lang="en-US"/>
              <a:t> (</a:t>
            </a:r>
            <a:r>
              <a:rPr lang="sr-Latn-BA"/>
              <a:t>simboli </a:t>
            </a:r>
            <a:r>
              <a:rPr lang="en-US"/>
              <a:t>u </a:t>
            </a:r>
            <a:r>
              <a:rPr lang="sr-Latn-BA"/>
              <a:t>globalnom opsegu</a:t>
            </a:r>
            <a:r>
              <a:rPr lang="en-US"/>
              <a:t>)</a:t>
            </a:r>
            <a:endParaRPr lang="sr-Latn-BA"/>
          </a:p>
          <a:p>
            <a:pPr lvl="1"/>
            <a:r>
              <a:rPr lang="sr-Latn-BA"/>
              <a:t>Pristup korištenjem operatora </a:t>
            </a:r>
            <a:r>
              <a:rPr lang="en-US">
                <a:latin typeface="Consolas" panose="020B0609020204030204" pitchFamily="49" charset="0"/>
              </a:rPr>
              <a:t>::</a:t>
            </a:r>
            <a:r>
              <a:rPr lang="en-US"/>
              <a:t> bez </a:t>
            </a:r>
            <a:r>
              <a:rPr lang="sr-Latn-BA"/>
              <a:t>navođenja prostora imena</a:t>
            </a:r>
          </a:p>
          <a:p>
            <a:endParaRPr lang="sr-Latn-BA" b="1"/>
          </a:p>
          <a:p>
            <a:endParaRPr lang="sr-Latn-B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702185-5C0A-49BF-92E3-59225D030F4B}"/>
              </a:ext>
            </a:extLst>
          </p:cNvPr>
          <p:cNvSpPr txBox="1"/>
          <p:nvPr/>
        </p:nvSpPr>
        <p:spPr>
          <a:xfrm>
            <a:off x="5804158" y="5447268"/>
            <a:ext cx="583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::x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2F1ECC-ADA3-4C2A-82DA-13D46CAF5B09}"/>
              </a:ext>
            </a:extLst>
          </p:cNvPr>
          <p:cNvGrpSpPr/>
          <p:nvPr/>
        </p:nvGrpSpPr>
        <p:grpSpPr>
          <a:xfrm>
            <a:off x="2089279" y="2643138"/>
            <a:ext cx="8013442" cy="923331"/>
            <a:chOff x="3048258" y="2274838"/>
            <a:chExt cx="8013442" cy="9233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A65E6E-EDEC-44F8-B484-3B945859D612}"/>
                </a:ext>
              </a:extLst>
            </p:cNvPr>
            <p:cNvSpPr txBox="1"/>
            <p:nvPr/>
          </p:nvSpPr>
          <p:spPr>
            <a:xfrm>
              <a:off x="3048258" y="2274838"/>
              <a:ext cx="2464136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namespace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sr-Latn-BA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b="1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175048-B34A-49AB-BFD0-A3CEF577B346}"/>
                </a:ext>
              </a:extLst>
            </p:cNvPr>
            <p:cNvSpPr txBox="1"/>
            <p:nvPr/>
          </p:nvSpPr>
          <p:spPr>
            <a:xfrm>
              <a:off x="7976530" y="2274839"/>
              <a:ext cx="3085170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r>
                <a:rPr lang="pt-BR" b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pt-BR" b="1">
                  <a:solidFill>
                    <a:srgbClr val="001080"/>
                  </a:solidFill>
                  <a:latin typeface="Consolas" panose="020B0609020204030204" pitchFamily="49" charset="0"/>
                </a:rPr>
                <a:t>n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pt-BR" b="1">
                  <a:solidFill>
                    <a:srgbClr val="267F99"/>
                  </a:solidFill>
                  <a:latin typeface="Consolas" panose="020B0609020204030204" pitchFamily="49" charset="0"/>
                </a:rPr>
                <a:t>A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::</a:t>
              </a:r>
              <a:r>
                <a:rPr lang="pt-BR" b="1">
                  <a:solidFill>
                    <a:srgbClr val="001080"/>
                  </a:solidFill>
                  <a:latin typeface="Consolas" panose="020B0609020204030204" pitchFamily="49" charset="0"/>
                </a:rPr>
                <a:t>x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pt-BR" b="1">
                  <a:solidFill>
                    <a:srgbClr val="008000"/>
                  </a:solidFill>
                  <a:latin typeface="Consolas" panose="020B0609020204030204" pitchFamily="49" charset="0"/>
                </a:rPr>
                <a:t> // n == 1</a:t>
              </a:r>
              <a:endParaRPr lang="pt-BR" b="1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pt-BR" b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pt-BR" b="1">
                  <a:solidFill>
                    <a:srgbClr val="001080"/>
                  </a:solidFill>
                  <a:latin typeface="Consolas" panose="020B0609020204030204" pitchFamily="49" charset="0"/>
                </a:rPr>
                <a:t>m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 = </a:t>
              </a:r>
              <a:r>
                <a:rPr lang="pt-BR" b="1">
                  <a:solidFill>
                    <a:srgbClr val="267F99"/>
                  </a:solidFill>
                  <a:latin typeface="Consolas" panose="020B0609020204030204" pitchFamily="49" charset="0"/>
                </a:rPr>
                <a:t>A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::</a:t>
              </a:r>
              <a:r>
                <a:rPr lang="pt-BR" b="1">
                  <a:solidFill>
                    <a:srgbClr val="001080"/>
                  </a:solidFill>
                  <a:latin typeface="Consolas" panose="020B0609020204030204" pitchFamily="49" charset="0"/>
                </a:rPr>
                <a:t>y</a:t>
              </a:r>
              <a:r>
                <a:rPr lang="pt-BR" b="1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  <a:r>
                <a:rPr lang="pt-BR" b="1">
                  <a:solidFill>
                    <a:srgbClr val="008000"/>
                  </a:solidFill>
                  <a:latin typeface="Consolas" panose="020B0609020204030204" pitchFamily="49" charset="0"/>
                </a:rPr>
                <a:t> // m == 2</a:t>
              </a:r>
              <a:endParaRPr lang="pt-BR" b="1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7F6DC6-8B45-449A-A732-39F9C08B26A1}"/>
                </a:ext>
              </a:extLst>
            </p:cNvPr>
            <p:cNvSpPr txBox="1"/>
            <p:nvPr/>
          </p:nvSpPr>
          <p:spPr>
            <a:xfrm>
              <a:off x="5512394" y="2274838"/>
              <a:ext cx="2464136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namespace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sr-Latn-BA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b="1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929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Prostori</a:t>
            </a:r>
            <a:r>
              <a:rPr lang="en-US"/>
              <a:t> </a:t>
            </a:r>
            <a:r>
              <a:rPr lang="sr-Latn-BA"/>
              <a:t>imena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5029200"/>
          </a:xfrm>
        </p:spPr>
        <p:txBody>
          <a:bodyPr>
            <a:normAutofit/>
          </a:bodyPr>
          <a:lstStyle/>
          <a:p>
            <a:r>
              <a:rPr lang="en-US" noProof="1">
                <a:sym typeface="Wingdings" panose="05000000000000000000" pitchFamily="2" charset="2"/>
              </a:rPr>
              <a:t>Svrha: l</a:t>
            </a:r>
            <a:r>
              <a:rPr lang="sr-Latn-BA" noProof="1">
                <a:sym typeface="Wingdings" panose="05000000000000000000" pitchFamily="2" charset="2"/>
              </a:rPr>
              <a:t>ogičko grupisanje programskih entiteta u svrhu bolje organizacije koda</a:t>
            </a:r>
            <a:r>
              <a:rPr lang="en-US" noProof="1">
                <a:sym typeface="Wingdings" panose="05000000000000000000" pitchFamily="2" charset="2"/>
              </a:rPr>
              <a:t>, kao i i</a:t>
            </a:r>
            <a:r>
              <a:rPr lang="sr-Latn-BA" noProof="1">
                <a:sym typeface="Wingdings" panose="05000000000000000000" pitchFamily="2" charset="2"/>
              </a:rPr>
              <a:t>zbjegavanje konflikata i višeznačnosti istoimenih simbola</a:t>
            </a:r>
          </a:p>
          <a:p>
            <a:r>
              <a:rPr lang="sr-Latn-BA" noProof="1">
                <a:sym typeface="Wingdings" panose="05000000000000000000" pitchFamily="2" charset="2"/>
              </a:rPr>
              <a:t>C++ standardna biblioteka: svi entiteti su u </a:t>
            </a:r>
            <a:r>
              <a:rPr lang="sr-Latn-BA" b="1" noProof="1">
                <a:latin typeface="Consolas" panose="020B0609020204030204" pitchFamily="49" charset="0"/>
                <a:sym typeface="Wingdings" panose="05000000000000000000" pitchFamily="2" charset="2"/>
              </a:rPr>
              <a:t>std</a:t>
            </a:r>
            <a:r>
              <a:rPr lang="sr-Latn-BA" noProof="1">
                <a:sym typeface="Wingdings" panose="05000000000000000000" pitchFamily="2" charset="2"/>
              </a:rPr>
              <a:t> prostoru imena ili u prostorima imena ugnježdenim u </a:t>
            </a:r>
            <a:r>
              <a:rPr lang="sr-Latn-BA" b="1" noProof="1">
                <a:latin typeface="Consolas" panose="020B0609020204030204" pitchFamily="49" charset="0"/>
                <a:sym typeface="Wingdings" panose="05000000000000000000" pitchFamily="2" charset="2"/>
              </a:rPr>
              <a:t>std</a:t>
            </a:r>
            <a:r>
              <a:rPr lang="sr-Latn-BA" noProof="1">
                <a:sym typeface="Wingdings" panose="05000000000000000000" pitchFamily="2" charset="2"/>
              </a:rPr>
              <a:t> prostor imena</a:t>
            </a:r>
          </a:p>
          <a:p>
            <a:r>
              <a:rPr lang="sr-Latn-BA" noProof="1">
                <a:sym typeface="Wingdings" panose="05000000000000000000" pitchFamily="2" charset="2"/>
              </a:rPr>
              <a:t>C standardne biblioteke imaju svoje C++ varijante</a:t>
            </a:r>
            <a:r>
              <a:rPr lang="en-US" noProof="1">
                <a:sym typeface="Wingdings" panose="05000000000000000000" pitchFamily="2" charset="2"/>
              </a:rPr>
              <a:t> </a:t>
            </a:r>
            <a:r>
              <a:rPr lang="sr-Latn-BA" noProof="1">
                <a:sym typeface="Wingdings" panose="05000000000000000000" pitchFamily="2" charset="2"/>
              </a:rPr>
              <a:t>sa </a:t>
            </a:r>
            <a:r>
              <a:rPr lang="sr-Latn-BA" b="1" noProof="1">
                <a:latin typeface="Consolas" panose="020B0609020204030204" pitchFamily="49" charset="0"/>
                <a:sym typeface="Wingdings" panose="05000000000000000000" pitchFamily="2" charset="2"/>
              </a:rPr>
              <a:t>c</a:t>
            </a:r>
            <a:r>
              <a:rPr lang="sr-Latn-BA" noProof="1">
                <a:sym typeface="Wingdings" panose="05000000000000000000" pitchFamily="2" charset="2"/>
              </a:rPr>
              <a:t> prefiksom i bez </a:t>
            </a:r>
            <a:r>
              <a:rPr lang="sr-Latn-BA" b="1" noProof="1">
                <a:latin typeface="Consolas" panose="020B0609020204030204" pitchFamily="49" charset="0"/>
                <a:sym typeface="Wingdings" panose="05000000000000000000" pitchFamily="2" charset="2"/>
              </a:rPr>
              <a:t>.h</a:t>
            </a:r>
            <a:r>
              <a:rPr lang="sr-Latn-BA" noProof="1">
                <a:sym typeface="Wingdings" panose="05000000000000000000" pitchFamily="2" charset="2"/>
              </a:rPr>
              <a:t> sufiksa, npr. </a:t>
            </a:r>
            <a:r>
              <a:rPr lang="en-US" b="1" noProof="1">
                <a:latin typeface="Consolas" panose="020B0609020204030204" pitchFamily="49" charset="0"/>
                <a:sym typeface="Wingdings" panose="05000000000000000000" pitchFamily="2" charset="2"/>
              </a:rPr>
              <a:t>&lt;cstdio&gt;</a:t>
            </a:r>
            <a:r>
              <a:rPr lang="en-US" noProof="1">
                <a:sym typeface="Wingdings" panose="05000000000000000000" pitchFamily="2" charset="2"/>
              </a:rPr>
              <a:t>, </a:t>
            </a:r>
            <a:r>
              <a:rPr lang="en-US" b="1" noProof="1">
                <a:latin typeface="Consolas" panose="020B0609020204030204" pitchFamily="49" charset="0"/>
                <a:sym typeface="Wingdings" panose="05000000000000000000" pitchFamily="2" charset="2"/>
              </a:rPr>
              <a:t>&lt;cstdlib&gt;</a:t>
            </a:r>
            <a:endParaRPr lang="en-US" noProof="1">
              <a:sym typeface="Wingdings" panose="05000000000000000000" pitchFamily="2" charset="2"/>
            </a:endParaRPr>
          </a:p>
          <a:p>
            <a:r>
              <a:rPr lang="en-US" noProof="1">
                <a:sym typeface="Wingdings" panose="05000000000000000000" pitchFamily="2" charset="2"/>
              </a:rPr>
              <a:t>U njima su funkcije unutar </a:t>
            </a:r>
            <a:r>
              <a:rPr lang="en-US" b="1" noProof="1">
                <a:latin typeface="Consolas" panose="020B0609020204030204" pitchFamily="49" charset="0"/>
                <a:sym typeface="Wingdings" panose="05000000000000000000" pitchFamily="2" charset="2"/>
              </a:rPr>
              <a:t>std</a:t>
            </a:r>
            <a:r>
              <a:rPr lang="en-US" noProof="1">
                <a:sym typeface="Wingdings" panose="05000000000000000000" pitchFamily="2" charset="2"/>
              </a:rPr>
              <a:t>, npr. </a:t>
            </a:r>
            <a:r>
              <a:rPr lang="en-US" b="1" noProof="1">
                <a:latin typeface="Consolas" panose="020B0609020204030204" pitchFamily="49" charset="0"/>
                <a:sym typeface="Wingdings" panose="05000000000000000000" pitchFamily="2" charset="2"/>
              </a:rPr>
              <a:t>std::printf</a:t>
            </a:r>
            <a:r>
              <a:rPr lang="en-US" noProof="1">
                <a:sym typeface="Wingdings" panose="05000000000000000000" pitchFamily="2" charset="2"/>
              </a:rPr>
              <a:t>, </a:t>
            </a:r>
            <a:r>
              <a:rPr lang="en-US" b="1" noProof="1">
                <a:latin typeface="Consolas" panose="020B0609020204030204" pitchFamily="49" charset="0"/>
                <a:sym typeface="Wingdings" panose="05000000000000000000" pitchFamily="2" charset="2"/>
              </a:rPr>
              <a:t>std::malloc</a:t>
            </a:r>
          </a:p>
          <a:p>
            <a:r>
              <a:rPr lang="en-US" noProof="1">
                <a:sym typeface="Wingdings" panose="05000000000000000000" pitchFamily="2" charset="2"/>
              </a:rPr>
              <a:t>Dobra praksa je da se u C++ koriste C++ varijante tih biblioteka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66728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r-Latn-BA" dirty="0"/>
              <a:t>ljučna riječ </a:t>
            </a:r>
            <a:r>
              <a:rPr lang="en-US" b="1" dirty="0">
                <a:latin typeface="Consolas" panose="020B0609020204030204" pitchFamily="49" charset="0"/>
              </a:rPr>
              <a:t>stati</a:t>
            </a:r>
            <a:r>
              <a:rPr lang="sr-Latn-BA" b="1" dirty="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8799"/>
            <a:ext cx="10515600" cy="4772026"/>
          </a:xfrm>
        </p:spPr>
        <p:txBody>
          <a:bodyPr>
            <a:noAutofit/>
          </a:bodyPr>
          <a:lstStyle/>
          <a:p>
            <a:r>
              <a:rPr lang="sr-Latn-BA" b="1" dirty="0"/>
              <a:t>Statička globalna varijabla </a:t>
            </a:r>
            <a:r>
              <a:rPr lang="sr-Latn-BA" dirty="0"/>
              <a:t>– dostupna samo unutar fajla</a:t>
            </a:r>
          </a:p>
          <a:p>
            <a:pPr algn="just"/>
            <a:r>
              <a:rPr lang="sr-Latn-BA" b="1" dirty="0"/>
              <a:t>Statička varijabla u funkciji </a:t>
            </a:r>
            <a:r>
              <a:rPr lang="sr-Latn-BA" dirty="0"/>
              <a:t>– podaci perzistiraju kroz pozive funkcije</a:t>
            </a:r>
          </a:p>
          <a:p>
            <a:pPr lvl="1" algn="just"/>
            <a:r>
              <a:rPr lang="sr-Latn-BA" dirty="0"/>
              <a:t>Inicijalizacija samo prvi put kada se naiđe na deklaraciju varijable</a:t>
            </a:r>
          </a:p>
          <a:p>
            <a:r>
              <a:rPr lang="sr-Latn-BA" dirty="0"/>
              <a:t>Članovi klasa: p</a:t>
            </a:r>
            <a:r>
              <a:rPr lang="en-US" dirty="0"/>
              <a:t>ostoje </a:t>
            </a:r>
            <a:r>
              <a:rPr lang="en-US" b="1" dirty="0"/>
              <a:t>stati</a:t>
            </a:r>
            <a:r>
              <a:rPr lang="sr-Latn-BA" b="1" dirty="0"/>
              <a:t>čki podaci članovi</a:t>
            </a:r>
            <a:r>
              <a:rPr lang="sr-Latn-BA" dirty="0"/>
              <a:t> i </a:t>
            </a:r>
            <a:r>
              <a:rPr lang="sr-Latn-BA" b="1" dirty="0"/>
              <a:t>statičke metode</a:t>
            </a:r>
            <a:endParaRPr lang="en-US" b="1" dirty="0"/>
          </a:p>
          <a:p>
            <a:r>
              <a:rPr lang="en-US" b="1" dirty="0"/>
              <a:t>Stati</a:t>
            </a:r>
            <a:r>
              <a:rPr lang="sr-Latn-BA" b="1" dirty="0"/>
              <a:t>čki podatak </a:t>
            </a:r>
            <a:r>
              <a:rPr lang="sr-Latn-BA" b="1"/>
              <a:t>član –</a:t>
            </a:r>
            <a:r>
              <a:rPr lang="sr-Latn-BA"/>
              <a:t> jedinstven </a:t>
            </a:r>
            <a:r>
              <a:rPr lang="sr-Latn-BA" dirty="0"/>
              <a:t>podatak na nivou klase</a:t>
            </a:r>
          </a:p>
          <a:p>
            <a:pPr lvl="1"/>
            <a:r>
              <a:rPr lang="sr-Latn-BA" dirty="0"/>
              <a:t>Ne pravi se posebna kopija za svaku </a:t>
            </a:r>
            <a:r>
              <a:rPr lang="sr-Latn-BA"/>
              <a:t>instancu klase, postoji </a:t>
            </a:r>
            <a:r>
              <a:rPr lang="sr-Latn-BA" dirty="0"/>
              <a:t>samo </a:t>
            </a:r>
            <a:r>
              <a:rPr lang="sr-Latn-BA"/>
              <a:t>jedna kopija</a:t>
            </a:r>
          </a:p>
          <a:p>
            <a:pPr lvl="1"/>
            <a:r>
              <a:rPr lang="sr-Latn-BA"/>
              <a:t>Primjer sa brojem instanciranih objekata neke klase</a:t>
            </a:r>
            <a:endParaRPr lang="sr-Latn-BA" dirty="0"/>
          </a:p>
          <a:p>
            <a:r>
              <a:rPr lang="sr-Latn-BA" b="1" dirty="0"/>
              <a:t>Statička metoda klase </a:t>
            </a:r>
            <a:r>
              <a:rPr lang="sr-Latn-BA" dirty="0"/>
              <a:t>–</a:t>
            </a:r>
            <a:r>
              <a:rPr lang="sr-Latn-BA" b="1" dirty="0"/>
              <a:t> </a:t>
            </a:r>
            <a:r>
              <a:rPr lang="sr-Latn-BA" dirty="0"/>
              <a:t>metoda u klasi bez pristupa </a:t>
            </a:r>
            <a:r>
              <a:rPr lang="sr-Latn-BA" b="1" dirty="0">
                <a:latin typeface="Consolas" panose="020B0609020204030204" pitchFamily="49" charset="0"/>
              </a:rPr>
              <a:t>this</a:t>
            </a:r>
            <a:r>
              <a:rPr lang="sr-Latn-BA" dirty="0"/>
              <a:t> pokazivaču</a:t>
            </a:r>
          </a:p>
          <a:p>
            <a:pPr lvl="1"/>
            <a:r>
              <a:rPr lang="sr-Latn-BA" dirty="0"/>
              <a:t>Nema implicitnog </a:t>
            </a:r>
            <a:r>
              <a:rPr lang="sr-Latn-BA" sz="1800" dirty="0"/>
              <a:t>„</a:t>
            </a:r>
            <a:r>
              <a:rPr lang="sr-Latn-BA" dirty="0"/>
              <a:t>trenutnog objekta</a:t>
            </a:r>
            <a:r>
              <a:rPr lang="sr-Latn-BA" sz="1800" dirty="0"/>
              <a:t>“</a:t>
            </a:r>
            <a:r>
              <a:rPr lang="sr-Latn-BA" dirty="0"/>
              <a:t> u kontekstu statičke metode</a:t>
            </a:r>
          </a:p>
        </p:txBody>
      </p:sp>
    </p:spTree>
    <p:extLst>
      <p:ext uri="{BB962C8B-B14F-4D97-AF65-F5344CB8AC3E}">
        <p14:creationId xmlns:p14="http://schemas.microsoft.com/office/powerpoint/2010/main" val="116573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Statičke metode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8799"/>
            <a:ext cx="10515600" cy="4772026"/>
          </a:xfrm>
        </p:spPr>
        <p:txBody>
          <a:bodyPr>
            <a:noAutofit/>
          </a:bodyPr>
          <a:lstStyle/>
          <a:p>
            <a:r>
              <a:rPr lang="sr-Latn-BA" b="1" dirty="0"/>
              <a:t>Statička metoda klase </a:t>
            </a:r>
            <a:r>
              <a:rPr lang="sr-Latn-BA" dirty="0"/>
              <a:t>–</a:t>
            </a:r>
            <a:r>
              <a:rPr lang="sr-Latn-BA" b="1" dirty="0"/>
              <a:t> </a:t>
            </a:r>
            <a:r>
              <a:rPr lang="sr-Latn-BA" dirty="0"/>
              <a:t>metoda u klasi bez pristupa </a:t>
            </a:r>
            <a:r>
              <a:rPr lang="sr-Latn-BA" b="1" dirty="0">
                <a:latin typeface="Consolas" panose="020B0609020204030204" pitchFamily="49" charset="0"/>
              </a:rPr>
              <a:t>this</a:t>
            </a:r>
            <a:r>
              <a:rPr lang="sr-Latn-BA" dirty="0"/>
              <a:t> pokazivaču</a:t>
            </a:r>
          </a:p>
          <a:p>
            <a:pPr lvl="1"/>
            <a:r>
              <a:rPr lang="sr-Latn-BA" dirty="0"/>
              <a:t>Nema implicitnog </a:t>
            </a:r>
            <a:r>
              <a:rPr lang="sr-Latn-BA" sz="1800" dirty="0"/>
              <a:t>„</a:t>
            </a:r>
            <a:r>
              <a:rPr lang="sr-Latn-BA" dirty="0"/>
              <a:t>trenutnog objekta</a:t>
            </a:r>
            <a:r>
              <a:rPr lang="sr-Latn-BA" sz="1800" dirty="0"/>
              <a:t>“</a:t>
            </a:r>
            <a:r>
              <a:rPr lang="sr-Latn-BA" dirty="0"/>
              <a:t> u kontekstu statičke metode</a:t>
            </a:r>
          </a:p>
          <a:p>
            <a:pPr lvl="1"/>
            <a:r>
              <a:rPr lang="sr-Latn-BA" dirty="0"/>
              <a:t>Mogu se koristiti za kreiranje objekata klase koji imaju korisna svojstva</a:t>
            </a:r>
          </a:p>
          <a:p>
            <a:pPr lvl="1"/>
            <a:r>
              <a:rPr lang="sr-Latn-BA" dirty="0"/>
              <a:t>Na primjer, u klasi kojom </a:t>
            </a:r>
            <a:r>
              <a:rPr lang="en-US" dirty="0"/>
              <a:t>se predstavlja 3D vektor mo</a:t>
            </a:r>
            <a:r>
              <a:rPr lang="sr-Latn-BA" dirty="0"/>
              <a:t>gu postojati statičke metode koje konstruišu i vraćaju jediničn</a:t>
            </a:r>
            <a:r>
              <a:rPr lang="en-US" dirty="0"/>
              <a:t>e vektore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D933B-2A7A-45DE-A5B1-6DE704555A87}"/>
              </a:ext>
            </a:extLst>
          </p:cNvPr>
          <p:cNvSpPr txBox="1"/>
          <p:nvPr/>
        </p:nvSpPr>
        <p:spPr>
          <a:xfrm>
            <a:off x="0" y="4289376"/>
            <a:ext cx="803429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y, z;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(x),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(y),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(z) {}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unitY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unitZ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57B83-52F6-4FCD-8394-AD364511E185}"/>
              </a:ext>
            </a:extLst>
          </p:cNvPr>
          <p:cNvSpPr txBox="1"/>
          <p:nvPr/>
        </p:nvSpPr>
        <p:spPr>
          <a:xfrm>
            <a:off x="7945511" y="4427876"/>
            <a:ext cx="4154751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800" b="1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unitY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 =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unitZ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//...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284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Standardi</a:t>
            </a:r>
            <a:r>
              <a:rPr lang="en-US"/>
              <a:t> </a:t>
            </a:r>
            <a:r>
              <a:rPr lang="sr-Latn-BA"/>
              <a:t>jezika</a:t>
            </a:r>
            <a:r>
              <a:rPr lang="en-US"/>
              <a:t> C++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764024"/>
          </a:xfrm>
        </p:spPr>
        <p:txBody>
          <a:bodyPr>
            <a:normAutofit lnSpcReduction="10000"/>
          </a:bodyPr>
          <a:lstStyle/>
          <a:p>
            <a:r>
              <a:rPr lang="en-US" b="1"/>
              <a:t>Standard </a:t>
            </a:r>
            <a:r>
              <a:rPr lang="sr-Latn-BA" b="1"/>
              <a:t>jezika</a:t>
            </a:r>
            <a:r>
              <a:rPr lang="en-US"/>
              <a:t> –</a:t>
            </a:r>
            <a:r>
              <a:rPr lang="sr-Latn-BA"/>
              <a:t> dokumentacija koja definiše jezik i propisuje zahtjeve koje implementacije jezika (npr. kompajleri) moraju ispuniti</a:t>
            </a:r>
          </a:p>
          <a:p>
            <a:r>
              <a:rPr lang="sr-Latn-BA"/>
              <a:t>Drugi naziv: </a:t>
            </a:r>
            <a:r>
              <a:rPr lang="sr-Latn-BA" b="1"/>
              <a:t>specifikacija programskog jezika</a:t>
            </a:r>
          </a:p>
          <a:p>
            <a:r>
              <a:rPr lang="sr-Latn-BA"/>
              <a:t>Standardna biblioteka je takođe definisana standardom jezika</a:t>
            </a:r>
          </a:p>
          <a:p>
            <a:r>
              <a:rPr lang="sr-Latn-BA"/>
              <a:t>C++20: najnoviji prihvaćeni standard jezika (1853 strana, 200 eura)</a:t>
            </a:r>
            <a:endParaRPr lang="en-US"/>
          </a:p>
          <a:p>
            <a:r>
              <a:rPr lang="en-US"/>
              <a:t>Uskoro C++23, C++26</a:t>
            </a:r>
            <a:endParaRPr lang="sr-Latn-BA"/>
          </a:p>
          <a:p>
            <a:r>
              <a:rPr lang="sr-Latn-BA"/>
              <a:t>Novi standardi uvode nove mogućnosti u jezik</a:t>
            </a:r>
          </a:p>
          <a:p>
            <a:r>
              <a:rPr lang="sr-Latn-BA"/>
              <a:t>Da bi se mogućnosti nekog standarda mogle iskoristiti, treba se koristiti verzija kompajlera koja je kompatibilna sa tim standardom</a:t>
            </a:r>
            <a:endParaRPr lang="en-US"/>
          </a:p>
          <a:p>
            <a:r>
              <a:rPr lang="en-US"/>
              <a:t>Po</a:t>
            </a:r>
            <a:r>
              <a:rPr lang="sr-Latn-BA"/>
              <a:t>d</a:t>
            </a:r>
            <a:r>
              <a:rPr lang="en-US"/>
              <a:t>r</a:t>
            </a:r>
            <a:r>
              <a:rPr lang="sr-Latn-BA"/>
              <a:t>ška kompajlera za neki standard može biti kompletna ili parcijalna</a:t>
            </a:r>
          </a:p>
        </p:txBody>
      </p:sp>
    </p:spTree>
    <p:extLst>
      <p:ext uri="{BB962C8B-B14F-4D97-AF65-F5344CB8AC3E}">
        <p14:creationId xmlns:p14="http://schemas.microsoft.com/office/powerpoint/2010/main" val="136913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Standardi</a:t>
            </a:r>
            <a:r>
              <a:rPr lang="en-US"/>
              <a:t> </a:t>
            </a:r>
            <a:r>
              <a:rPr lang="sr-Latn-BA"/>
              <a:t>jezika</a:t>
            </a:r>
            <a:r>
              <a:rPr lang="en-US"/>
              <a:t> C++</a:t>
            </a:r>
            <a:r>
              <a:rPr lang="sr-Latn-BA"/>
              <a:t> </a:t>
            </a:r>
            <a:r>
              <a:rPr lang="en-US"/>
              <a:t>–</a:t>
            </a:r>
            <a:r>
              <a:rPr lang="sr-Latn-BA"/>
              <a:t> primjeri proširenja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C++11: </a:t>
            </a:r>
            <a:r>
              <a:rPr lang="sr-Latn-BA" b="1"/>
              <a:t>automatsk</a:t>
            </a:r>
            <a:r>
              <a:rPr lang="en-US" b="1"/>
              <a:t>o </a:t>
            </a:r>
            <a:r>
              <a:rPr lang="sr-Latn-BA" b="1"/>
              <a:t>određivanje tipa</a:t>
            </a:r>
          </a:p>
          <a:p>
            <a:endParaRPr lang="sr-Latn-BA" b="1"/>
          </a:p>
          <a:p>
            <a:endParaRPr lang="sr-Latn-BA" b="1"/>
          </a:p>
          <a:p>
            <a:pPr marL="0" indent="0">
              <a:buNone/>
            </a:pPr>
            <a:endParaRPr lang="sr-Latn-BA" b="1"/>
          </a:p>
          <a:p>
            <a:pPr>
              <a:lnSpc>
                <a:spcPct val="150000"/>
              </a:lnSpc>
            </a:pPr>
            <a:r>
              <a:rPr lang="en-US"/>
              <a:t>C++11: </a:t>
            </a:r>
            <a:r>
              <a:rPr lang="sr-Latn-BA" b="1"/>
              <a:t>jezički-ugrađena </a:t>
            </a:r>
            <a:r>
              <a:rPr lang="sr-Latn-BA" b="1" i="1"/>
              <a:t>for-each</a:t>
            </a:r>
            <a:r>
              <a:rPr lang="sr-Latn-BA" b="1"/>
              <a:t> petlja</a:t>
            </a:r>
          </a:p>
          <a:p>
            <a:endParaRPr lang="sr-Latn-BA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1CA5E-99B2-4D43-A18E-AA134D575D1C}"/>
              </a:ext>
            </a:extLst>
          </p:cNvPr>
          <p:cNvSpPr txBox="1"/>
          <p:nvPr/>
        </p:nvSpPr>
        <p:spPr>
          <a:xfrm>
            <a:off x="3044456" y="4696262"/>
            <a:ext cx="61030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[] = { 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b="1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pt-BR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 ispis: 12345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CDB89-82A1-4408-A718-C51A67C04E58}"/>
              </a:ext>
            </a:extLst>
          </p:cNvPr>
          <p:cNvSpPr txBox="1"/>
          <p:nvPr/>
        </p:nvSpPr>
        <p:spPr>
          <a:xfrm>
            <a:off x="3044456" y="2335830"/>
            <a:ext cx="610308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{ </a:t>
            </a:r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x; </a:t>
            </a:r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y; };</a:t>
            </a:r>
          </a:p>
          <a:p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// a je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b="1" dirty="0">
                <a:solidFill>
                  <a:srgbClr val="098658"/>
                </a:solidFill>
                <a:latin typeface="Consolas" panose="020B0609020204030204" pitchFamily="49" charset="0"/>
              </a:rPr>
              <a:t>5.0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// b je double</a:t>
            </a:r>
            <a:endParaRPr lang="fr-F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b="1" dirty="0">
                <a:solidFill>
                  <a:srgbClr val="A31515"/>
                </a:solidFill>
                <a:latin typeface="Consolas" panose="020B0609020204030204" pitchFamily="49" charset="0"/>
              </a:rPr>
              <a:t>"5"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// c je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 char*</a:t>
            </a:r>
            <a:endParaRPr lang="fr-F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= &amp;</a:t>
            </a:r>
            <a:r>
              <a:rPr lang="fr-FR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// d je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endParaRPr lang="fr-F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b="1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b="1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fr-FR" b="1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fr-FR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fr-FR" b="1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fr-FR" b="1" dirty="0">
                <a:solidFill>
                  <a:srgbClr val="008000"/>
                </a:solidFill>
                <a:latin typeface="Consolas" panose="020B0609020204030204" pitchFamily="49" charset="0"/>
              </a:rPr>
              <a:t> // e je Point</a:t>
            </a:r>
            <a:endParaRPr lang="fr-FR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95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Standardi</a:t>
            </a:r>
            <a:r>
              <a:rPr lang="en-US"/>
              <a:t> </a:t>
            </a:r>
            <a:r>
              <a:rPr lang="sr-Latn-BA"/>
              <a:t>jezika</a:t>
            </a:r>
            <a:r>
              <a:rPr lang="en-US"/>
              <a:t> C++</a:t>
            </a:r>
            <a:r>
              <a:rPr lang="sr-Latn-BA"/>
              <a:t> </a:t>
            </a:r>
            <a:r>
              <a:rPr lang="en-US"/>
              <a:t>–</a:t>
            </a:r>
            <a:r>
              <a:rPr lang="sr-Latn-BA"/>
              <a:t> primjeri proširenja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C++11: </a:t>
            </a:r>
            <a:r>
              <a:rPr lang="sr-Latn-BA" b="1"/>
              <a:t>prazan pokazivač </a:t>
            </a:r>
            <a:r>
              <a:rPr lang="sr-Latn-BA" b="1">
                <a:latin typeface="Consolas" panose="020B0609020204030204" pitchFamily="49" charset="0"/>
              </a:rPr>
              <a:t>nullptr</a:t>
            </a:r>
            <a:endParaRPr lang="sr-Latn-BA">
              <a:latin typeface="Consolas" panose="020B0609020204030204" pitchFamily="49" charset="0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sr-Latn-BA"/>
              <a:t>C++14</a:t>
            </a:r>
            <a:r>
              <a:rPr lang="sr-Latn-BA" b="1"/>
              <a:t>: binarni literali</a:t>
            </a:r>
            <a:endParaRPr lang="sr-Latn-BA"/>
          </a:p>
          <a:p>
            <a:r>
              <a:rPr lang="sr-Latn-BA"/>
              <a:t>C++14</a:t>
            </a:r>
            <a:r>
              <a:rPr lang="sr-Latn-BA" b="1"/>
              <a:t>: separatori cifara</a:t>
            </a:r>
          </a:p>
          <a:p>
            <a:endParaRPr lang="sr-Latn-BA" b="1"/>
          </a:p>
          <a:p>
            <a:endParaRPr lang="sr-Latn-BA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44B29-3E16-4E96-AAB3-B14EA64E17DE}"/>
              </a:ext>
            </a:extLst>
          </p:cNvPr>
          <p:cNvSpPr txBox="1"/>
          <p:nvPr/>
        </p:nvSpPr>
        <p:spPr>
          <a:xfrm>
            <a:off x="4815616" y="4563668"/>
            <a:ext cx="25607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0b11110101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D379A-27F2-4B11-8333-9003FDE7724B}"/>
              </a:ext>
            </a:extLst>
          </p:cNvPr>
          <p:cNvSpPr txBox="1"/>
          <p:nvPr/>
        </p:nvSpPr>
        <p:spPr>
          <a:xfrm>
            <a:off x="4815616" y="5094904"/>
            <a:ext cx="591170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0x1'500'325'620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h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0xFFFF'FFC0'0000'0000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0b0010'1010'1100'0101'0000'1111'0101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18A7D-E898-5B39-67BC-219ACE0B65C7}"/>
              </a:ext>
            </a:extLst>
          </p:cNvPr>
          <p:cNvSpPr txBox="1"/>
          <p:nvPr/>
        </p:nvSpPr>
        <p:spPr>
          <a:xfrm>
            <a:off x="3044456" y="2370439"/>
            <a:ext cx="610308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&lt;cstdio&gt;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 {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); }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 }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NULL je definisan kao broj 0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 ispis: 21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95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4018</Words>
  <Application>Microsoft Office PowerPoint</Application>
  <PresentationFormat>Widescreen</PresentationFormat>
  <Paragraphs>696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Wingdings</vt:lpstr>
      <vt:lpstr>Office Theme</vt:lpstr>
      <vt:lpstr>Programski jezici 1</vt:lpstr>
      <vt:lpstr>Podrazumijevani konstruktor (rekapitulacija)</vt:lpstr>
      <vt:lpstr>Parametrizovani konstruktor</vt:lpstr>
      <vt:lpstr>Konstruktorska inicijalizatorska lista članova</vt:lpstr>
      <vt:lpstr>Konstruktori</vt:lpstr>
      <vt:lpstr>Destruktor</vt:lpstr>
      <vt:lpstr>Destruktor</vt:lpstr>
      <vt:lpstr>Klase i objekti – primjer sa brojačem instanci</vt:lpstr>
      <vt:lpstr>Programski jezici 1</vt:lpstr>
      <vt:lpstr>Dinamička alokacija memorije</vt:lpstr>
      <vt:lpstr>Dinamička alokacija memorije</vt:lpstr>
      <vt:lpstr>Dinamička alokacija memorije – nizovi</vt:lpstr>
      <vt:lpstr>Preklapanje funkcija</vt:lpstr>
      <vt:lpstr>Preklapanje metoda i konstruktora</vt:lpstr>
      <vt:lpstr>Podrazumijevane vrijednosti parametara</vt:lpstr>
      <vt:lpstr>Tipovi podataka</vt:lpstr>
      <vt:lpstr>Tipovi podataka</vt:lpstr>
      <vt:lpstr>Kategorije vrijednosti</vt:lpstr>
      <vt:lpstr>Reference na L-vrijednosti</vt:lpstr>
      <vt:lpstr>Reference na L-vrijednosti</vt:lpstr>
      <vt:lpstr>Reference na L-vrijednosti</vt:lpstr>
      <vt:lpstr>Prostori imena</vt:lpstr>
      <vt:lpstr>Prostori imena</vt:lpstr>
      <vt:lpstr>Prostori imena</vt:lpstr>
      <vt:lpstr>Ključna riječ static</vt:lpstr>
      <vt:lpstr>Statičke metode</vt:lpstr>
      <vt:lpstr>Standardi jezika C++</vt:lpstr>
      <vt:lpstr>Standardi jezika C++ – primjeri proširenja </vt:lpstr>
      <vt:lpstr>Standardi jezika C++ – primjeri proširenja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8</cp:revision>
  <dcterms:created xsi:type="dcterms:W3CDTF">2021-09-29T13:55:43Z</dcterms:created>
  <dcterms:modified xsi:type="dcterms:W3CDTF">2024-10-24T14:02:31Z</dcterms:modified>
</cp:coreProperties>
</file>