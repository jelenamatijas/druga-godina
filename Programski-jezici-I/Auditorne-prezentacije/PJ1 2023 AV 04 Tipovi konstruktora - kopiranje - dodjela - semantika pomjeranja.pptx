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80" r:id="rId2"/>
    <p:sldId id="382" r:id="rId3"/>
    <p:sldId id="384" r:id="rId4"/>
    <p:sldId id="383" r:id="rId5"/>
    <p:sldId id="381" r:id="rId6"/>
    <p:sldId id="362" r:id="rId7"/>
    <p:sldId id="369" r:id="rId8"/>
    <p:sldId id="370" r:id="rId9"/>
    <p:sldId id="371" r:id="rId10"/>
    <p:sldId id="356" r:id="rId11"/>
    <p:sldId id="372" r:id="rId12"/>
    <p:sldId id="373" r:id="rId13"/>
    <p:sldId id="375" r:id="rId14"/>
    <p:sldId id="336" r:id="rId15"/>
    <p:sldId id="357" r:id="rId16"/>
    <p:sldId id="358" r:id="rId17"/>
    <p:sldId id="3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Konstruktori" id="{165B5C02-4834-41E6-8D72-0D6D695D7301}">
          <p14:sldIdLst>
            <p14:sldId id="380"/>
            <p14:sldId id="382"/>
            <p14:sldId id="384"/>
            <p14:sldId id="383"/>
            <p14:sldId id="381"/>
            <p14:sldId id="362"/>
            <p14:sldId id="369"/>
            <p14:sldId id="370"/>
            <p14:sldId id="371"/>
            <p14:sldId id="356"/>
            <p14:sldId id="372"/>
            <p14:sldId id="373"/>
            <p14:sldId id="375"/>
            <p14:sldId id="336"/>
            <p14:sldId id="357"/>
            <p14:sldId id="358"/>
            <p14:sldId id="36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F99"/>
    <a:srgbClr val="008000"/>
    <a:srgbClr val="001080"/>
    <a:srgbClr val="0000FF"/>
    <a:srgbClr val="795E26"/>
    <a:srgbClr val="6C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3F5DA3-D3E0-4D8B-8480-5038EE073670}" v="20" dt="2023-11-06T08:32:36.890"/>
    <p1510:client id="{5C7C73AB-383C-4902-A9ED-FB23205C8DAB}" v="221" dt="2023-11-06T13:49:27.2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935" autoAdjust="0"/>
  </p:normalViewPr>
  <p:slideViewPr>
    <p:cSldViewPr snapToGrid="0">
      <p:cViewPr varScale="1">
        <p:scale>
          <a:sx n="87" d="100"/>
          <a:sy n="87" d="100"/>
        </p:scale>
        <p:origin x="145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Novaković" userId="48d5634ac72bd80c" providerId="LiveId" clId="{143F5DA3-D3E0-4D8B-8480-5038EE073670}"/>
    <pc:docChg chg="undo custSel modSld">
      <pc:chgData name="Stefan Novaković" userId="48d5634ac72bd80c" providerId="LiveId" clId="{143F5DA3-D3E0-4D8B-8480-5038EE073670}" dt="2023-11-06T08:32:36.890" v="23"/>
      <pc:docMkLst>
        <pc:docMk/>
      </pc:docMkLst>
      <pc:sldChg chg="modAnim">
        <pc:chgData name="Stefan Novaković" userId="48d5634ac72bd80c" providerId="LiveId" clId="{143F5DA3-D3E0-4D8B-8480-5038EE073670}" dt="2023-11-06T08:32:36.890" v="23"/>
        <pc:sldMkLst>
          <pc:docMk/>
          <pc:sldMk cId="1580263196" sldId="336"/>
        </pc:sldMkLst>
      </pc:sldChg>
      <pc:sldChg chg="modSp">
        <pc:chgData name="Stefan Novaković" userId="48d5634ac72bd80c" providerId="LiveId" clId="{143F5DA3-D3E0-4D8B-8480-5038EE073670}" dt="2023-11-06T08:30:19.350" v="22" actId="20577"/>
        <pc:sldMkLst>
          <pc:docMk/>
          <pc:sldMk cId="3164812762" sldId="382"/>
        </pc:sldMkLst>
        <pc:spChg chg="mod">
          <ac:chgData name="Stefan Novaković" userId="48d5634ac72bd80c" providerId="LiveId" clId="{143F5DA3-D3E0-4D8B-8480-5038EE073670}" dt="2023-11-06T08:30:19.350" v="22" actId="20577"/>
          <ac:spMkLst>
            <pc:docMk/>
            <pc:sldMk cId="3164812762" sldId="382"/>
            <ac:spMk id="3" creationId="{5AF9C4A2-67FF-7E0C-C73E-919435CA6A0C}"/>
          </ac:spMkLst>
        </pc:spChg>
      </pc:sldChg>
      <pc:sldChg chg="modSp mod">
        <pc:chgData name="Stefan Novaković" userId="48d5634ac72bd80c" providerId="LiveId" clId="{143F5DA3-D3E0-4D8B-8480-5038EE073670}" dt="2023-11-01T15:39:37.376" v="21" actId="113"/>
        <pc:sldMkLst>
          <pc:docMk/>
          <pc:sldMk cId="3358384991" sldId="383"/>
        </pc:sldMkLst>
        <pc:spChg chg="mod">
          <ac:chgData name="Stefan Novaković" userId="48d5634ac72bd80c" providerId="LiveId" clId="{143F5DA3-D3E0-4D8B-8480-5038EE073670}" dt="2023-11-01T15:39:27.394" v="7" actId="1076"/>
          <ac:spMkLst>
            <pc:docMk/>
            <pc:sldMk cId="3358384991" sldId="383"/>
            <ac:spMk id="3" creationId="{5AF9C4A2-67FF-7E0C-C73E-919435CA6A0C}"/>
          </ac:spMkLst>
        </pc:spChg>
        <pc:spChg chg="mod">
          <ac:chgData name="Stefan Novaković" userId="48d5634ac72bd80c" providerId="LiveId" clId="{143F5DA3-D3E0-4D8B-8480-5038EE073670}" dt="2023-11-01T15:39:37.376" v="21" actId="113"/>
          <ac:spMkLst>
            <pc:docMk/>
            <pc:sldMk cId="3358384991" sldId="383"/>
            <ac:spMk id="5" creationId="{97B2A441-7BB3-2C60-79FF-2A4C644917FA}"/>
          </ac:spMkLst>
        </pc:spChg>
      </pc:sldChg>
      <pc:sldChg chg="modSp">
        <pc:chgData name="Stefan Novaković" userId="48d5634ac72bd80c" providerId="LiveId" clId="{143F5DA3-D3E0-4D8B-8480-5038EE073670}" dt="2023-11-01T15:39:19.202" v="5" actId="20577"/>
        <pc:sldMkLst>
          <pc:docMk/>
          <pc:sldMk cId="1843566355" sldId="384"/>
        </pc:sldMkLst>
        <pc:spChg chg="mod">
          <ac:chgData name="Stefan Novaković" userId="48d5634ac72bd80c" providerId="LiveId" clId="{143F5DA3-D3E0-4D8B-8480-5038EE073670}" dt="2023-11-01T15:39:19.202" v="5" actId="20577"/>
          <ac:spMkLst>
            <pc:docMk/>
            <pc:sldMk cId="1843566355" sldId="384"/>
            <ac:spMk id="5" creationId="{97B2A441-7BB3-2C60-79FF-2A4C644917FA}"/>
          </ac:spMkLst>
        </pc:spChg>
      </pc:sldChg>
    </pc:docChg>
  </pc:docChgLst>
  <pc:docChgLst>
    <pc:chgData name="Stefan Novaković" userId="48d5634ac72bd80c" providerId="LiveId" clId="{8C4A5425-E382-437B-8153-08316C6AEEA9}"/>
    <pc:docChg chg="undo custSel addSld delSld modSld sldOrd delSection modSection">
      <pc:chgData name="Stefan Novaković" userId="48d5634ac72bd80c" providerId="LiveId" clId="{8C4A5425-E382-437B-8153-08316C6AEEA9}" dt="2022-10-31T19:48:47.522" v="1644" actId="20577"/>
      <pc:docMkLst>
        <pc:docMk/>
      </pc:docMkLst>
      <pc:sldChg chg="add del ord">
        <pc:chgData name="Stefan Novaković" userId="48d5634ac72bd80c" providerId="LiveId" clId="{8C4A5425-E382-437B-8153-08316C6AEEA9}" dt="2022-10-27T15:55:22.306" v="170"/>
        <pc:sldMkLst>
          <pc:docMk/>
          <pc:sldMk cId="4215596471" sldId="285"/>
        </pc:sldMkLst>
      </pc:sldChg>
      <pc:sldChg chg="modSp ord modAnim">
        <pc:chgData name="Stefan Novaković" userId="48d5634ac72bd80c" providerId="LiveId" clId="{8C4A5425-E382-437B-8153-08316C6AEEA9}" dt="2022-10-27T15:56:21.768" v="178"/>
        <pc:sldMkLst>
          <pc:docMk/>
          <pc:sldMk cId="2551141026" sldId="324"/>
        </pc:sldMkLst>
        <pc:spChg chg="mod">
          <ac:chgData name="Stefan Novaković" userId="48d5634ac72bd80c" providerId="LiveId" clId="{8C4A5425-E382-437B-8153-08316C6AEEA9}" dt="2022-10-27T15:13:27.605" v="119" actId="20577"/>
          <ac:spMkLst>
            <pc:docMk/>
            <pc:sldMk cId="2551141026" sldId="324"/>
            <ac:spMk id="3" creationId="{D451D417-08BB-45D1-833A-8FF3714BB64F}"/>
          </ac:spMkLst>
        </pc:spChg>
      </pc:sldChg>
      <pc:sldChg chg="del">
        <pc:chgData name="Stefan Novaković" userId="48d5634ac72bd80c" providerId="LiveId" clId="{8C4A5425-E382-437B-8153-08316C6AEEA9}" dt="2022-10-27T15:12:34.898" v="0" actId="47"/>
        <pc:sldMkLst>
          <pc:docMk/>
          <pc:sldMk cId="3883978126" sldId="327"/>
        </pc:sldMkLst>
      </pc:sldChg>
      <pc:sldChg chg="modSp add ord">
        <pc:chgData name="Stefan Novaković" userId="48d5634ac72bd80c" providerId="LiveId" clId="{8C4A5425-E382-437B-8153-08316C6AEEA9}" dt="2022-10-31T19:48:47.522" v="1644" actId="20577"/>
        <pc:sldMkLst>
          <pc:docMk/>
          <pc:sldMk cId="1910483375" sldId="334"/>
        </pc:sldMkLst>
        <pc:spChg chg="mod">
          <ac:chgData name="Stefan Novaković" userId="48d5634ac72bd80c" providerId="LiveId" clId="{8C4A5425-E382-437B-8153-08316C6AEEA9}" dt="2022-10-31T19:48:47.522" v="1644" actId="20577"/>
          <ac:spMkLst>
            <pc:docMk/>
            <pc:sldMk cId="1910483375" sldId="334"/>
            <ac:spMk id="3" creationId="{8035EEB5-5D68-4E7E-B791-D67A4F98FCC3}"/>
          </ac:spMkLst>
        </pc:spChg>
      </pc:sldChg>
      <pc:sldChg chg="add del ord">
        <pc:chgData name="Stefan Novaković" userId="48d5634ac72bd80c" providerId="LiveId" clId="{8C4A5425-E382-437B-8153-08316C6AEEA9}" dt="2022-10-27T15:55:22.306" v="170"/>
        <pc:sldMkLst>
          <pc:docMk/>
          <pc:sldMk cId="1668169255" sldId="345"/>
        </pc:sldMkLst>
      </pc:sldChg>
      <pc:sldChg chg="add del ord">
        <pc:chgData name="Stefan Novaković" userId="48d5634ac72bd80c" providerId="LiveId" clId="{8C4A5425-E382-437B-8153-08316C6AEEA9}" dt="2022-10-27T15:55:22.306" v="170"/>
        <pc:sldMkLst>
          <pc:docMk/>
          <pc:sldMk cId="2770172430" sldId="350"/>
        </pc:sldMkLst>
      </pc:sldChg>
      <pc:sldChg chg="modSp add del ord">
        <pc:chgData name="Stefan Novaković" userId="48d5634ac72bd80c" providerId="LiveId" clId="{8C4A5425-E382-437B-8153-08316C6AEEA9}" dt="2022-10-31T19:42:29.351" v="1596" actId="20577"/>
        <pc:sldMkLst>
          <pc:docMk/>
          <pc:sldMk cId="4037451239" sldId="352"/>
        </pc:sldMkLst>
        <pc:spChg chg="mod">
          <ac:chgData name="Stefan Novaković" userId="48d5634ac72bd80c" providerId="LiveId" clId="{8C4A5425-E382-437B-8153-08316C6AEEA9}" dt="2022-10-31T19:42:29.351" v="1596" actId="20577"/>
          <ac:spMkLst>
            <pc:docMk/>
            <pc:sldMk cId="4037451239" sldId="352"/>
            <ac:spMk id="6" creationId="{D1FC476A-26FE-44CD-92A2-4C85D09B9D72}"/>
          </ac:spMkLst>
        </pc:spChg>
        <pc:spChg chg="mod">
          <ac:chgData name="Stefan Novaković" userId="48d5634ac72bd80c" providerId="LiveId" clId="{8C4A5425-E382-437B-8153-08316C6AEEA9}" dt="2022-10-31T10:35:19.383" v="387" actId="20577"/>
          <ac:spMkLst>
            <pc:docMk/>
            <pc:sldMk cId="4037451239" sldId="352"/>
            <ac:spMk id="10" creationId="{13393BD1-73E1-44AD-AC14-42CEAAE17EC9}"/>
          </ac:spMkLst>
        </pc:spChg>
      </pc:sldChg>
      <pc:sldChg chg="modSp mod modAnim">
        <pc:chgData name="Stefan Novaković" userId="48d5634ac72bd80c" providerId="LiveId" clId="{8C4A5425-E382-437B-8153-08316C6AEEA9}" dt="2022-10-27T15:53:47.442" v="166" actId="27636"/>
        <pc:sldMkLst>
          <pc:docMk/>
          <pc:sldMk cId="3728755227" sldId="355"/>
        </pc:sldMkLst>
        <pc:spChg chg="mod">
          <ac:chgData name="Stefan Novaković" userId="48d5634ac72bd80c" providerId="LiveId" clId="{8C4A5425-E382-437B-8153-08316C6AEEA9}" dt="2022-10-27T15:53:47.442" v="166" actId="27636"/>
          <ac:spMkLst>
            <pc:docMk/>
            <pc:sldMk cId="3728755227" sldId="355"/>
            <ac:spMk id="3" creationId="{D451D417-08BB-45D1-833A-8FF3714BB64F}"/>
          </ac:spMkLst>
        </pc:spChg>
      </pc:sldChg>
      <pc:sldChg chg="del ord">
        <pc:chgData name="Stefan Novaković" userId="48d5634ac72bd80c" providerId="LiveId" clId="{8C4A5425-E382-437B-8153-08316C6AEEA9}" dt="2022-10-31T19:48:21.846" v="1614" actId="2696"/>
        <pc:sldMkLst>
          <pc:docMk/>
          <pc:sldMk cId="3050182063" sldId="359"/>
        </pc:sldMkLst>
      </pc:sldChg>
      <pc:sldChg chg="modSp mod ord">
        <pc:chgData name="Stefan Novaković" userId="48d5634ac72bd80c" providerId="LiveId" clId="{8C4A5425-E382-437B-8153-08316C6AEEA9}" dt="2022-10-27T15:56:21.768" v="178"/>
        <pc:sldMkLst>
          <pc:docMk/>
          <pc:sldMk cId="2825594350" sldId="364"/>
        </pc:sldMkLst>
        <pc:spChg chg="mod">
          <ac:chgData name="Stefan Novaković" userId="48d5634ac72bd80c" providerId="LiveId" clId="{8C4A5425-E382-437B-8153-08316C6AEEA9}" dt="2022-10-27T15:14:01.767" v="164" actId="20577"/>
          <ac:spMkLst>
            <pc:docMk/>
            <pc:sldMk cId="2825594350" sldId="364"/>
            <ac:spMk id="2" creationId="{B9776CDA-5B55-4BC5-B51E-D6F6BB2817BE}"/>
          </ac:spMkLst>
        </pc:spChg>
      </pc:sldChg>
      <pc:sldChg chg="del">
        <pc:chgData name="Stefan Novaković" userId="48d5634ac72bd80c" providerId="LiveId" clId="{8C4A5425-E382-437B-8153-08316C6AEEA9}" dt="2022-10-27T15:12:34.898" v="0" actId="47"/>
        <pc:sldMkLst>
          <pc:docMk/>
          <pc:sldMk cId="2715077365" sldId="365"/>
        </pc:sldMkLst>
      </pc:sldChg>
      <pc:sldChg chg="modSp mod">
        <pc:chgData name="Stefan Novaković" userId="48d5634ac72bd80c" providerId="LiveId" clId="{8C4A5425-E382-437B-8153-08316C6AEEA9}" dt="2022-10-31T10:45:41.655" v="484" actId="20577"/>
        <pc:sldMkLst>
          <pc:docMk/>
          <pc:sldMk cId="685143188" sldId="374"/>
        </pc:sldMkLst>
        <pc:spChg chg="mod">
          <ac:chgData name="Stefan Novaković" userId="48d5634ac72bd80c" providerId="LiveId" clId="{8C4A5425-E382-437B-8153-08316C6AEEA9}" dt="2022-10-31T10:44:02.745" v="388" actId="20577"/>
          <ac:spMkLst>
            <pc:docMk/>
            <pc:sldMk cId="685143188" sldId="374"/>
            <ac:spMk id="2" creationId="{DD91FDE7-A19F-4C96-B708-F04D135E9DD6}"/>
          </ac:spMkLst>
        </pc:spChg>
        <pc:spChg chg="mod">
          <ac:chgData name="Stefan Novaković" userId="48d5634ac72bd80c" providerId="LiveId" clId="{8C4A5425-E382-437B-8153-08316C6AEEA9}" dt="2022-10-31T10:45:41.655" v="484" actId="20577"/>
          <ac:spMkLst>
            <pc:docMk/>
            <pc:sldMk cId="685143188" sldId="374"/>
            <ac:spMk id="3" creationId="{09454CF6-E225-4DC8-ADAD-9E5F0B214210}"/>
          </ac:spMkLst>
        </pc:spChg>
      </pc:sldChg>
      <pc:sldChg chg="modSp mod">
        <pc:chgData name="Stefan Novaković" userId="48d5634ac72bd80c" providerId="LiveId" clId="{8C4A5425-E382-437B-8153-08316C6AEEA9}" dt="2022-10-31T10:44:04.552" v="389" actId="20577"/>
        <pc:sldMkLst>
          <pc:docMk/>
          <pc:sldMk cId="976777662" sldId="377"/>
        </pc:sldMkLst>
        <pc:spChg chg="mod">
          <ac:chgData name="Stefan Novaković" userId="48d5634ac72bd80c" providerId="LiveId" clId="{8C4A5425-E382-437B-8153-08316C6AEEA9}" dt="2022-10-31T10:44:04.552" v="389" actId="20577"/>
          <ac:spMkLst>
            <pc:docMk/>
            <pc:sldMk cId="976777662" sldId="377"/>
            <ac:spMk id="2" creationId="{DD91FDE7-A19F-4C96-B708-F04D135E9DD6}"/>
          </ac:spMkLst>
        </pc:spChg>
      </pc:sldChg>
      <pc:sldChg chg="modSp add ord modAnim">
        <pc:chgData name="Stefan Novaković" userId="48d5634ac72bd80c" providerId="LiveId" clId="{8C4A5425-E382-437B-8153-08316C6AEEA9}" dt="2022-10-31T19:46:10.678" v="1613" actId="113"/>
        <pc:sldMkLst>
          <pc:docMk/>
          <pc:sldMk cId="3034679670" sldId="379"/>
        </pc:sldMkLst>
        <pc:spChg chg="mod">
          <ac:chgData name="Stefan Novaković" userId="48d5634ac72bd80c" providerId="LiveId" clId="{8C4A5425-E382-437B-8153-08316C6AEEA9}" dt="2022-10-31T19:46:10.678" v="1613" actId="113"/>
          <ac:spMkLst>
            <pc:docMk/>
            <pc:sldMk cId="3034679670" sldId="379"/>
            <ac:spMk id="3" creationId="{8035EEB5-5D68-4E7E-B791-D67A4F98FCC3}"/>
          </ac:spMkLst>
        </pc:spChg>
      </pc:sldChg>
      <pc:sldChg chg="modSp add mod ord modAnim">
        <pc:chgData name="Stefan Novaković" userId="48d5634ac72bd80c" providerId="LiveId" clId="{8C4A5425-E382-437B-8153-08316C6AEEA9}" dt="2022-10-31T19:45:58.493" v="1611" actId="113"/>
        <pc:sldMkLst>
          <pc:docMk/>
          <pc:sldMk cId="2224707265" sldId="380"/>
        </pc:sldMkLst>
        <pc:spChg chg="mod">
          <ac:chgData name="Stefan Novaković" userId="48d5634ac72bd80c" providerId="LiveId" clId="{8C4A5425-E382-437B-8153-08316C6AEEA9}" dt="2022-10-31T19:45:58.493" v="1611" actId="113"/>
          <ac:spMkLst>
            <pc:docMk/>
            <pc:sldMk cId="2224707265" sldId="380"/>
            <ac:spMk id="3" creationId="{8035EEB5-5D68-4E7E-B791-D67A4F98FCC3}"/>
          </ac:spMkLst>
        </pc:spChg>
      </pc:sldChg>
      <pc:sldChg chg="modSp add mod ord">
        <pc:chgData name="Stefan Novaković" userId="48d5634ac72bd80c" providerId="LiveId" clId="{8C4A5425-E382-437B-8153-08316C6AEEA9}" dt="2022-10-31T10:51:28.248" v="1589" actId="20577"/>
        <pc:sldMkLst>
          <pc:docMk/>
          <pc:sldMk cId="2762751761" sldId="381"/>
        </pc:sldMkLst>
        <pc:spChg chg="mod">
          <ac:chgData name="Stefan Novaković" userId="48d5634ac72bd80c" providerId="LiveId" clId="{8C4A5425-E382-437B-8153-08316C6AEEA9}" dt="2022-10-31T10:44:08.679" v="395" actId="20577"/>
          <ac:spMkLst>
            <pc:docMk/>
            <pc:sldMk cId="2762751761" sldId="381"/>
            <ac:spMk id="2" creationId="{DD91FDE7-A19F-4C96-B708-F04D135E9DD6}"/>
          </ac:spMkLst>
        </pc:spChg>
        <pc:spChg chg="mod">
          <ac:chgData name="Stefan Novaković" userId="48d5634ac72bd80c" providerId="LiveId" clId="{8C4A5425-E382-437B-8153-08316C6AEEA9}" dt="2022-10-31T10:51:28.248" v="1589" actId="20577"/>
          <ac:spMkLst>
            <pc:docMk/>
            <pc:sldMk cId="2762751761" sldId="381"/>
            <ac:spMk id="3" creationId="{09454CF6-E225-4DC8-ADAD-9E5F0B214210}"/>
          </ac:spMkLst>
        </pc:spChg>
      </pc:sldChg>
      <pc:sldChg chg="modSp add ord">
        <pc:chgData name="Stefan Novaković" userId="48d5634ac72bd80c" providerId="LiveId" clId="{8C4A5425-E382-437B-8153-08316C6AEEA9}" dt="2022-10-31T19:45:40.380" v="1608" actId="20577"/>
        <pc:sldMkLst>
          <pc:docMk/>
          <pc:sldMk cId="4104576786" sldId="382"/>
        </pc:sldMkLst>
        <pc:spChg chg="mod">
          <ac:chgData name="Stefan Novaković" userId="48d5634ac72bd80c" providerId="LiveId" clId="{8C4A5425-E382-437B-8153-08316C6AEEA9}" dt="2022-10-31T19:45:40.380" v="1608" actId="20577"/>
          <ac:spMkLst>
            <pc:docMk/>
            <pc:sldMk cId="4104576786" sldId="382"/>
            <ac:spMk id="3" creationId="{8035EEB5-5D68-4E7E-B791-D67A4F98FCC3}"/>
          </ac:spMkLst>
        </pc:spChg>
      </pc:sldChg>
    </pc:docChg>
  </pc:docChgLst>
  <pc:docChgLst>
    <pc:chgData name="Stefan Novaković" userId="48d5634ac72bd80c" providerId="LiveId" clId="{5C7C73AB-383C-4902-A9ED-FB23205C8DAB}"/>
    <pc:docChg chg="undo redo custSel addSld delSld modSld sldOrd delSection modSection">
      <pc:chgData name="Stefan Novaković" userId="48d5634ac72bd80c" providerId="LiveId" clId="{5C7C73AB-383C-4902-A9ED-FB23205C8DAB}" dt="2023-11-06T13:49:27.270" v="2284" actId="6549"/>
      <pc:docMkLst>
        <pc:docMk/>
      </pc:docMkLst>
      <pc:sldChg chg="add del">
        <pc:chgData name="Stefan Novaković" userId="48d5634ac72bd80c" providerId="LiveId" clId="{5C7C73AB-383C-4902-A9ED-FB23205C8DAB}" dt="2023-10-21T19:26:25.703" v="10" actId="2696"/>
        <pc:sldMkLst>
          <pc:docMk/>
          <pc:sldMk cId="4215596471" sldId="285"/>
        </pc:sldMkLst>
      </pc:sldChg>
      <pc:sldChg chg="add del">
        <pc:chgData name="Stefan Novaković" userId="48d5634ac72bd80c" providerId="LiveId" clId="{5C7C73AB-383C-4902-A9ED-FB23205C8DAB}" dt="2023-10-21T19:26:15.961" v="9" actId="2696"/>
        <pc:sldMkLst>
          <pc:docMk/>
          <pc:sldMk cId="2551141026" sldId="324"/>
        </pc:sldMkLst>
      </pc:sldChg>
      <pc:sldChg chg="add del">
        <pc:chgData name="Stefan Novaković" userId="48d5634ac72bd80c" providerId="LiveId" clId="{5C7C73AB-383C-4902-A9ED-FB23205C8DAB}" dt="2023-10-21T19:26:15.961" v="9" actId="2696"/>
        <pc:sldMkLst>
          <pc:docMk/>
          <pc:sldMk cId="1910483375" sldId="334"/>
        </pc:sldMkLst>
      </pc:sldChg>
      <pc:sldChg chg="modSp add mod ord modAnim">
        <pc:chgData name="Stefan Novaković" userId="48d5634ac72bd80c" providerId="LiveId" clId="{5C7C73AB-383C-4902-A9ED-FB23205C8DAB}" dt="2023-10-30T23:21:44.792" v="1833"/>
        <pc:sldMkLst>
          <pc:docMk/>
          <pc:sldMk cId="1580263196" sldId="336"/>
        </pc:sldMkLst>
        <pc:spChg chg="mod">
          <ac:chgData name="Stefan Novaković" userId="48d5634ac72bd80c" providerId="LiveId" clId="{5C7C73AB-383C-4902-A9ED-FB23205C8DAB}" dt="2023-10-30T22:42:05.521" v="225" actId="20577"/>
          <ac:spMkLst>
            <pc:docMk/>
            <pc:sldMk cId="1580263196" sldId="336"/>
            <ac:spMk id="2" creationId="{7901C455-7E75-4DB5-A6E7-648DD0BD8C41}"/>
          </ac:spMkLst>
        </pc:spChg>
        <pc:spChg chg="mod">
          <ac:chgData name="Stefan Novaković" userId="48d5634ac72bd80c" providerId="LiveId" clId="{5C7C73AB-383C-4902-A9ED-FB23205C8DAB}" dt="2023-10-30T23:21:18.728" v="1831" actId="27636"/>
          <ac:spMkLst>
            <pc:docMk/>
            <pc:sldMk cId="1580263196" sldId="336"/>
            <ac:spMk id="3" creationId="{39FE00A2-4946-4671-9555-2E91BC0BE1D0}"/>
          </ac:spMkLst>
        </pc:spChg>
        <pc:spChg chg="mod">
          <ac:chgData name="Stefan Novaković" userId="48d5634ac72bd80c" providerId="LiveId" clId="{5C7C73AB-383C-4902-A9ED-FB23205C8DAB}" dt="2023-10-30T23:05:28.102" v="860" actId="20577"/>
          <ac:spMkLst>
            <pc:docMk/>
            <pc:sldMk cId="1580263196" sldId="336"/>
            <ac:spMk id="4" creationId="{B740AD07-3C8D-49CC-B148-899408FE61AD}"/>
          </ac:spMkLst>
        </pc:spChg>
        <pc:spChg chg="mod">
          <ac:chgData name="Stefan Novaković" userId="48d5634ac72bd80c" providerId="LiveId" clId="{5C7C73AB-383C-4902-A9ED-FB23205C8DAB}" dt="2023-10-30T23:05:30.367" v="864" actId="20577"/>
          <ac:spMkLst>
            <pc:docMk/>
            <pc:sldMk cId="1580263196" sldId="336"/>
            <ac:spMk id="5" creationId="{E260AA96-F7C7-4D5F-91BE-D619547D85AB}"/>
          </ac:spMkLst>
        </pc:spChg>
      </pc:sldChg>
      <pc:sldChg chg="add del">
        <pc:chgData name="Stefan Novaković" userId="48d5634ac72bd80c" providerId="LiveId" clId="{5C7C73AB-383C-4902-A9ED-FB23205C8DAB}" dt="2023-10-21T19:26:25.703" v="10" actId="2696"/>
        <pc:sldMkLst>
          <pc:docMk/>
          <pc:sldMk cId="1668169255" sldId="345"/>
        </pc:sldMkLst>
      </pc:sldChg>
      <pc:sldChg chg="add del">
        <pc:chgData name="Stefan Novaković" userId="48d5634ac72bd80c" providerId="LiveId" clId="{5C7C73AB-383C-4902-A9ED-FB23205C8DAB}" dt="2023-10-21T19:26:25.703" v="10" actId="2696"/>
        <pc:sldMkLst>
          <pc:docMk/>
          <pc:sldMk cId="2770172430" sldId="350"/>
        </pc:sldMkLst>
      </pc:sldChg>
      <pc:sldChg chg="add del">
        <pc:chgData name="Stefan Novaković" userId="48d5634ac72bd80c" providerId="LiveId" clId="{5C7C73AB-383C-4902-A9ED-FB23205C8DAB}" dt="2023-10-21T19:26:25.703" v="10" actId="2696"/>
        <pc:sldMkLst>
          <pc:docMk/>
          <pc:sldMk cId="4037451239" sldId="352"/>
        </pc:sldMkLst>
      </pc:sldChg>
      <pc:sldChg chg="del">
        <pc:chgData name="Stefan Novaković" userId="48d5634ac72bd80c" providerId="LiveId" clId="{5C7C73AB-383C-4902-A9ED-FB23205C8DAB}" dt="2023-10-26T11:10:02.075" v="13" actId="47"/>
        <pc:sldMkLst>
          <pc:docMk/>
          <pc:sldMk cId="4064907739" sldId="354"/>
        </pc:sldMkLst>
      </pc:sldChg>
      <pc:sldChg chg="del">
        <pc:chgData name="Stefan Novaković" userId="48d5634ac72bd80c" providerId="LiveId" clId="{5C7C73AB-383C-4902-A9ED-FB23205C8DAB}" dt="2023-10-26T11:10:02.075" v="13" actId="47"/>
        <pc:sldMkLst>
          <pc:docMk/>
          <pc:sldMk cId="3728755227" sldId="355"/>
        </pc:sldMkLst>
      </pc:sldChg>
      <pc:sldChg chg="modSp">
        <pc:chgData name="Stefan Novaković" userId="48d5634ac72bd80c" providerId="LiveId" clId="{5C7C73AB-383C-4902-A9ED-FB23205C8DAB}" dt="2023-11-06T13:47:59.823" v="2272" actId="404"/>
        <pc:sldMkLst>
          <pc:docMk/>
          <pc:sldMk cId="1207849949" sldId="356"/>
        </pc:sldMkLst>
        <pc:spChg chg="mod">
          <ac:chgData name="Stefan Novaković" userId="48d5634ac72bd80c" providerId="LiveId" clId="{5C7C73AB-383C-4902-A9ED-FB23205C8DAB}" dt="2023-11-06T13:47:59.823" v="2272" actId="404"/>
          <ac:spMkLst>
            <pc:docMk/>
            <pc:sldMk cId="1207849949" sldId="356"/>
            <ac:spMk id="3" creationId="{265B5D20-F00E-48BA-9489-557C69201CBC}"/>
          </ac:spMkLst>
        </pc:spChg>
      </pc:sldChg>
      <pc:sldChg chg="modNotesTx">
        <pc:chgData name="Stefan Novaković" userId="48d5634ac72bd80c" providerId="LiveId" clId="{5C7C73AB-383C-4902-A9ED-FB23205C8DAB}" dt="2023-10-30T23:18:23.320" v="1770" actId="20577"/>
        <pc:sldMkLst>
          <pc:docMk/>
          <pc:sldMk cId="3318127677" sldId="357"/>
        </pc:sldMkLst>
      </pc:sldChg>
      <pc:sldChg chg="modSp mod modAnim">
        <pc:chgData name="Stefan Novaković" userId="48d5634ac72bd80c" providerId="LiveId" clId="{5C7C73AB-383C-4902-A9ED-FB23205C8DAB}" dt="2023-10-30T23:23:44.672" v="1970" actId="20577"/>
        <pc:sldMkLst>
          <pc:docMk/>
          <pc:sldMk cId="2533802393" sldId="362"/>
        </pc:sldMkLst>
        <pc:spChg chg="mod">
          <ac:chgData name="Stefan Novaković" userId="48d5634ac72bd80c" providerId="LiveId" clId="{5C7C73AB-383C-4902-A9ED-FB23205C8DAB}" dt="2023-10-30T23:23:44.672" v="1970" actId="20577"/>
          <ac:spMkLst>
            <pc:docMk/>
            <pc:sldMk cId="2533802393" sldId="362"/>
            <ac:spMk id="3" creationId="{265B5D20-F00E-48BA-9489-557C69201CBC}"/>
          </ac:spMkLst>
        </pc:spChg>
      </pc:sldChg>
      <pc:sldChg chg="add del">
        <pc:chgData name="Stefan Novaković" userId="48d5634ac72bd80c" providerId="LiveId" clId="{5C7C73AB-383C-4902-A9ED-FB23205C8DAB}" dt="2023-10-21T19:26:15.961" v="9" actId="2696"/>
        <pc:sldMkLst>
          <pc:docMk/>
          <pc:sldMk cId="2825594350" sldId="364"/>
        </pc:sldMkLst>
      </pc:sldChg>
      <pc:sldChg chg="del">
        <pc:chgData name="Stefan Novaković" userId="48d5634ac72bd80c" providerId="LiveId" clId="{5C7C73AB-383C-4902-A9ED-FB23205C8DAB}" dt="2023-10-26T11:10:02.075" v="13" actId="47"/>
        <pc:sldMkLst>
          <pc:docMk/>
          <pc:sldMk cId="2733798617" sldId="366"/>
        </pc:sldMkLst>
      </pc:sldChg>
      <pc:sldChg chg="del">
        <pc:chgData name="Stefan Novaković" userId="48d5634ac72bd80c" providerId="LiveId" clId="{5C7C73AB-383C-4902-A9ED-FB23205C8DAB}" dt="2023-10-26T11:10:02.075" v="13" actId="47"/>
        <pc:sldMkLst>
          <pc:docMk/>
          <pc:sldMk cId="3426088470" sldId="367"/>
        </pc:sldMkLst>
      </pc:sldChg>
      <pc:sldChg chg="del">
        <pc:chgData name="Stefan Novaković" userId="48d5634ac72bd80c" providerId="LiveId" clId="{5C7C73AB-383C-4902-A9ED-FB23205C8DAB}" dt="2023-10-26T11:10:02.075" v="13" actId="47"/>
        <pc:sldMkLst>
          <pc:docMk/>
          <pc:sldMk cId="2098596" sldId="368"/>
        </pc:sldMkLst>
      </pc:sldChg>
      <pc:sldChg chg="modSp modAnim modNotesTx">
        <pc:chgData name="Stefan Novaković" userId="48d5634ac72bd80c" providerId="LiveId" clId="{5C7C73AB-383C-4902-A9ED-FB23205C8DAB}" dt="2023-11-06T13:44:45.724" v="2163"/>
        <pc:sldMkLst>
          <pc:docMk/>
          <pc:sldMk cId="2032713832" sldId="370"/>
        </pc:sldMkLst>
        <pc:spChg chg="mod">
          <ac:chgData name="Stefan Novaković" userId="48d5634ac72bd80c" providerId="LiveId" clId="{5C7C73AB-383C-4902-A9ED-FB23205C8DAB}" dt="2023-11-06T13:44:45.724" v="2163"/>
          <ac:spMkLst>
            <pc:docMk/>
            <pc:sldMk cId="2032713832" sldId="370"/>
            <ac:spMk id="4" creationId="{1E735838-EABA-4F8E-A030-FDA2A9CBD906}"/>
          </ac:spMkLst>
        </pc:spChg>
      </pc:sldChg>
      <pc:sldChg chg="modSp mod">
        <pc:chgData name="Stefan Novaković" userId="48d5634ac72bd80c" providerId="LiveId" clId="{5C7C73AB-383C-4902-A9ED-FB23205C8DAB}" dt="2023-11-06T13:44:40.707" v="2162" actId="20577"/>
        <pc:sldMkLst>
          <pc:docMk/>
          <pc:sldMk cId="4037112640" sldId="371"/>
        </pc:sldMkLst>
        <pc:spChg chg="mod">
          <ac:chgData name="Stefan Novaković" userId="48d5634ac72bd80c" providerId="LiveId" clId="{5C7C73AB-383C-4902-A9ED-FB23205C8DAB}" dt="2023-11-06T13:44:40.707" v="2162" actId="20577"/>
          <ac:spMkLst>
            <pc:docMk/>
            <pc:sldMk cId="4037112640" sldId="371"/>
            <ac:spMk id="4" creationId="{1E735838-EABA-4F8E-A030-FDA2A9CBD906}"/>
          </ac:spMkLst>
        </pc:spChg>
      </pc:sldChg>
      <pc:sldChg chg="modSp mod modAnim modNotesTx">
        <pc:chgData name="Stefan Novaković" userId="48d5634ac72bd80c" providerId="LiveId" clId="{5C7C73AB-383C-4902-A9ED-FB23205C8DAB}" dt="2023-11-06T13:49:22.967" v="2283" actId="20577"/>
        <pc:sldMkLst>
          <pc:docMk/>
          <pc:sldMk cId="3841179163" sldId="372"/>
        </pc:sldMkLst>
        <pc:spChg chg="mod">
          <ac:chgData name="Stefan Novaković" userId="48d5634ac72bd80c" providerId="LiveId" clId="{5C7C73AB-383C-4902-A9ED-FB23205C8DAB}" dt="2023-11-06T13:49:22.967" v="2283" actId="20577"/>
          <ac:spMkLst>
            <pc:docMk/>
            <pc:sldMk cId="3841179163" sldId="372"/>
            <ac:spMk id="7" creationId="{B148E5F3-9E7B-45C6-86C2-C4A571D3C3C6}"/>
          </ac:spMkLst>
        </pc:spChg>
      </pc:sldChg>
      <pc:sldChg chg="modSp mod modAnim modNotesTx">
        <pc:chgData name="Stefan Novaković" userId="48d5634ac72bd80c" providerId="LiveId" clId="{5C7C73AB-383C-4902-A9ED-FB23205C8DAB}" dt="2023-11-06T13:49:27.270" v="2284" actId="6549"/>
        <pc:sldMkLst>
          <pc:docMk/>
          <pc:sldMk cId="488280995" sldId="373"/>
        </pc:sldMkLst>
        <pc:spChg chg="mod">
          <ac:chgData name="Stefan Novaković" userId="48d5634ac72bd80c" providerId="LiveId" clId="{5C7C73AB-383C-4902-A9ED-FB23205C8DAB}" dt="2023-11-06T13:49:27.270" v="2284" actId="6549"/>
          <ac:spMkLst>
            <pc:docMk/>
            <pc:sldMk cId="488280995" sldId="373"/>
            <ac:spMk id="7" creationId="{B148E5F3-9E7B-45C6-86C2-C4A571D3C3C6}"/>
          </ac:spMkLst>
        </pc:spChg>
      </pc:sldChg>
      <pc:sldChg chg="modSp add del mod">
        <pc:chgData name="Stefan Novaković" userId="48d5634ac72bd80c" providerId="LiveId" clId="{5C7C73AB-383C-4902-A9ED-FB23205C8DAB}" dt="2023-10-27T23:20:58.695" v="18" actId="47"/>
        <pc:sldMkLst>
          <pc:docMk/>
          <pc:sldMk cId="685143188" sldId="374"/>
        </pc:sldMkLst>
        <pc:spChg chg="mod">
          <ac:chgData name="Stefan Novaković" userId="48d5634ac72bd80c" providerId="LiveId" clId="{5C7C73AB-383C-4902-A9ED-FB23205C8DAB}" dt="2023-10-13T13:02:14.128" v="1" actId="123"/>
          <ac:spMkLst>
            <pc:docMk/>
            <pc:sldMk cId="685143188" sldId="374"/>
            <ac:spMk id="3" creationId="{09454CF6-E225-4DC8-ADAD-9E5F0B214210}"/>
          </ac:spMkLst>
        </pc:spChg>
      </pc:sldChg>
      <pc:sldChg chg="ord">
        <pc:chgData name="Stefan Novaković" userId="48d5634ac72bd80c" providerId="LiveId" clId="{5C7C73AB-383C-4902-A9ED-FB23205C8DAB}" dt="2023-10-30T23:20:15.108" v="1776"/>
        <pc:sldMkLst>
          <pc:docMk/>
          <pc:sldMk cId="3971571053" sldId="375"/>
        </pc:sldMkLst>
      </pc:sldChg>
      <pc:sldChg chg="modSp add del mod">
        <pc:chgData name="Stefan Novaković" userId="48d5634ac72bd80c" providerId="LiveId" clId="{5C7C73AB-383C-4902-A9ED-FB23205C8DAB}" dt="2023-10-27T23:20:58.695" v="18" actId="47"/>
        <pc:sldMkLst>
          <pc:docMk/>
          <pc:sldMk cId="976777662" sldId="377"/>
        </pc:sldMkLst>
        <pc:spChg chg="mod">
          <ac:chgData name="Stefan Novaković" userId="48d5634ac72bd80c" providerId="LiveId" clId="{5C7C73AB-383C-4902-A9ED-FB23205C8DAB}" dt="2023-10-13T13:02:17.315" v="2" actId="123"/>
          <ac:spMkLst>
            <pc:docMk/>
            <pc:sldMk cId="976777662" sldId="377"/>
            <ac:spMk id="3" creationId="{09454CF6-E225-4DC8-ADAD-9E5F0B214210}"/>
          </ac:spMkLst>
        </pc:spChg>
      </pc:sldChg>
      <pc:sldChg chg="del">
        <pc:chgData name="Stefan Novaković" userId="48d5634ac72bd80c" providerId="LiveId" clId="{5C7C73AB-383C-4902-A9ED-FB23205C8DAB}" dt="2023-10-26T11:10:02.075" v="13" actId="47"/>
        <pc:sldMkLst>
          <pc:docMk/>
          <pc:sldMk cId="424781133" sldId="378"/>
        </pc:sldMkLst>
      </pc:sldChg>
      <pc:sldChg chg="del">
        <pc:chgData name="Stefan Novaković" userId="48d5634ac72bd80c" providerId="LiveId" clId="{5C7C73AB-383C-4902-A9ED-FB23205C8DAB}" dt="2023-10-26T11:10:02.075" v="13" actId="47"/>
        <pc:sldMkLst>
          <pc:docMk/>
          <pc:sldMk cId="3034679670" sldId="379"/>
        </pc:sldMkLst>
      </pc:sldChg>
      <pc:sldChg chg="modSp mod">
        <pc:chgData name="Stefan Novaković" userId="48d5634ac72bd80c" providerId="LiveId" clId="{5C7C73AB-383C-4902-A9ED-FB23205C8DAB}" dt="2023-10-30T23:03:39.880" v="831" actId="20577"/>
        <pc:sldMkLst>
          <pc:docMk/>
          <pc:sldMk cId="2224707265" sldId="380"/>
        </pc:sldMkLst>
        <pc:spChg chg="mod">
          <ac:chgData name="Stefan Novaković" userId="48d5634ac72bd80c" providerId="LiveId" clId="{5C7C73AB-383C-4902-A9ED-FB23205C8DAB}" dt="2023-10-30T23:03:39.880" v="831" actId="20577"/>
          <ac:spMkLst>
            <pc:docMk/>
            <pc:sldMk cId="2224707265" sldId="380"/>
            <ac:spMk id="3" creationId="{8035EEB5-5D68-4E7E-B791-D67A4F98FCC3}"/>
          </ac:spMkLst>
        </pc:spChg>
      </pc:sldChg>
      <pc:sldChg chg="addSp delSp modSp new mod modAnim">
        <pc:chgData name="Stefan Novaković" userId="48d5634ac72bd80c" providerId="LiveId" clId="{5C7C73AB-383C-4902-A9ED-FB23205C8DAB}" dt="2023-10-30T23:04:13.979" v="856" actId="404"/>
        <pc:sldMkLst>
          <pc:docMk/>
          <pc:sldMk cId="1040867822" sldId="381"/>
        </pc:sldMkLst>
        <pc:spChg chg="mod">
          <ac:chgData name="Stefan Novaković" userId="48d5634ac72bd80c" providerId="LiveId" clId="{5C7C73AB-383C-4902-A9ED-FB23205C8DAB}" dt="2023-10-30T22:59:42.723" v="524" actId="20577"/>
          <ac:spMkLst>
            <pc:docMk/>
            <pc:sldMk cId="1040867822" sldId="381"/>
            <ac:spMk id="2" creationId="{A6281176-AF80-E896-385F-F07219622B6B}"/>
          </ac:spMkLst>
        </pc:spChg>
        <pc:spChg chg="del">
          <ac:chgData name="Stefan Novaković" userId="48d5634ac72bd80c" providerId="LiveId" clId="{5C7C73AB-383C-4902-A9ED-FB23205C8DAB}" dt="2023-10-30T22:55:31.763" v="325" actId="478"/>
          <ac:spMkLst>
            <pc:docMk/>
            <pc:sldMk cId="1040867822" sldId="381"/>
            <ac:spMk id="3" creationId="{EB2BECE0-1DE0-0DCE-4267-83262228320A}"/>
          </ac:spMkLst>
        </pc:spChg>
        <pc:spChg chg="add del mod">
          <ac:chgData name="Stefan Novaković" userId="48d5634ac72bd80c" providerId="LiveId" clId="{5C7C73AB-383C-4902-A9ED-FB23205C8DAB}" dt="2023-10-30T22:55:30.824" v="324"/>
          <ac:spMkLst>
            <pc:docMk/>
            <pc:sldMk cId="1040867822" sldId="381"/>
            <ac:spMk id="4" creationId="{48D6C3FD-7622-037F-1B11-0B8ADD8595C9}"/>
          </ac:spMkLst>
        </pc:spChg>
        <pc:spChg chg="add del mod">
          <ac:chgData name="Stefan Novaković" userId="48d5634ac72bd80c" providerId="LiveId" clId="{5C7C73AB-383C-4902-A9ED-FB23205C8DAB}" dt="2023-10-30T22:56:20.053" v="336" actId="478"/>
          <ac:spMkLst>
            <pc:docMk/>
            <pc:sldMk cId="1040867822" sldId="381"/>
            <ac:spMk id="5" creationId="{3A834675-68D3-98E5-5AB8-35C1C37752D9}"/>
          </ac:spMkLst>
        </pc:spChg>
        <pc:spChg chg="add mod">
          <ac:chgData name="Stefan Novaković" userId="48d5634ac72bd80c" providerId="LiveId" clId="{5C7C73AB-383C-4902-A9ED-FB23205C8DAB}" dt="2023-10-30T23:04:13.979" v="856" actId="404"/>
          <ac:spMkLst>
            <pc:docMk/>
            <pc:sldMk cId="1040867822" sldId="381"/>
            <ac:spMk id="6" creationId="{CB664633-020A-5F80-05C3-5D6FC0C1551A}"/>
          </ac:spMkLst>
        </pc:spChg>
        <pc:spChg chg="add mod">
          <ac:chgData name="Stefan Novaković" userId="48d5634ac72bd80c" providerId="LiveId" clId="{5C7C73AB-383C-4902-A9ED-FB23205C8DAB}" dt="2023-10-30T23:04:03.522" v="846" actId="20577"/>
          <ac:spMkLst>
            <pc:docMk/>
            <pc:sldMk cId="1040867822" sldId="381"/>
            <ac:spMk id="7" creationId="{7CF2CA6C-B004-35CD-9FC2-5E7FC1F492F4}"/>
          </ac:spMkLst>
        </pc:spChg>
      </pc:sldChg>
      <pc:sldChg chg="modSp add del mod">
        <pc:chgData name="Stefan Novaković" userId="48d5634ac72bd80c" providerId="LiveId" clId="{5C7C73AB-383C-4902-A9ED-FB23205C8DAB}" dt="2023-10-27T23:20:58.695" v="18" actId="47"/>
        <pc:sldMkLst>
          <pc:docMk/>
          <pc:sldMk cId="2762751761" sldId="381"/>
        </pc:sldMkLst>
        <pc:spChg chg="mod">
          <ac:chgData name="Stefan Novaković" userId="48d5634ac72bd80c" providerId="LiveId" clId="{5C7C73AB-383C-4902-A9ED-FB23205C8DAB}" dt="2023-10-13T13:02:08.639" v="0" actId="123"/>
          <ac:spMkLst>
            <pc:docMk/>
            <pc:sldMk cId="2762751761" sldId="381"/>
            <ac:spMk id="3" creationId="{09454CF6-E225-4DC8-ADAD-9E5F0B214210}"/>
          </ac:spMkLst>
        </pc:spChg>
      </pc:sldChg>
      <pc:sldChg chg="addSp delSp modSp add mod ord modAnim modNotesTx">
        <pc:chgData name="Stefan Novaković" userId="48d5634ac72bd80c" providerId="LiveId" clId="{5C7C73AB-383C-4902-A9ED-FB23205C8DAB}" dt="2023-10-30T23:24:11.329" v="1971" actId="113"/>
        <pc:sldMkLst>
          <pc:docMk/>
          <pc:sldMk cId="3164812762" sldId="382"/>
        </pc:sldMkLst>
        <pc:spChg chg="mod">
          <ac:chgData name="Stefan Novaković" userId="48d5634ac72bd80c" providerId="LiveId" clId="{5C7C73AB-383C-4902-A9ED-FB23205C8DAB}" dt="2023-10-30T23:00:28.657" v="536" actId="20577"/>
          <ac:spMkLst>
            <pc:docMk/>
            <pc:sldMk cId="3164812762" sldId="382"/>
            <ac:spMk id="2" creationId="{A6281176-AF80-E896-385F-F07219622B6B}"/>
          </ac:spMkLst>
        </pc:spChg>
        <pc:spChg chg="add mod">
          <ac:chgData name="Stefan Novaković" userId="48d5634ac72bd80c" providerId="LiveId" clId="{5C7C73AB-383C-4902-A9ED-FB23205C8DAB}" dt="2023-10-30T23:24:11.329" v="1971" actId="113"/>
          <ac:spMkLst>
            <pc:docMk/>
            <pc:sldMk cId="3164812762" sldId="382"/>
            <ac:spMk id="3" creationId="{5AF9C4A2-67FF-7E0C-C73E-919435CA6A0C}"/>
          </ac:spMkLst>
        </pc:spChg>
        <pc:spChg chg="add mod">
          <ac:chgData name="Stefan Novaković" userId="48d5634ac72bd80c" providerId="LiveId" clId="{5C7C73AB-383C-4902-A9ED-FB23205C8DAB}" dt="2023-10-30T23:09:57.839" v="1297" actId="1076"/>
          <ac:spMkLst>
            <pc:docMk/>
            <pc:sldMk cId="3164812762" sldId="382"/>
            <ac:spMk id="4" creationId="{8D03141F-168A-1C97-D11E-EC904CF28F8B}"/>
          </ac:spMkLst>
        </pc:spChg>
        <pc:spChg chg="mod">
          <ac:chgData name="Stefan Novaković" userId="48d5634ac72bd80c" providerId="LiveId" clId="{5C7C73AB-383C-4902-A9ED-FB23205C8DAB}" dt="2023-10-30T23:03:51.191" v="832" actId="113"/>
          <ac:spMkLst>
            <pc:docMk/>
            <pc:sldMk cId="3164812762" sldId="382"/>
            <ac:spMk id="6" creationId="{CB664633-020A-5F80-05C3-5D6FC0C1551A}"/>
          </ac:spMkLst>
        </pc:spChg>
        <pc:spChg chg="mod">
          <ac:chgData name="Stefan Novaković" userId="48d5634ac72bd80c" providerId="LiveId" clId="{5C7C73AB-383C-4902-A9ED-FB23205C8DAB}" dt="2023-10-30T23:03:51.845" v="833" actId="113"/>
          <ac:spMkLst>
            <pc:docMk/>
            <pc:sldMk cId="3164812762" sldId="382"/>
            <ac:spMk id="7" creationId="{7CF2CA6C-B004-35CD-9FC2-5E7FC1F492F4}"/>
          </ac:spMkLst>
        </pc:spChg>
        <pc:spChg chg="add del mod">
          <ac:chgData name="Stefan Novaković" userId="48d5634ac72bd80c" providerId="LiveId" clId="{5C7C73AB-383C-4902-A9ED-FB23205C8DAB}" dt="2023-10-30T23:14:04.949" v="1418" actId="22"/>
          <ac:spMkLst>
            <pc:docMk/>
            <pc:sldMk cId="3164812762" sldId="382"/>
            <ac:spMk id="8" creationId="{503C52A7-1F64-B0EB-655F-BC6FDC5D0C08}"/>
          </ac:spMkLst>
        </pc:spChg>
      </pc:sldChg>
      <pc:sldChg chg="add del">
        <pc:chgData name="Stefan Novaković" userId="48d5634ac72bd80c" providerId="LiveId" clId="{5C7C73AB-383C-4902-A9ED-FB23205C8DAB}" dt="2023-10-21T19:26:25.703" v="10" actId="2696"/>
        <pc:sldMkLst>
          <pc:docMk/>
          <pc:sldMk cId="4104576786" sldId="382"/>
        </pc:sldMkLst>
      </pc:sldChg>
      <pc:sldChg chg="addSp delSp modSp new del mod delAnim modAnim">
        <pc:chgData name="Stefan Novaković" userId="48d5634ac72bd80c" providerId="LiveId" clId="{5C7C73AB-383C-4902-A9ED-FB23205C8DAB}" dt="2023-10-30T23:08:45.589" v="1054" actId="47"/>
        <pc:sldMkLst>
          <pc:docMk/>
          <pc:sldMk cId="2235532281" sldId="383"/>
        </pc:sldMkLst>
        <pc:spChg chg="mod">
          <ac:chgData name="Stefan Novaković" userId="48d5634ac72bd80c" providerId="LiveId" clId="{5C7C73AB-383C-4902-A9ED-FB23205C8DAB}" dt="2023-10-30T23:07:42.666" v="1035" actId="20577"/>
          <ac:spMkLst>
            <pc:docMk/>
            <pc:sldMk cId="2235532281" sldId="383"/>
            <ac:spMk id="2" creationId="{68FDBC7B-EBE7-1162-6EB2-D0F3D44A2848}"/>
          </ac:spMkLst>
        </pc:spChg>
        <pc:spChg chg="del">
          <ac:chgData name="Stefan Novaković" userId="48d5634ac72bd80c" providerId="LiveId" clId="{5C7C73AB-383C-4902-A9ED-FB23205C8DAB}" dt="2023-10-30T23:07:44.774" v="1036" actId="478"/>
          <ac:spMkLst>
            <pc:docMk/>
            <pc:sldMk cId="2235532281" sldId="383"/>
            <ac:spMk id="3" creationId="{771B0600-73E9-149D-4244-4E989A91AA85}"/>
          </ac:spMkLst>
        </pc:spChg>
        <pc:spChg chg="add del mod">
          <ac:chgData name="Stefan Novaković" userId="48d5634ac72bd80c" providerId="LiveId" clId="{5C7C73AB-383C-4902-A9ED-FB23205C8DAB}" dt="2023-10-30T23:08:00.085" v="1041" actId="478"/>
          <ac:spMkLst>
            <pc:docMk/>
            <pc:sldMk cId="2235532281" sldId="383"/>
            <ac:spMk id="5" creationId="{1BDF9FB1-9D15-B181-E1ED-E66187C9AF94}"/>
          </ac:spMkLst>
        </pc:spChg>
        <pc:spChg chg="add del mod">
          <ac:chgData name="Stefan Novaković" userId="48d5634ac72bd80c" providerId="LiveId" clId="{5C7C73AB-383C-4902-A9ED-FB23205C8DAB}" dt="2023-10-30T23:08:44.294" v="1053" actId="478"/>
          <ac:spMkLst>
            <pc:docMk/>
            <pc:sldMk cId="2235532281" sldId="383"/>
            <ac:spMk id="6" creationId="{20475746-FF43-F1B2-455B-798C0F938D10}"/>
          </ac:spMkLst>
        </pc:spChg>
      </pc:sldChg>
      <pc:sldChg chg="addSp delSp modSp add mod ord delAnim modAnim modNotesTx">
        <pc:chgData name="Stefan Novaković" userId="48d5634ac72bd80c" providerId="LiveId" clId="{5C7C73AB-383C-4902-A9ED-FB23205C8DAB}" dt="2023-10-30T23:25:27.516" v="2031"/>
        <pc:sldMkLst>
          <pc:docMk/>
          <pc:sldMk cId="3358384991" sldId="383"/>
        </pc:sldMkLst>
        <pc:spChg chg="mod">
          <ac:chgData name="Stefan Novaković" userId="48d5634ac72bd80c" providerId="LiveId" clId="{5C7C73AB-383C-4902-A9ED-FB23205C8DAB}" dt="2023-10-30T23:24:58.915" v="2027" actId="27636"/>
          <ac:spMkLst>
            <pc:docMk/>
            <pc:sldMk cId="3358384991" sldId="383"/>
            <ac:spMk id="3" creationId="{5AF9C4A2-67FF-7E0C-C73E-919435CA6A0C}"/>
          </ac:spMkLst>
        </pc:spChg>
        <pc:spChg chg="del">
          <ac:chgData name="Stefan Novaković" userId="48d5634ac72bd80c" providerId="LiveId" clId="{5C7C73AB-383C-4902-A9ED-FB23205C8DAB}" dt="2023-10-30T23:14:12.582" v="1420" actId="478"/>
          <ac:spMkLst>
            <pc:docMk/>
            <pc:sldMk cId="3358384991" sldId="383"/>
            <ac:spMk id="4" creationId="{8D03141F-168A-1C97-D11E-EC904CF28F8B}"/>
          </ac:spMkLst>
        </pc:spChg>
        <pc:spChg chg="add mod">
          <ac:chgData name="Stefan Novaković" userId="48d5634ac72bd80c" providerId="LiveId" clId="{5C7C73AB-383C-4902-A9ED-FB23205C8DAB}" dt="2023-10-30T23:15:34.253" v="1587" actId="20577"/>
          <ac:spMkLst>
            <pc:docMk/>
            <pc:sldMk cId="3358384991" sldId="383"/>
            <ac:spMk id="5" creationId="{97B2A441-7BB3-2C60-79FF-2A4C644917FA}"/>
          </ac:spMkLst>
        </pc:spChg>
        <pc:spChg chg="mod">
          <ac:chgData name="Stefan Novaković" userId="48d5634ac72bd80c" providerId="LiveId" clId="{5C7C73AB-383C-4902-A9ED-FB23205C8DAB}" dt="2023-10-30T23:25:01.739" v="2029" actId="1076"/>
          <ac:spMkLst>
            <pc:docMk/>
            <pc:sldMk cId="3358384991" sldId="383"/>
            <ac:spMk id="7" creationId="{7CF2CA6C-B004-35CD-9FC2-5E7FC1F492F4}"/>
          </ac:spMkLst>
        </pc:spChg>
        <pc:spChg chg="add del mod">
          <ac:chgData name="Stefan Novaković" userId="48d5634ac72bd80c" providerId="LiveId" clId="{5C7C73AB-383C-4902-A9ED-FB23205C8DAB}" dt="2023-10-30T23:24:29.260" v="1975" actId="22"/>
          <ac:spMkLst>
            <pc:docMk/>
            <pc:sldMk cId="3358384991" sldId="383"/>
            <ac:spMk id="9" creationId="{FCAB0878-B154-1D97-9A24-8E91CC0358F5}"/>
          </ac:spMkLst>
        </pc:spChg>
      </pc:sldChg>
      <pc:sldChg chg="add">
        <pc:chgData name="Stefan Novaković" userId="48d5634ac72bd80c" providerId="LiveId" clId="{5C7C73AB-383C-4902-A9ED-FB23205C8DAB}" dt="2023-10-30T23:24:31.977" v="1976"/>
        <pc:sldMkLst>
          <pc:docMk/>
          <pc:sldMk cId="1843566355" sldId="384"/>
        </pc:sldMkLst>
      </pc:sldChg>
      <pc:sldChg chg="modSp add del mod">
        <pc:chgData name="Stefan Novaković" userId="48d5634ac72bd80c" providerId="LiveId" clId="{5C7C73AB-383C-4902-A9ED-FB23205C8DAB}" dt="2023-10-29T18:25:02.123" v="153" actId="2696"/>
        <pc:sldMkLst>
          <pc:docMk/>
          <pc:sldMk cId="2157714604" sldId="386"/>
        </pc:sldMkLst>
        <pc:spChg chg="mod">
          <ac:chgData name="Stefan Novaković" userId="48d5634ac72bd80c" providerId="LiveId" clId="{5C7C73AB-383C-4902-A9ED-FB23205C8DAB}" dt="2023-10-29T10:35:50.251" v="152" actId="20577"/>
          <ac:spMkLst>
            <pc:docMk/>
            <pc:sldMk cId="2157714604" sldId="386"/>
            <ac:spMk id="3" creationId="{5D179177-4928-9075-1BD8-64651D0F4A0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FD0D-53EA-4156-87B3-00DE8A27B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7B1C3-D0FD-418E-8F92-166EA49A4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C2C5-AC71-4AC6-9D56-24920C502298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16ABB-E343-4BB2-BC10-2EC9D6418A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FBE67-D0B6-45EF-B3C7-FA4ED7B72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D60E-2914-4885-B08E-45DED078B390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4888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9CC56-C9D4-41BA-8806-E3F46E7A213B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C36ED-5897-49D7-8DBE-3249514D1EC4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754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75404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_capacity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_size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_arr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~Array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endParaRPr lang="en-US" b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 </a:t>
            </a:r>
            <a:r>
              <a:rPr lang="en-US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Do nothing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r-Latn-BA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sr-Latn-BA" b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ZAKLJUČAK O POZIVU FUNKCIJE f: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 obzirom na to da se u funkciju f proslijeđuje objekat po vrijednosti,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funkcija f dobija novi objekat koji je kopija objekta koji je proslijeđen.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Debagovanjem ovog poziva funkcije f se može ustanoviti: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Kopija sadrži pokazivač na isti niz kao i originalni objekat arr.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U kontekstu funkcije f, ta kopija je zapravo lokalna varijabla.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S obzirom na to, pri izlasku iz funkcije f poziva se destruktor nad tom kopijom.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Poziv tog destruktora će pozvati delete[] nad pokazivačem na niz na koji pokazuje i originalni objekat arr.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Prema tome, nakon izlaska iz funkcije f, originalni objekat arr će pokazivati na nealociranu memoriju.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Dakle, originalni objekat arr više neće biti validan, jer mu je pokazivač na niz postao nevažeći.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Štaviše, pri izlasku iz main funkcije će se pozvati destruktor i nad originalnim objektom arr.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Taj poziva destruktora će "opet" pozvati delete[] nad tim nevalidnim pokazivačem na niz na koji pokazuje originalni objekat arr.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To će dovesti do greške u izvršavanju programa. 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U režimu debagovanja je moguće da će program detektovati tu grešku i zaustaviti izvršavanje.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Ukoliko se program izvršava u režimu bez debagovanja (ako se ukloni -g flag iz komande za kompajliranje),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  moguće je da se neće detektovati nikakva greška, ali da će se u memoriji desiti neželjene promjene.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- To će dovesti do toga da će se program ponašati neispravno.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63796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/>
              <a:t>G++ fleg za isključivanje optimizacije izbjegavanja kopiranja:</a:t>
            </a:r>
          </a:p>
          <a:p>
            <a:r>
              <a:rPr lang="sr-Latn-BA"/>
              <a:t>-</a:t>
            </a:r>
            <a:r>
              <a:rPr lang="sr-Latn-BA" i="1"/>
              <a:t>fno</a:t>
            </a:r>
            <a:r>
              <a:rPr lang="sr-Latn-BA"/>
              <a:t>-</a:t>
            </a:r>
            <a:r>
              <a:rPr lang="sr-Latn-BA" i="1"/>
              <a:t>elide</a:t>
            </a:r>
            <a:r>
              <a:rPr lang="sr-Latn-BA"/>
              <a:t>-constructors</a:t>
            </a:r>
          </a:p>
          <a:p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G++ fleg za standard (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&lt;C++17)</a:t>
            </a:r>
            <a:r>
              <a:rPr lang="sr-Latn-BA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sr-Latn-BA"/>
              <a:t>-std=c</a:t>
            </a:r>
            <a:r>
              <a:rPr lang="sr-Latn-BA" i="1"/>
              <a:t>++</a:t>
            </a:r>
            <a:r>
              <a:rPr lang="sr-Latn-BA"/>
              <a:t>1</a:t>
            </a:r>
            <a:r>
              <a:rPr lang="en-US"/>
              <a:t>4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58362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/>
              <a:t>G++ fleg za isključivanje optimizacije izbjegavanja kopiranja:</a:t>
            </a:r>
          </a:p>
          <a:p>
            <a:r>
              <a:rPr lang="sr-Latn-BA"/>
              <a:t>-</a:t>
            </a:r>
            <a:r>
              <a:rPr lang="sr-Latn-BA" i="1"/>
              <a:t>fno</a:t>
            </a:r>
            <a:r>
              <a:rPr lang="sr-Latn-BA"/>
              <a:t>-</a:t>
            </a:r>
            <a:r>
              <a:rPr lang="sr-Latn-BA" i="1"/>
              <a:t>elide</a:t>
            </a:r>
            <a:r>
              <a:rPr lang="sr-Latn-BA"/>
              <a:t>-constructors</a:t>
            </a:r>
          </a:p>
          <a:p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G++ fleg za standard (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&lt;C++17)</a:t>
            </a:r>
            <a:r>
              <a:rPr lang="sr-Latn-BA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sr-Latn-BA"/>
              <a:t>-std=c</a:t>
            </a:r>
            <a:r>
              <a:rPr lang="sr-Latn-BA" i="1"/>
              <a:t>++</a:t>
            </a:r>
            <a:r>
              <a:rPr lang="sr-Latn-BA"/>
              <a:t>1</a:t>
            </a:r>
            <a:r>
              <a:rPr lang="en-US"/>
              <a:t>4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97173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/>
              <a:t>G++ fleg za isključivanje optimizacije izbjegavanja kopiranja:</a:t>
            </a:r>
          </a:p>
          <a:p>
            <a:r>
              <a:rPr lang="sr-Latn-BA"/>
              <a:t>-</a:t>
            </a:r>
            <a:r>
              <a:rPr lang="sr-Latn-BA" i="1"/>
              <a:t>fno</a:t>
            </a:r>
            <a:r>
              <a:rPr lang="sr-Latn-BA"/>
              <a:t>-</a:t>
            </a:r>
            <a:r>
              <a:rPr lang="sr-Latn-BA" i="1"/>
              <a:t>elide</a:t>
            </a:r>
            <a:r>
              <a:rPr lang="sr-Latn-BA"/>
              <a:t>-constructors</a:t>
            </a:r>
          </a:p>
          <a:p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G++ fleg za standard (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&lt;C++17)</a:t>
            </a:r>
            <a:r>
              <a:rPr lang="sr-Latn-BA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sr-Latn-BA"/>
              <a:t>-std=c</a:t>
            </a:r>
            <a:r>
              <a:rPr lang="sr-Latn-BA" i="1"/>
              <a:t>++</a:t>
            </a:r>
            <a:r>
              <a:rPr lang="sr-Latn-BA"/>
              <a:t>1</a:t>
            </a:r>
            <a:r>
              <a:rPr lang="en-US"/>
              <a:t>4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374886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9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49023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/>
              <a:t>G++ fleg za isključivanje optimizacije izbjegavanja kopiranja:</a:t>
            </a:r>
          </a:p>
          <a:p>
            <a:r>
              <a:rPr lang="sr-Latn-BA"/>
              <a:t>-</a:t>
            </a:r>
            <a:r>
              <a:rPr lang="sr-Latn-BA" i="1"/>
              <a:t>fno</a:t>
            </a:r>
            <a:r>
              <a:rPr lang="sr-Latn-BA"/>
              <a:t>-</a:t>
            </a:r>
            <a:r>
              <a:rPr lang="sr-Latn-BA" i="1"/>
              <a:t>elide</a:t>
            </a:r>
            <a:r>
              <a:rPr lang="sr-Latn-BA"/>
              <a:t>-constructors</a:t>
            </a:r>
          </a:p>
          <a:p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G++ fleg za standard (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&lt;C++17)</a:t>
            </a:r>
            <a:r>
              <a:rPr lang="sr-Latn-BA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sr-Latn-BA"/>
              <a:t>-std=c</a:t>
            </a:r>
            <a:r>
              <a:rPr lang="sr-Latn-BA" i="1"/>
              <a:t>++</a:t>
            </a:r>
            <a:r>
              <a:rPr lang="sr-Latn-BA"/>
              <a:t>1</a:t>
            </a:r>
            <a:r>
              <a:rPr lang="en-US"/>
              <a:t>4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279069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r-Latn-BA"/>
              <a:t>G++ fleg za isključivanje optimizacije izbjegavanja kopiranja:</a:t>
            </a:r>
          </a:p>
          <a:p>
            <a:r>
              <a:rPr lang="sr-Latn-BA"/>
              <a:t>-</a:t>
            </a:r>
            <a:r>
              <a:rPr lang="sr-Latn-BA" i="1"/>
              <a:t>fno</a:t>
            </a:r>
            <a:r>
              <a:rPr lang="sr-Latn-BA"/>
              <a:t>-</a:t>
            </a:r>
            <a:r>
              <a:rPr lang="sr-Latn-BA" i="1"/>
              <a:t>elide</a:t>
            </a:r>
            <a:r>
              <a:rPr lang="sr-Latn-BA"/>
              <a:t>-constructors</a:t>
            </a:r>
          </a:p>
          <a:p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G++ fleg za standard (</a:t>
            </a:r>
            <a:r>
              <a:rPr lang="en-US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&lt;C++17)</a:t>
            </a:r>
            <a:r>
              <a:rPr lang="sr-Latn-BA" b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sr-Latn-BA"/>
              <a:t>-std=c</a:t>
            </a:r>
            <a:r>
              <a:rPr lang="sr-Latn-BA" i="1"/>
              <a:t>++</a:t>
            </a:r>
            <a:r>
              <a:rPr lang="sr-Latn-BA"/>
              <a:t>1</a:t>
            </a:r>
            <a:r>
              <a:rPr lang="en-US"/>
              <a:t>4</a:t>
            </a:r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764510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233820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b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49465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EC4A-530C-463F-95C3-E2EB00435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0F2FB-FB41-4CB7-B03A-5A03DF9AD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C9BC-C56D-477A-97FE-CFFCD3C7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7633-7597-4227-917A-60CE0BB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3615-2017-4B2A-B6AA-D94E90A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8248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AE6B-C71A-4C1B-A58B-DF561C6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r-Latn-BA" noProof="1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BBB3-4680-44DA-ACD5-5037B1B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sr-Latn-BA" noProof="1"/>
              <a:t>Click to edit Master text styles</a:t>
            </a:r>
          </a:p>
          <a:p>
            <a:pPr lvl="1"/>
            <a:r>
              <a:rPr lang="sr-Latn-BA" noProof="1"/>
              <a:t>Second level</a:t>
            </a:r>
          </a:p>
          <a:p>
            <a:pPr lvl="2"/>
            <a:r>
              <a:rPr lang="sr-Latn-BA" noProof="1"/>
              <a:t>Third level</a:t>
            </a:r>
          </a:p>
          <a:p>
            <a:pPr lvl="3"/>
            <a:r>
              <a:rPr lang="sr-Latn-BA" noProof="1"/>
              <a:t>Fourth level</a:t>
            </a:r>
          </a:p>
          <a:p>
            <a:pPr lvl="4"/>
            <a:r>
              <a:rPr lang="sr-Latn-BA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E18A-1FDA-44D6-B937-3EF8E886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1DBF-6FC7-4132-B53C-5F39D50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731-349D-4130-98EA-4572AFC9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23EB-4212-40AB-A49C-86B49E94DDA9}"/>
              </a:ext>
            </a:extLst>
          </p:cNvPr>
          <p:cNvSpPr/>
          <p:nvPr userDrawn="1"/>
        </p:nvSpPr>
        <p:spPr>
          <a:xfrm>
            <a:off x="933450" y="1463994"/>
            <a:ext cx="10515600" cy="45719"/>
          </a:xfrm>
          <a:prstGeom prst="rect">
            <a:avLst/>
          </a:prstGeom>
          <a:gradFill flip="none" rotWithShape="1">
            <a:gsLst>
              <a:gs pos="38000">
                <a:schemeClr val="accent6">
                  <a:alpha val="90000"/>
                  <a:lumMod val="85000"/>
                  <a:lumOff val="15000"/>
                </a:schemeClr>
              </a:gs>
              <a:gs pos="100000">
                <a:schemeClr val="bg1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077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2C5C-802F-45C9-B5A7-A66CC88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4D21-891B-4BC8-83BE-8D9ABAF2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D756-69C0-4FE1-8D7F-B6230B1E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F3F9-7259-40E9-96FE-F4E6539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AA99-9D3F-422E-A0DE-99DB6D29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592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217A-5537-4C89-AE43-B1A51A9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AA8-87DF-437B-80B8-5DD7603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37DC-49FE-4401-9DF6-2AADCB7F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 dirty="0"/>
              <a:t>Fifth level</a:t>
            </a:r>
            <a:endParaRPr lang="sr-Latn-BA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9D9-C154-43E0-A9D8-8B627632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67D34-A195-4FF5-AB5A-F1876AFC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F3D23-EC8C-495A-880C-29723E0B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380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D45-B90A-476B-9501-68530843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B1D3-CF4B-48B6-B952-4B98A965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77671-83D4-4347-BCDC-9109ACDB5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3D430-A307-4FC4-AF36-E73C3294A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753-39D8-4E10-8387-6D73E8E9A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E62E2-35A8-41BA-9063-163C68B7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AAF9C-9B04-40AE-AE6B-BACB4231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DC54-993B-4AB1-BA6A-0D338220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1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2C3-DC86-4EBD-874B-B826EAA0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E63F-D50E-431E-A45B-D5330EA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91840-A27B-4A34-9C77-6E1C1EE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B2B0-78A3-4BD8-A3B7-8FB4C0F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31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03290-8FD0-4E42-938A-6FB0279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1556-0B01-464D-9EBB-8CD71E05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B4E8-9982-4B39-BDE3-D07863F7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270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FCB2-3647-434C-8BB7-A00DA40A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C51B-018A-4F2A-A6E2-8DA84A29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13-A0E0-4F8C-B24A-C5C00AB2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4951-3CC5-403E-A700-6C271D59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2A1CB-6BB8-44FC-ACE6-A6CEBD1C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08A5-ED43-4EDF-926D-490BF182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535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E8B8-D8DA-4F20-877A-41C277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A4D4B-63A4-4C27-81E9-36D821E74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D0FE-09BE-4D94-9AB8-57D43FC3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025-7C63-42D3-91DD-E6C585C0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8971-22F4-47DF-AB2D-F5AC4043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C86-F3B4-4339-B9A3-22AE1353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965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0868-CD47-4812-86AD-CA040F94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463F-30CC-45E2-A399-A3766663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760F-BEDA-4D12-BA74-AD403B2B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38AC-C8FC-466C-B3F2-9E14F5F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C5E-0437-404A-840F-85FC067A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01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052A9-9741-4C79-93A6-E0571DAF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455A5-BA97-48B5-AF75-45E4653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0C1F-031A-46D2-8B94-22F0BAE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96DB-0E9D-4F0B-881F-07854D8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70F0-CFEF-4B8D-B5F2-C5A7E30C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48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16CCB-F5F3-44D3-B67D-79D4DFD7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F06D-072A-459E-9020-B40920A9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r-Latn-BA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6AF4-DB71-41A3-9FE7-E3FA462C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B40B-0DB3-4FC3-BBF9-685DF91EB901}" type="datetimeFigureOut">
              <a:rPr lang="sr-Latn-BA" smtClean="0"/>
              <a:t>6.11.2023.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37-F9E8-4434-8B77-90DE4D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2ECE-36A6-4823-A12A-0712EB7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895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4" y="801541"/>
            <a:ext cx="8156895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5845735" cy="1616978"/>
          </a:xfrm>
        </p:spPr>
        <p:txBody>
          <a:bodyPr/>
          <a:lstStyle/>
          <a:p>
            <a:pPr algn="l"/>
            <a:r>
              <a:rPr lang="sr-Latn-BA" b="1"/>
              <a:t>Kopiranje, tipovi konstruktora, dodjela i semantika pomjeranja</a:t>
            </a:r>
            <a:endParaRPr lang="sr-Latn-BA" b="1" dirty="0"/>
          </a:p>
          <a:p>
            <a:pPr algn="l"/>
            <a:endParaRPr lang="sr-Latn-BA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707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1176-AF80-E896-385F-F0721962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Plitko kopiranje</a:t>
            </a:r>
            <a:endParaRPr lang="sr-Latn-B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64633-020A-5F80-05C3-5D6FC0C1551A}"/>
              </a:ext>
            </a:extLst>
          </p:cNvPr>
          <p:cNvSpPr txBox="1"/>
          <p:nvPr/>
        </p:nvSpPr>
        <p:spPr>
          <a:xfrm>
            <a:off x="509016" y="1827848"/>
            <a:ext cx="5782056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Kopira članove iz ovog niza u niz array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_capacity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_capacity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_size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_size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2CA6C-B004-35CD-9FC2-5E7FC1F492F4}"/>
              </a:ext>
            </a:extLst>
          </p:cNvPr>
          <p:cNvSpPr txBox="1"/>
          <p:nvPr/>
        </p:nvSpPr>
        <p:spPr>
          <a:xfrm>
            <a:off x="6291072" y="1827848"/>
            <a:ext cx="5218176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Alternativa sa pokaziva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čem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" b="1">
                <a:solidFill>
                  <a:srgbClr val="008000"/>
                </a:solidFill>
                <a:latin typeface="Consolas" panose="020B0609020204030204" pitchFamily="49" charset="0"/>
              </a:rPr>
              <a:t>// Kopira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članove</a:t>
            </a:r>
            <a:r>
              <a:rPr lang="es-ES" b="1">
                <a:solidFill>
                  <a:srgbClr val="008000"/>
                </a:solidFill>
                <a:latin typeface="Consolas" panose="020B0609020204030204" pitchFamily="49" charset="0"/>
              </a:rPr>
              <a:t> iz niza array u trenutni niz</a:t>
            </a: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copyFrom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9C4A2-67FF-7E0C-C73E-919435CA6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16" y="3859578"/>
            <a:ext cx="5782056" cy="1938588"/>
          </a:xfrm>
        </p:spPr>
        <p:txBody>
          <a:bodyPr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sr-Latn-BA"/>
              <a:t>Podrazumijevan način kopiranja.</a:t>
            </a:r>
          </a:p>
          <a:p>
            <a:pPr marL="0" indent="0" algn="ctr">
              <a:buNone/>
            </a:pPr>
            <a:r>
              <a:rPr lang="sr-Latn-BA" b="1"/>
              <a:t>Problem?</a:t>
            </a:r>
          </a:p>
          <a:p>
            <a:pPr marL="0" indent="0" algn="ctr">
              <a:buNone/>
            </a:pPr>
            <a:r>
              <a:rPr lang="sr-Latn-BA"/>
              <a:t>Kada se inače vrši kopiranje?</a:t>
            </a:r>
          </a:p>
          <a:p>
            <a:pPr marL="0" indent="0" algn="ctr">
              <a:buNone/>
            </a:pPr>
            <a:r>
              <a:rPr lang="sr-Latn-BA" b="1"/>
              <a:t>Prosljeđivanje po vrijednosti.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3141F-168A-1C97-D11E-EC904CF28F8B}"/>
              </a:ext>
            </a:extLst>
          </p:cNvPr>
          <p:cNvSpPr txBox="1">
            <a:spLocks/>
          </p:cNvSpPr>
          <p:nvPr/>
        </p:nvSpPr>
        <p:spPr>
          <a:xfrm>
            <a:off x="0" y="5798166"/>
            <a:ext cx="12192000" cy="740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sr-Latn-BA"/>
              <a:t>Primjer sa laboratorijske vježbe br. 2, prosljeđivanje niza po vrijednosti u funkciju </a:t>
            </a:r>
            <a:r>
              <a:rPr lang="sr-Latn-BA" b="1">
                <a:latin typeface="Consolas" panose="020B0609020204030204" pitchFamily="49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16481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1176-AF80-E896-385F-F0721962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Plitko kopiranje</a:t>
            </a:r>
            <a:endParaRPr lang="sr-Latn-B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64633-020A-5F80-05C3-5D6FC0C1551A}"/>
              </a:ext>
            </a:extLst>
          </p:cNvPr>
          <p:cNvSpPr txBox="1"/>
          <p:nvPr/>
        </p:nvSpPr>
        <p:spPr>
          <a:xfrm>
            <a:off x="509016" y="1827848"/>
            <a:ext cx="5782056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Kopira članove iz ovog niza u niz array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_capacity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_capacity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_size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_size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2CA6C-B004-35CD-9FC2-5E7FC1F492F4}"/>
              </a:ext>
            </a:extLst>
          </p:cNvPr>
          <p:cNvSpPr txBox="1"/>
          <p:nvPr/>
        </p:nvSpPr>
        <p:spPr>
          <a:xfrm>
            <a:off x="6291072" y="1827848"/>
            <a:ext cx="5218176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Alternativa sa pokaziva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čem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" b="1">
                <a:solidFill>
                  <a:srgbClr val="008000"/>
                </a:solidFill>
                <a:latin typeface="Consolas" panose="020B0609020204030204" pitchFamily="49" charset="0"/>
              </a:rPr>
              <a:t>// Kopira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članove</a:t>
            </a:r>
            <a:r>
              <a:rPr lang="es-ES" b="1">
                <a:solidFill>
                  <a:srgbClr val="008000"/>
                </a:solidFill>
                <a:latin typeface="Consolas" panose="020B0609020204030204" pitchFamily="49" charset="0"/>
              </a:rPr>
              <a:t> iz niza array u trenutni niz</a:t>
            </a: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copyFrom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9C4A2-67FF-7E0C-C73E-919435CA6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16" y="3859578"/>
            <a:ext cx="5782056" cy="1938588"/>
          </a:xfrm>
        </p:spPr>
        <p:txBody>
          <a:bodyPr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sr-Latn-BA"/>
              <a:t>Podrazumijevan način kopiranja.</a:t>
            </a:r>
          </a:p>
          <a:p>
            <a:pPr marL="0" indent="0" algn="ctr">
              <a:buNone/>
            </a:pPr>
            <a:r>
              <a:rPr lang="sr-Latn-BA" b="1"/>
              <a:t>Problem?</a:t>
            </a:r>
          </a:p>
          <a:p>
            <a:pPr marL="0" indent="0" algn="ctr">
              <a:buNone/>
            </a:pPr>
            <a:r>
              <a:rPr lang="sr-Latn-BA"/>
              <a:t>Kad se inače vrši kopiranje?</a:t>
            </a:r>
          </a:p>
          <a:p>
            <a:pPr marL="0" indent="0" algn="ctr">
              <a:buNone/>
            </a:pPr>
            <a:r>
              <a:rPr lang="sr-Latn-BA" b="1"/>
              <a:t>Vraćanje po vrijednosti.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B2A441-7BB3-2C60-79FF-2A4C644917FA}"/>
              </a:ext>
            </a:extLst>
          </p:cNvPr>
          <p:cNvSpPr txBox="1">
            <a:spLocks/>
          </p:cNvSpPr>
          <p:nvPr/>
        </p:nvSpPr>
        <p:spPr>
          <a:xfrm>
            <a:off x="0" y="5798166"/>
            <a:ext cx="12192000" cy="740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sr-Latn-BA"/>
              <a:t>Vraćanjem po vrijednosti se </a:t>
            </a:r>
            <a:r>
              <a:rPr lang="en-US"/>
              <a:t>nekada</a:t>
            </a:r>
            <a:r>
              <a:rPr lang="sr-Latn-BA"/>
              <a:t> ne manifestuje problem, vidjećemo zašto.</a:t>
            </a:r>
            <a:endParaRPr lang="sr-Latn-BA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566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1176-AF80-E896-385F-F0721962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Plitko kopiranje</a:t>
            </a:r>
            <a:endParaRPr lang="sr-Latn-B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64633-020A-5F80-05C3-5D6FC0C1551A}"/>
              </a:ext>
            </a:extLst>
          </p:cNvPr>
          <p:cNvSpPr txBox="1"/>
          <p:nvPr/>
        </p:nvSpPr>
        <p:spPr>
          <a:xfrm>
            <a:off x="509016" y="1827848"/>
            <a:ext cx="5782056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Kopira članove iz ovog niza u niz array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_capacity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_capacity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_size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_size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2CA6C-B004-35CD-9FC2-5E7FC1F492F4}"/>
              </a:ext>
            </a:extLst>
          </p:cNvPr>
          <p:cNvSpPr txBox="1"/>
          <p:nvPr/>
        </p:nvSpPr>
        <p:spPr>
          <a:xfrm>
            <a:off x="6291072" y="1827848"/>
            <a:ext cx="5218176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Alternativa sa pokaziva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čem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" b="1">
                <a:solidFill>
                  <a:srgbClr val="008000"/>
                </a:solidFill>
                <a:latin typeface="Consolas" panose="020B0609020204030204" pitchFamily="49" charset="0"/>
              </a:rPr>
              <a:t>// Kopira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članove</a:t>
            </a:r>
            <a:r>
              <a:rPr lang="es-ES" b="1">
                <a:solidFill>
                  <a:srgbClr val="008000"/>
                </a:solidFill>
                <a:latin typeface="Consolas" panose="020B0609020204030204" pitchFamily="49" charset="0"/>
              </a:rPr>
              <a:t> iz niza array u trenutni niz</a:t>
            </a: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copyFrom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9C4A2-67FF-7E0C-C73E-919435CA6A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16" y="3859578"/>
            <a:ext cx="5782056" cy="1938588"/>
          </a:xfrm>
        </p:spPr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sr-Latn-BA"/>
              <a:t>Podrazumijevan način kopiranja.</a:t>
            </a:r>
          </a:p>
          <a:p>
            <a:pPr marL="0" indent="0" algn="ctr">
              <a:buNone/>
            </a:pPr>
            <a:r>
              <a:rPr lang="sr-Latn-BA" b="1"/>
              <a:t>Problem?</a:t>
            </a:r>
          </a:p>
          <a:p>
            <a:pPr marL="0" indent="0" algn="ctr">
              <a:buNone/>
            </a:pPr>
            <a:r>
              <a:rPr lang="sr-Latn-BA"/>
              <a:t>Kad se inače vrši kopiranje?</a:t>
            </a:r>
          </a:p>
          <a:p>
            <a:pPr marL="0" indent="0" algn="ctr">
              <a:buNone/>
            </a:pPr>
            <a:r>
              <a:rPr lang="sr-Latn-BA" sz="2400" b="1"/>
              <a:t>Inicijalizacijom na osnovu objekta istog tipa.</a:t>
            </a:r>
            <a:endParaRPr lang="sr-Latn-BA" b="1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B2A441-7BB3-2C60-79FF-2A4C644917FA}"/>
              </a:ext>
            </a:extLst>
          </p:cNvPr>
          <p:cNvSpPr txBox="1">
            <a:spLocks/>
          </p:cNvSpPr>
          <p:nvPr/>
        </p:nvSpPr>
        <p:spPr>
          <a:xfrm>
            <a:off x="0" y="5798166"/>
            <a:ext cx="12192000" cy="7406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sr-Latn-BA"/>
              <a:t>Inicijalizacijom na osnovu objekta istog tipa </a:t>
            </a:r>
            <a:r>
              <a:rPr lang="en-US"/>
              <a:t>se nekada</a:t>
            </a:r>
            <a:r>
              <a:rPr lang="en-US" b="1"/>
              <a:t> </a:t>
            </a:r>
            <a:r>
              <a:rPr lang="sr-Latn-BA"/>
              <a:t>ne manifestuje problem, vidjećemo zašto.</a:t>
            </a:r>
            <a:endParaRPr lang="sr-Latn-BA" b="1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38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1176-AF80-E896-385F-F0721962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Duboko kopiranje</a:t>
            </a:r>
            <a:endParaRPr lang="sr-Latn-B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64633-020A-5F80-05C3-5D6FC0C1551A}"/>
              </a:ext>
            </a:extLst>
          </p:cNvPr>
          <p:cNvSpPr txBox="1"/>
          <p:nvPr/>
        </p:nvSpPr>
        <p:spPr>
          <a:xfrm>
            <a:off x="509016" y="1827848"/>
            <a:ext cx="5782056" cy="39395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sz="1600" b="1">
                <a:solidFill>
                  <a:srgbClr val="008000"/>
                </a:solidFill>
                <a:latin typeface="Consolas" panose="020B0609020204030204" pitchFamily="49" charset="0"/>
              </a:rPr>
              <a:t>// Duboko kopira elemente iz ovog niza u niz array</a:t>
            </a:r>
            <a:endParaRPr lang="sr-Latn-BA" sz="1600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dispose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_capacity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_capacity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_size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_size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_capacity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_size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]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_arr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2CA6C-B004-35CD-9FC2-5E7FC1F492F4}"/>
              </a:ext>
            </a:extLst>
          </p:cNvPr>
          <p:cNvSpPr txBox="1"/>
          <p:nvPr/>
        </p:nvSpPr>
        <p:spPr>
          <a:xfrm>
            <a:off x="6291072" y="1827848"/>
            <a:ext cx="5218176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Alternativa sa pokaziva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čem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s-ES" b="1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Duboko k</a:t>
            </a:r>
            <a:r>
              <a:rPr lang="es-ES" b="1">
                <a:solidFill>
                  <a:srgbClr val="008000"/>
                </a:solidFill>
                <a:latin typeface="Consolas" panose="020B0609020204030204" pitchFamily="49" charset="0"/>
              </a:rPr>
              <a:t>opira elemente iz niza array u trenutni niz</a:t>
            </a:r>
            <a:b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copyFrom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copyTo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40867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095B-7FE5-4732-85A6-3D55F951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Konstruktor kopije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B5D20-F00E-48BA-9489-557C69201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2350"/>
          </a:xfrm>
        </p:spPr>
        <p:txBody>
          <a:bodyPr>
            <a:normAutofit fontScale="92500" lnSpcReduction="20000"/>
          </a:bodyPr>
          <a:lstStyle/>
          <a:p>
            <a:r>
              <a:rPr lang="sr-Latn-BA" b="1" dirty="0"/>
              <a:t>Konstruktor kopije inicijalizuje objekat kopiranjem vrijednosti po članovima iz nekog drugog objekta istog tipa</a:t>
            </a:r>
          </a:p>
          <a:p>
            <a:r>
              <a:rPr lang="sr-Latn-BA" dirty="0"/>
              <a:t>Potpis konstruktora: </a:t>
            </a:r>
            <a:r>
              <a:rPr lang="sr-Latn-BA" b="1" dirty="0">
                <a:latin typeface="Consolas" panose="020B0609020204030204" pitchFamily="49" charset="0"/>
              </a:rPr>
              <a:t>T(const T</a:t>
            </a:r>
            <a:r>
              <a:rPr lang="en-US" b="1" dirty="0">
                <a:latin typeface="Consolas" panose="020B0609020204030204" pitchFamily="49" charset="0"/>
              </a:rPr>
              <a:t>&amp;)</a:t>
            </a:r>
            <a:endParaRPr lang="sr-Latn-BA" dirty="0">
              <a:latin typeface="Consolas" panose="020B0609020204030204" pitchFamily="49" charset="0"/>
            </a:endParaRPr>
          </a:p>
          <a:p>
            <a:r>
              <a:rPr lang="en-US" b="1" dirty="0"/>
              <a:t>Implicitno deklarisani</a:t>
            </a:r>
            <a:r>
              <a:rPr lang="sr-Latn-BA" b="1" dirty="0"/>
              <a:t> KK i korisnički definisani KK	</a:t>
            </a:r>
          </a:p>
          <a:p>
            <a:r>
              <a:rPr lang="en-US" dirty="0"/>
              <a:t>Implicitno deklarisani </a:t>
            </a:r>
            <a:r>
              <a:rPr lang="sr-Latn-BA" dirty="0"/>
              <a:t>konstruktor kopije vrši </a:t>
            </a:r>
            <a:r>
              <a:rPr lang="sr-Latn-BA" b="1" dirty="0"/>
              <a:t>plitko kopiranje</a:t>
            </a:r>
            <a:endParaRPr lang="en-US" b="1" dirty="0"/>
          </a:p>
          <a:p>
            <a:pPr lvl="1"/>
            <a:r>
              <a:rPr lang="en-US" b="1" dirty="0"/>
              <a:t>Kod implicitno deklarisanog konstruktora kopije, objekti </a:t>
            </a:r>
            <a:r>
              <a:rPr lang="sr-Latn-BA" b="1" dirty="0"/>
              <a:t>članovi se kopiraju izvršavanjem konstruktora kopije njihovih odgovarajućih klasa</a:t>
            </a:r>
          </a:p>
          <a:p>
            <a:pPr lvl="1"/>
            <a:r>
              <a:rPr lang="sr-Latn-BA" dirty="0"/>
              <a:t>Dinamički alocirani članovi – </a:t>
            </a:r>
            <a:r>
              <a:rPr lang="en-US" dirty="0"/>
              <a:t>Kod plitkog kopiranja, vrijednosti pokaz</a:t>
            </a:r>
            <a:r>
              <a:rPr lang="sr-Latn-BA" dirty="0"/>
              <a:t>ivača se kopiraju, tako da sami pokazivači u originalnom objektu i u kopiji pokazuju na istu memoriju</a:t>
            </a:r>
          </a:p>
          <a:p>
            <a:pPr lvl="1"/>
            <a:r>
              <a:rPr lang="sr-Latn-BA" dirty="0"/>
              <a:t>Ako se uništi original, kopija više nije validna (i obrnuto)</a:t>
            </a:r>
          </a:p>
          <a:p>
            <a:r>
              <a:rPr lang="sr-Latn-BA"/>
              <a:t>Rješenj</a:t>
            </a:r>
            <a:r>
              <a:rPr lang="en-US"/>
              <a:t>a</a:t>
            </a:r>
            <a:r>
              <a:rPr lang="sr-Latn-BA"/>
              <a:t>: </a:t>
            </a:r>
            <a:endParaRPr lang="en-US"/>
          </a:p>
          <a:p>
            <a:pPr lvl="1"/>
            <a:r>
              <a:rPr lang="sr-Latn-BA"/>
              <a:t>ručno </a:t>
            </a:r>
            <a:r>
              <a:rPr lang="sr-Latn-BA" dirty="0"/>
              <a:t>implementirano </a:t>
            </a:r>
            <a:r>
              <a:rPr lang="sr-Latn-BA" b="1" dirty="0"/>
              <a:t>duboko kopiranje </a:t>
            </a:r>
            <a:r>
              <a:rPr lang="sr-Latn-BA" dirty="0"/>
              <a:t>u </a:t>
            </a:r>
            <a:r>
              <a:rPr lang="sr-Latn-BA"/>
              <a:t>konstruktoru kopije</a:t>
            </a:r>
          </a:p>
          <a:p>
            <a:pPr lvl="1"/>
            <a:r>
              <a:rPr lang="sr-Latn-BA"/>
              <a:t>onemogućavanje inicijalizacije kopiranjem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02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095B-7FE5-4732-85A6-3D55F951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Konstruktor kopije (</a:t>
            </a:r>
            <a:r>
              <a:rPr lang="sr-Latn-BA" i="1" dirty="0"/>
              <a:t>copy constructor</a:t>
            </a:r>
            <a:r>
              <a:rPr lang="sr-Latn-BA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B5D20-F00E-48BA-9489-557C69201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2350"/>
          </a:xfrm>
        </p:spPr>
        <p:txBody>
          <a:bodyPr>
            <a:normAutofit lnSpcReduction="10000"/>
          </a:bodyPr>
          <a:lstStyle/>
          <a:p>
            <a:r>
              <a:rPr lang="sr-Latn-BA" dirty="0"/>
              <a:t>Kopiranje se vrši: </a:t>
            </a:r>
          </a:p>
          <a:p>
            <a:pPr lvl="1"/>
            <a:r>
              <a:rPr lang="sr-Latn-BA" b="1" dirty="0"/>
              <a:t>pri inicijalizaciji objekta na osnovu objekta istog tipa</a:t>
            </a:r>
            <a:r>
              <a:rPr lang="sr-Latn-BA" dirty="0"/>
              <a:t>,</a:t>
            </a:r>
          </a:p>
          <a:p>
            <a:pPr lvl="1"/>
            <a:r>
              <a:rPr lang="sr-Latn-BA" b="1" dirty="0"/>
              <a:t>pri prosljeđivanju objekta kao argumenta </a:t>
            </a:r>
            <a:r>
              <a:rPr lang="sr-Latn-BA" dirty="0"/>
              <a:t>i</a:t>
            </a:r>
          </a:p>
          <a:p>
            <a:pPr lvl="1"/>
            <a:r>
              <a:rPr lang="sr-Latn-BA" b="1" dirty="0"/>
              <a:t>pri vraćanju objekta iz funkcije.</a:t>
            </a:r>
          </a:p>
          <a:p>
            <a:r>
              <a:rPr lang="sr-Latn-BA" dirty="0"/>
              <a:t>Kompajler</a:t>
            </a:r>
            <a:r>
              <a:rPr lang="en-US" dirty="0"/>
              <a:t>ska optimizacija:</a:t>
            </a:r>
            <a:r>
              <a:rPr lang="sr-Latn-BA" dirty="0"/>
              <a:t> izbjeći kopiranje </a:t>
            </a:r>
            <a:r>
              <a:rPr lang="sr-Latn-BA" b="1" dirty="0"/>
              <a:t>privremenih objekata</a:t>
            </a:r>
            <a:endParaRPr lang="en-US" b="1" dirty="0"/>
          </a:p>
          <a:p>
            <a:r>
              <a:rPr lang="en-US" dirty="0"/>
              <a:t>C++17 standard:</a:t>
            </a:r>
            <a:r>
              <a:rPr lang="sr-Latn-BA" dirty="0"/>
              <a:t> izbjeći kreiranje privremenih objekata</a:t>
            </a:r>
          </a:p>
          <a:p>
            <a:r>
              <a:rPr lang="sr-Latn-BA" dirty="0"/>
              <a:t>Copy Elision, Return Value Optimization</a:t>
            </a:r>
            <a:endParaRPr lang="en-US" dirty="0"/>
          </a:p>
          <a:p>
            <a:r>
              <a:rPr lang="sr-Latn-BA" b="1" dirty="0"/>
              <a:t>Kopirajuća inicijalizacija nije isto što i kopirajuća dodjela! (konstruktor vs. operator) – za redefinisanje </a:t>
            </a:r>
            <a:r>
              <a:rPr lang="en-US" b="1" dirty="0"/>
              <a:t>kopiraju</a:t>
            </a:r>
            <a:r>
              <a:rPr lang="sr-Latn-BA" b="1" dirty="0"/>
              <a:t>će dodjele potrebno je preklopiti operator </a:t>
            </a:r>
            <a:r>
              <a:rPr lang="en-US" b="1" dirty="0"/>
              <a:t>dodjele </a:t>
            </a:r>
            <a:r>
              <a:rPr lang="en-US" b="1" dirty="0">
                <a:latin typeface="Consolas" panose="020B0609020204030204" pitchFamily="49" charset="0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72434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8BD78-E322-4C75-8162-2853DF909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Konstruktor kopije</a:t>
            </a:r>
            <a:r>
              <a:rPr lang="sr-Latn-BA" dirty="0"/>
              <a:t> – prije C++17, bez optimizacija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35838-EABA-4F8E-A030-FDA2A9CBD906}"/>
              </a:ext>
            </a:extLst>
          </p:cNvPr>
          <p:cNvSpPr txBox="1"/>
          <p:nvPr/>
        </p:nvSpPr>
        <p:spPr>
          <a:xfrm>
            <a:off x="752475" y="1619253"/>
            <a:ext cx="10515600" cy="52387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 rtlCol="0">
            <a:noAutofit/>
          </a:bodyPr>
          <a:lstStyle/>
          <a:p>
            <a:r>
              <a:rPr lang="sr-Latn-BA" sz="16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sr-Latn-BA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cstdio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sr-Latn-BA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6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"A "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sr-Latn-BA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6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"A</a:t>
            </a:r>
            <a:r>
              <a:rPr lang="en-US" sz="1600" b="1">
                <a:solidFill>
                  <a:srgbClr val="A31515"/>
                </a:solidFill>
                <a:latin typeface="Consolas" panose="020B0609020204030204" pitchFamily="49" charset="0"/>
              </a:rPr>
              <a:t>&amp;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sr-Latn-BA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6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600" b="1">
                <a:solidFill>
                  <a:srgbClr val="A31515"/>
                </a:solidFill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sr-Latn-BA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6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600" b="1">
                <a:solidFill>
                  <a:srgbClr val="A31515"/>
                </a:solidFill>
                <a:latin typeface="Consolas" panose="020B0609020204030204" pitchFamily="49" charset="0"/>
              </a:rPr>
              <a:t>B&amp;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sr-Latn-BA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600" b="1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endParaRPr lang="en-US" sz="1600" b="1" dirty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sz="16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x3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x2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=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x3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x4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x5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x6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sr-Latn-BA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F9AFE-6FE0-4BB2-A8E8-16C3728E776D}"/>
              </a:ext>
            </a:extLst>
          </p:cNvPr>
          <p:cNvSpPr txBox="1"/>
          <p:nvPr/>
        </p:nvSpPr>
        <p:spPr>
          <a:xfrm>
            <a:off x="7924191" y="3630986"/>
            <a:ext cx="347723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 B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A&amp; B&amp;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A&amp; B&amp;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ništa, operator dodjele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ništa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ništa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A&amp; B&amp;</a:t>
            </a:r>
            <a:endParaRPr lang="pt-BR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A B A&amp; B&amp; A&amp; B&amp;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71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8BD78-E322-4C75-8162-2853DF909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Konstruktor kopije</a:t>
            </a:r>
            <a:r>
              <a:rPr lang="sr-Latn-BA" dirty="0"/>
              <a:t> – C++17+, sa optimizacijama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35838-EABA-4F8E-A030-FDA2A9CBD906}"/>
              </a:ext>
            </a:extLst>
          </p:cNvPr>
          <p:cNvSpPr txBox="1"/>
          <p:nvPr/>
        </p:nvSpPr>
        <p:spPr>
          <a:xfrm>
            <a:off x="752475" y="1619253"/>
            <a:ext cx="10515600" cy="52387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 rtlCol="0">
            <a:noAutofit/>
          </a:bodyPr>
          <a:lstStyle/>
          <a:p>
            <a:r>
              <a:rPr lang="sr-Latn-BA" sz="16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</a:t>
            </a:r>
            <a:r>
              <a:rPr lang="sr-Latn-BA" sz="1600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include</a:t>
            </a:r>
            <a:r>
              <a:rPr lang="sr-Latn-BA" sz="16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cstdio</a:t>
            </a:r>
            <a:r>
              <a:rPr lang="sr-Latn-BA" sz="1600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</a:t>
            </a:r>
            <a:endParaRPr lang="sr-Latn-BA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6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"A "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sr-Latn-BA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6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"A</a:t>
            </a:r>
            <a:r>
              <a:rPr lang="en-US" sz="1600" b="1">
                <a:solidFill>
                  <a:srgbClr val="A31515"/>
                </a:solidFill>
                <a:latin typeface="Consolas" panose="020B0609020204030204" pitchFamily="49" charset="0"/>
              </a:rPr>
              <a:t>&amp;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sr-Latn-BA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6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600" b="1">
                <a:solidFill>
                  <a:srgbClr val="A31515"/>
                </a:solidFill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sr-Latn-BA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6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600" b="1">
                <a:solidFill>
                  <a:srgbClr val="A31515"/>
                </a:solidFill>
                <a:latin typeface="Consolas" panose="020B0609020204030204" pitchFamily="49" charset="0"/>
              </a:rPr>
              <a:t>B&amp;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sr-Latn-BA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600" b="1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endParaRPr lang="en-US" sz="1600" b="1" dirty="0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sz="16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x3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x2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=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x3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x4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x5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x6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sr-Latn-BA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F9AFE-6FE0-4BB2-A8E8-16C3728E776D}"/>
              </a:ext>
            </a:extLst>
          </p:cNvPr>
          <p:cNvSpPr txBox="1"/>
          <p:nvPr/>
        </p:nvSpPr>
        <p:spPr>
          <a:xfrm>
            <a:off x="7924191" y="3630986"/>
            <a:ext cx="347723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 B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A&amp; B&amp;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A&amp; B&amp;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ništa, operator dodjele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ništa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ništa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A&amp; B&amp;</a:t>
            </a:r>
            <a:endParaRPr lang="pt-BR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A B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sr-Latn-BA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94139-F7FC-4CF6-8A4E-07439BFD0719}"/>
              </a:ext>
            </a:extLst>
          </p:cNvPr>
          <p:cNvSpPr txBox="1"/>
          <p:nvPr/>
        </p:nvSpPr>
        <p:spPr>
          <a:xfrm>
            <a:off x="6172199" y="5824537"/>
            <a:ext cx="492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odmah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 se konstruiše na adresi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&amp;x6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11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095B-7FE5-4732-85A6-3D55F951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Pomjeraju</a:t>
            </a:r>
            <a:r>
              <a:rPr lang="sr-Latn-BA" dirty="0"/>
              <a:t>ći konstruktor (</a:t>
            </a:r>
            <a:r>
              <a:rPr lang="sr-Latn-BA" i="1" dirty="0"/>
              <a:t>move constructor</a:t>
            </a:r>
            <a:r>
              <a:rPr lang="sr-Latn-BA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B5D20-F00E-48BA-9489-557C69201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959" y="1628544"/>
            <a:ext cx="10899582" cy="5229456"/>
          </a:xfrm>
        </p:spPr>
        <p:txBody>
          <a:bodyPr>
            <a:noAutofit/>
          </a:bodyPr>
          <a:lstStyle/>
          <a:p>
            <a:r>
              <a:rPr lang="sr-Latn-BA" sz="2000" b="1" dirty="0"/>
              <a:t>Pomjerajući konstruktor treba inicijalizovati objekat A plitkim kopiranjem članova iz objekta B istog tipa kojem životni vijek ističe, tako da se onemogući da destrukcija objekta B dealocira prostor (nuliranjem pokazivača) koji će pripadati inicijalizovanom objektu A</a:t>
            </a:r>
            <a:endParaRPr lang="en-US" sz="2000" b="1" dirty="0"/>
          </a:p>
          <a:p>
            <a:r>
              <a:rPr lang="en-US" sz="2000" dirty="0"/>
              <a:t>Pokaziva</a:t>
            </a:r>
            <a:r>
              <a:rPr lang="sr-Latn-BA" sz="2000" dirty="0"/>
              <a:t>či u drugom objektu se postavljaju na </a:t>
            </a:r>
            <a:r>
              <a:rPr lang="sr-Latn-BA" sz="2000" b="1" dirty="0">
                <a:latin typeface="Consolas" panose="020B0609020204030204" pitchFamily="49" charset="0"/>
              </a:rPr>
              <a:t>nullptr</a:t>
            </a:r>
            <a:r>
              <a:rPr lang="sr-Latn-BA" sz="2000" dirty="0"/>
              <a:t>, jer se očekuje da će biti uništeni</a:t>
            </a:r>
          </a:p>
          <a:p>
            <a:r>
              <a:rPr lang="en-US" sz="2000" dirty="0"/>
              <a:t>Razlog: </a:t>
            </a:r>
            <a:r>
              <a:rPr lang="en-US" sz="2000" b="1" dirty="0">
                <a:latin typeface="Consolas" panose="020B0609020204030204" pitchFamily="49" charset="0"/>
              </a:rPr>
              <a:t>delete nullptr</a:t>
            </a:r>
            <a:r>
              <a:rPr lang="en-US" sz="2000" b="1" dirty="0"/>
              <a:t> </a:t>
            </a:r>
            <a:r>
              <a:rPr lang="en-US" sz="2000" dirty="0"/>
              <a:t>i </a:t>
            </a:r>
            <a:r>
              <a:rPr lang="en-US" sz="2000" b="1" dirty="0">
                <a:latin typeface="Consolas" panose="020B0609020204030204" pitchFamily="49" charset="0"/>
              </a:rPr>
              <a:t>delete[] nullptr</a:t>
            </a:r>
            <a:r>
              <a:rPr lang="en-US" sz="2000" dirty="0"/>
              <a:t> nemaju efekta!</a:t>
            </a:r>
            <a:endParaRPr lang="sr-Latn-BA" sz="2000" dirty="0"/>
          </a:p>
          <a:p>
            <a:r>
              <a:rPr lang="sr-Latn-BA" sz="2000" dirty="0"/>
              <a:t>Potpis konstruktora: </a:t>
            </a:r>
            <a:r>
              <a:rPr lang="sr-Latn-BA" sz="2000" b="1" dirty="0">
                <a:latin typeface="Consolas" panose="020B0609020204030204" pitchFamily="49" charset="0"/>
              </a:rPr>
              <a:t>T(T</a:t>
            </a:r>
            <a:r>
              <a:rPr lang="en-US" sz="2000" b="1">
                <a:latin typeface="Consolas" panose="020B0609020204030204" pitchFamily="49" charset="0"/>
              </a:rPr>
              <a:t>&amp;&amp;)</a:t>
            </a:r>
            <a:r>
              <a:rPr lang="en-US" sz="2000" b="1"/>
              <a:t> </a:t>
            </a:r>
            <a:endParaRPr lang="en-US" sz="2000" b="1" dirty="0"/>
          </a:p>
          <a:p>
            <a:r>
              <a:rPr lang="en-US" sz="2000" b="1" dirty="0">
                <a:latin typeface="Consolas" panose="020B0609020204030204" pitchFamily="49" charset="0"/>
              </a:rPr>
              <a:t>T&amp;&amp;</a:t>
            </a:r>
            <a:r>
              <a:rPr lang="en-US" sz="2000" b="1" dirty="0"/>
              <a:t> </a:t>
            </a:r>
            <a:r>
              <a:rPr lang="en-US" sz="2000" dirty="0"/>
              <a:t>je </a:t>
            </a:r>
            <a:r>
              <a:rPr lang="en-US" sz="2000" b="1" dirty="0"/>
              <a:t>referenca na </a:t>
            </a:r>
            <a:r>
              <a:rPr lang="sr-Latn-BA" sz="2000" b="1" dirty="0"/>
              <a:t>R-vrijednost tipa </a:t>
            </a:r>
            <a:r>
              <a:rPr lang="sr-Latn-BA" sz="2000" b="1" dirty="0">
                <a:latin typeface="Consolas" panose="020B0609020204030204" pitchFamily="49" charset="0"/>
              </a:rPr>
              <a:t>T</a:t>
            </a:r>
            <a:endParaRPr lang="en-US" sz="2000" b="1" dirty="0"/>
          </a:p>
          <a:p>
            <a:r>
              <a:rPr lang="sr-Latn-BA" sz="2000" b="1" dirty="0"/>
              <a:t>Ime r</a:t>
            </a:r>
            <a:r>
              <a:rPr lang="en-US" sz="2000" b="1" dirty="0"/>
              <a:t>eferenc</a:t>
            </a:r>
            <a:r>
              <a:rPr lang="sr-Latn-BA" sz="2000" b="1" dirty="0"/>
              <a:t>e</a:t>
            </a:r>
            <a:r>
              <a:rPr lang="en-US" sz="2000" b="1" dirty="0"/>
              <a:t> na </a:t>
            </a:r>
            <a:r>
              <a:rPr lang="sr-Latn-BA" sz="2000" b="1" dirty="0"/>
              <a:t>R-vrijednost</a:t>
            </a:r>
            <a:r>
              <a:rPr lang="en-US" sz="2000" b="1" dirty="0"/>
              <a:t> </a:t>
            </a:r>
            <a:r>
              <a:rPr lang="sr-Latn-BA" sz="2000" b="1" dirty="0"/>
              <a:t>je L-vrijednost!</a:t>
            </a:r>
          </a:p>
          <a:p>
            <a:r>
              <a:rPr lang="sr-Latn-BA" sz="2000" b="1" dirty="0"/>
              <a:t>std::</a:t>
            </a:r>
            <a:r>
              <a:rPr lang="sr-Latn-BA" sz="2000" b="1"/>
              <a:t>move</a:t>
            </a:r>
            <a:r>
              <a:rPr lang="sr-Latn-BA" sz="2000"/>
              <a:t> </a:t>
            </a:r>
            <a:r>
              <a:rPr lang="en-US" sz="1400"/>
              <a:t>generi</a:t>
            </a:r>
            <a:r>
              <a:rPr lang="sr-Latn-BA" sz="1400"/>
              <a:t>čka</a:t>
            </a:r>
            <a:r>
              <a:rPr lang="sr-Latn-BA" sz="2000"/>
              <a:t> funkcija </a:t>
            </a:r>
            <a:r>
              <a:rPr lang="sr-Latn-BA" sz="2000" dirty="0"/>
              <a:t>– kastovanje u referencu </a:t>
            </a:r>
            <a:r>
              <a:rPr lang="sr-Latn-BA" sz="2000"/>
              <a:t>na R-vrijednosti</a:t>
            </a:r>
            <a:r>
              <a:rPr lang="en-US" sz="2000"/>
              <a:t> (</a:t>
            </a:r>
            <a:r>
              <a:rPr lang="en-US" sz="2000" b="1">
                <a:latin typeface="Consolas" panose="020B0609020204030204" pitchFamily="49" charset="0"/>
              </a:rPr>
              <a:t>&lt;utility&gt;</a:t>
            </a:r>
            <a:r>
              <a:rPr lang="en-US" sz="2000"/>
              <a:t> biblioteka)</a:t>
            </a:r>
            <a:endParaRPr lang="en-US" sz="2000" dirty="0"/>
          </a:p>
          <a:p>
            <a:r>
              <a:rPr lang="en-US" sz="2000" dirty="0"/>
              <a:t>Kompajler nekada </a:t>
            </a:r>
            <a:r>
              <a:rPr lang="sr-Latn-BA" sz="2000" dirty="0"/>
              <a:t>ne može izbjeći kopiranje privremenih objekata, ali </a:t>
            </a:r>
            <a:r>
              <a:rPr lang="en-US" sz="2000" dirty="0"/>
              <a:t>mo</a:t>
            </a:r>
            <a:r>
              <a:rPr lang="sr-Latn-BA" sz="2000" dirty="0"/>
              <a:t>že iskoristiti pomjerajući konstruktor umjesto konstruktora kopije</a:t>
            </a:r>
          </a:p>
          <a:p>
            <a:r>
              <a:rPr lang="sr-Latn-BA" sz="2000" dirty="0"/>
              <a:t>Cilj: </a:t>
            </a:r>
            <a:r>
              <a:rPr lang="sr-Latn-BA" sz="2000" b="1" dirty="0"/>
              <a:t>bolje performanse onda kada nije ni potrebno praviti kopiju</a:t>
            </a:r>
            <a:r>
              <a:rPr lang="en-US" sz="2000" b="1" dirty="0"/>
              <a:t>, a ne mo</a:t>
            </a:r>
            <a:r>
              <a:rPr lang="sr-Latn-BA" sz="2000" b="1" dirty="0"/>
              <a:t>že se izvršiti izbjegavanje kopiranja ili kreiranja privremenih objekata</a:t>
            </a:r>
          </a:p>
        </p:txBody>
      </p:sp>
    </p:spTree>
    <p:extLst>
      <p:ext uri="{BB962C8B-B14F-4D97-AF65-F5344CB8AC3E}">
        <p14:creationId xmlns:p14="http://schemas.microsoft.com/office/powerpoint/2010/main" val="120784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095B-7FE5-4732-85A6-3D55F951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Pomjeraju</a:t>
            </a:r>
            <a:r>
              <a:rPr lang="sr-Latn-BA" dirty="0"/>
              <a:t>ći konstruktor (</a:t>
            </a:r>
            <a:r>
              <a:rPr lang="sr-Latn-BA" i="1" dirty="0"/>
              <a:t>move constructor</a:t>
            </a:r>
            <a:r>
              <a:rPr lang="sr-Latn-BA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8E5F3-9E7B-45C6-86C2-C4A571D3C3C6}"/>
              </a:ext>
            </a:extLst>
          </p:cNvPr>
          <p:cNvSpPr txBox="1"/>
          <p:nvPr/>
        </p:nvSpPr>
        <p:spPr>
          <a:xfrm>
            <a:off x="492487" y="1619253"/>
            <a:ext cx="11035576" cy="52387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 rtlCol="0">
            <a:noAutofit/>
          </a:bodyPr>
          <a:lstStyle/>
          <a:p>
            <a:r>
              <a:rPr lang="sr-Latn-BA" sz="16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sr-Latn-BA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3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3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3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sr-Latn-BA" sz="13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300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4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"A "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en-US" sz="1400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sr-Latn-BA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3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3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3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3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3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en-US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4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"A</a:t>
            </a:r>
            <a:r>
              <a:rPr lang="en-US" sz="1400" b="1">
                <a:solidFill>
                  <a:srgbClr val="A31515"/>
                </a:solidFill>
                <a:latin typeface="Consolas" panose="020B0609020204030204" pitchFamily="49" charset="0"/>
              </a:rPr>
              <a:t>&amp;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en-US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sr-Latn-BA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&amp;&amp;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      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A&amp;&amp; 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}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sz="13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3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3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sr-Latn-BA" sz="13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3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3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3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lang="en-US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4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400" b="1">
                <a:solidFill>
                  <a:srgbClr val="A31515"/>
                </a:solidFill>
                <a:latin typeface="Consolas" panose="020B0609020204030204" pitchFamily="49" charset="0"/>
              </a:rPr>
              <a:t>B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en-US" sz="1200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sr-Latn-BA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3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3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3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3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3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sr-Latn-BA" sz="13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3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13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sr-Latn-BA" sz="13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4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400" b="1">
                <a:solidFill>
                  <a:srgbClr val="A31515"/>
                </a:solidFill>
                <a:latin typeface="Consolas" panose="020B0609020204030204" pitchFamily="49" charset="0"/>
              </a:rPr>
              <a:t>B&amp;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en-US" sz="16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sr-Latn-BA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B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67F99"/>
                </a:solidFill>
                <a:latin typeface="Consolas" panose="020B0609020204030204" pitchFamily="49" charset="0"/>
              </a:rPr>
              <a:t>B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&amp;&amp;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: 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B&amp;&amp; 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   }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sz="13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US" sz="13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  <a:endParaRPr 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sr-Latn-BA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sz="16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x3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x2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=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x3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x4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x5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x6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sr-Latn-BA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4B781-81B2-45A6-BA4C-03A2E1B9176B}"/>
              </a:ext>
            </a:extLst>
          </p:cNvPr>
          <p:cNvSpPr txBox="1"/>
          <p:nvPr/>
        </p:nvSpPr>
        <p:spPr>
          <a:xfrm>
            <a:off x="7924191" y="3630986"/>
            <a:ext cx="360387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 B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A&amp; B&amp;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A&amp; B&amp;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greška</a:t>
            </a:r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operator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obrisan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ništa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ništa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A&amp; B&amp;</a:t>
            </a:r>
            <a:endParaRPr lang="pt-BR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 B </a:t>
            </a:r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A&amp; B&amp;&amp; A&amp; B&amp;&amp;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sr-Latn-BA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75328-29BA-47BC-B2D3-2527E7598CA3}"/>
              </a:ext>
            </a:extLst>
          </p:cNvPr>
          <p:cNvSpPr txBox="1"/>
          <p:nvPr/>
        </p:nvSpPr>
        <p:spPr>
          <a:xfrm>
            <a:off x="8106098" y="1642855"/>
            <a:ext cx="32048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FF0000"/>
                </a:solidFill>
              </a:rPr>
              <a:t>Za ovaj primjer su manuelno isključene kompajlerske optimizacije (da bi se izbjegla elizija kopiranja i optimizacija povratnih vrijednosti) i podešen je standard C++14</a:t>
            </a:r>
          </a:p>
        </p:txBody>
      </p:sp>
    </p:spTree>
    <p:extLst>
      <p:ext uri="{BB962C8B-B14F-4D97-AF65-F5344CB8AC3E}">
        <p14:creationId xmlns:p14="http://schemas.microsoft.com/office/powerpoint/2010/main" val="3841179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095B-7FE5-4732-85A6-3D55F951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Pomjeraju</a:t>
            </a:r>
            <a:r>
              <a:rPr lang="sr-Latn-BA" dirty="0"/>
              <a:t>ći konstruktor (</a:t>
            </a:r>
            <a:r>
              <a:rPr lang="sr-Latn-BA" i="1" dirty="0"/>
              <a:t>move constructor</a:t>
            </a:r>
            <a:r>
              <a:rPr lang="sr-Latn-BA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48E5F3-9E7B-45C6-86C2-C4A571D3C3C6}"/>
              </a:ext>
            </a:extLst>
          </p:cNvPr>
          <p:cNvSpPr txBox="1"/>
          <p:nvPr/>
        </p:nvSpPr>
        <p:spPr>
          <a:xfrm>
            <a:off x="492487" y="1619253"/>
            <a:ext cx="11035576" cy="52387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BA" sz="1200" b="1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</a:rPr>
              <a:t>#include</a:t>
            </a:r>
            <a:r>
              <a:rPr kumimoji="0" lang="sr-Latn-BA" sz="1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sr-Latn-BA" sz="1200" b="1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</a:rPr>
              <a:t>&lt;</a:t>
            </a:r>
            <a:r>
              <a:rPr kumimoji="0" lang="sr-Latn-BA" sz="1200" b="1" i="0" u="none" strike="noStrike" kern="1200" cap="none" spc="0" normalizeH="0" baseline="0" noProof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</a:rPr>
              <a:t>iostream&gt;</a:t>
            </a:r>
          </a:p>
          <a:p>
            <a:pPr>
              <a:defRPr/>
            </a:pPr>
            <a:r>
              <a:rPr lang="sr-Latn-BA" sz="1200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sz="1200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sr-Latn-BA" sz="1200" b="1">
                <a:solidFill>
                  <a:srgbClr val="A31515"/>
                </a:solidFill>
                <a:latin typeface="Consolas" panose="020B0609020204030204" pitchFamily="49" charset="0"/>
              </a:rPr>
              <a:t>&lt;utility&gt;</a:t>
            </a:r>
            <a:endParaRPr lang="sr-Latn-BA" sz="12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BA" sz="13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sr-Latn-BA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sr-Latn-BA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 </a:t>
            </a:r>
            <a:endParaRPr kumimoji="0" lang="sr-Latn-BA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public:</a:t>
            </a:r>
            <a:endParaRPr kumimoji="0" lang="sr-Latn-BA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lvl="0">
              <a:defRPr/>
            </a:pP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sr-Latn-BA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{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4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"A "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kumimoji="0" lang="sr-Latn-BA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&amp;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other</a:t>
            </a:r>
            <a:r>
              <a:rPr kumimoji="0" lang="sr-Latn-BA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  <a:r>
              <a:rPr lang="en-US" sz="13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4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"A</a:t>
            </a:r>
            <a:r>
              <a:rPr lang="en-US" sz="1400" b="1">
                <a:solidFill>
                  <a:srgbClr val="A31515"/>
                </a:solidFill>
                <a:latin typeface="Consolas" panose="020B0609020204030204" pitchFamily="49" charset="0"/>
              </a:rPr>
              <a:t>&amp;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r>
              <a:rPr kumimoji="0" lang="sr-Latn-BA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sr-Latn-BA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sr-Latn-BA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&amp;&amp;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other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A&amp;&amp; 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}</a:t>
            </a:r>
            <a:endParaRPr kumimoji="0" lang="sr-Latn-BA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class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public:</a:t>
            </a:r>
            <a:endParaRPr kumimoji="0" lang="sr-Latn-BA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lvl="0">
              <a:defRPr/>
            </a:pP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r>
              <a:rPr kumimoji="0" lang="sr-Latn-BA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 {</a:t>
            </a: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4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400" b="1">
                <a:solidFill>
                  <a:srgbClr val="A31515"/>
                </a:solidFill>
                <a:latin typeface="Consolas" panose="020B0609020204030204" pitchFamily="49" charset="0"/>
              </a:rPr>
              <a:t>B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en-US" sz="1400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kumimoji="0" lang="sr-Latn-BA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sr-Latn-BA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const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&amp;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other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: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other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r>
              <a:rPr kumimoji="0" lang="sr-Latn-BA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  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4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“</a:t>
            </a:r>
            <a:r>
              <a:rPr lang="en-US" sz="1400" b="1">
                <a:solidFill>
                  <a:srgbClr val="A31515"/>
                </a:solidFill>
                <a:latin typeface="Consolas" panose="020B0609020204030204" pitchFamily="49" charset="0"/>
              </a:rPr>
              <a:t>B&amp;</a:t>
            </a:r>
            <a:r>
              <a:rPr lang="sr-Latn-BA" sz="1400" b="1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r>
              <a:rPr lang="en-US" sz="1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sr-Latn-BA" sz="12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kumimoji="0" lang="sr-Latn-BA" sz="13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 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lang="en-US" sz="14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pl-PL" sz="16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l-PL" sz="16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other.a se kastuje </a:t>
            </a:r>
            <a:r>
              <a:rPr lang="pl-PL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u referencu </a:t>
            </a:r>
            <a:r>
              <a:rPr lang="en-US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na </a:t>
            </a:r>
            <a:r>
              <a:rPr lang="pl-PL" sz="1600" b="1" dirty="0">
                <a:solidFill>
                  <a:srgbClr val="008000"/>
                </a:solidFill>
                <a:latin typeface="Consolas" panose="020B0609020204030204" pitchFamily="49" charset="0"/>
              </a:rPr>
              <a:t>rval</a:t>
            </a:r>
            <a:endParaRPr kumimoji="0" lang="sr-Latn-BA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   </a:t>
            </a: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</a:rPr>
              <a:t>B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</a:rPr>
              <a:t>B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</a:rPr>
              <a:t>&amp;&amp;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</a:rPr>
              <a:t>other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) : 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</a:rPr>
              <a:t>a</a:t>
            </a: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lang="sr-Latn-BA" sz="17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sz="17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sr-Latn-BA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7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sz="17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17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) </a:t>
            </a:r>
          </a:p>
          <a:p>
            <a:pPr>
              <a:defRPr/>
            </a:pPr>
            <a:r>
              <a:rPr lang="en-US" sz="1700" b="1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{</a:t>
            </a: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       </a:t>
            </a:r>
            <a:r>
              <a:rPr lang="sr-Latn-BA" sz="1600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sz="1600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b="1">
                <a:solidFill>
                  <a:srgbClr val="A31515"/>
                </a:solidFill>
                <a:latin typeface="Consolas" panose="020B0609020204030204" pitchFamily="49" charset="0"/>
              </a:rPr>
              <a:t>B&amp;&amp; </a:t>
            </a:r>
            <a:r>
              <a:rPr lang="sr-Latn-BA" sz="1600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sz="1600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  <a:endParaRPr lang="en-US" sz="1600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</a:rPr>
              <a:t>   }</a:t>
            </a:r>
            <a:endParaRPr kumimoji="0" lang="en-US" sz="17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r-Latn-BA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};</a:t>
            </a:r>
            <a:endParaRPr kumimoji="0" lang="en-US" sz="13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r>
              <a:rPr lang="sr-Latn-BA" sz="1600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  <a:endParaRPr lang="en-US" sz="1600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sr-Latn-BA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16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sz="1600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sz="1600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sz="16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sr-Latn-BA" sz="16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x3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x2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=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x3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x4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x5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x2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x1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x6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sr-Latn-BA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F4B781-81B2-45A6-BA4C-03A2E1B9176B}"/>
              </a:ext>
            </a:extLst>
          </p:cNvPr>
          <p:cNvSpPr txBox="1"/>
          <p:nvPr/>
        </p:nvSpPr>
        <p:spPr>
          <a:xfrm>
            <a:off x="7924191" y="3630986"/>
            <a:ext cx="3603872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 B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A&amp; B&amp;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A&amp; B&amp;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greška</a:t>
            </a:r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operator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obrisan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ništa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ništa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A&amp; B&amp;</a:t>
            </a:r>
            <a:endParaRPr lang="pt-BR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 B </a:t>
            </a:r>
            <a:r>
              <a:rPr lang="pt-BR" b="1" dirty="0">
                <a:solidFill>
                  <a:srgbClr val="008000"/>
                </a:solidFill>
                <a:latin typeface="Consolas" panose="020B0609020204030204" pitchFamily="49" charset="0"/>
              </a:rPr>
              <a:t>A&amp;&amp; B&amp;&amp; A&amp;&amp; B&amp;&amp;</a:t>
            </a: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pt-BR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sr-Latn-BA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75328-29BA-47BC-B2D3-2527E7598CA3}"/>
              </a:ext>
            </a:extLst>
          </p:cNvPr>
          <p:cNvSpPr txBox="1"/>
          <p:nvPr/>
        </p:nvSpPr>
        <p:spPr>
          <a:xfrm>
            <a:off x="8106098" y="1642855"/>
            <a:ext cx="32048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FF0000"/>
                </a:solidFill>
              </a:rPr>
              <a:t>Za ovaj primjer su manuelno isključene kompajlerske optimizacije (da bi se izbjegla elizija kopiranja i optimizacija povratnih vrijednosti) i podešen je standard C++14</a:t>
            </a:r>
          </a:p>
        </p:txBody>
      </p:sp>
    </p:spTree>
    <p:extLst>
      <p:ext uri="{BB962C8B-B14F-4D97-AF65-F5344CB8AC3E}">
        <p14:creationId xmlns:p14="http://schemas.microsoft.com/office/powerpoint/2010/main" val="48828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D5CF5-5FAC-45F2-A6D4-C493CB891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Obrisani konstruktor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94E29-66EB-4059-B9A4-5F97C7EB4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BA" dirty="0"/>
              <a:t>Moguće je manuelno obrisati neki konstruktor</a:t>
            </a:r>
            <a:endParaRPr lang="en-US" dirty="0"/>
          </a:p>
          <a:p>
            <a:r>
              <a:rPr lang="en-US" dirty="0"/>
              <a:t>Sintaksa: </a:t>
            </a:r>
            <a:r>
              <a:rPr lang="en-US" b="1" dirty="0">
                <a:latin typeface="Consolas" panose="020B0609020204030204" pitchFamily="49" charset="0"/>
              </a:rPr>
              <a:t>A(…) = delete</a:t>
            </a:r>
          </a:p>
          <a:p>
            <a:r>
              <a:rPr lang="sr-Latn-BA" dirty="0"/>
              <a:t>Primjer: onemogućavanje </a:t>
            </a:r>
            <a:r>
              <a:rPr lang="sr-Latn-BA"/>
              <a:t>kopirajuće konstrukcije</a:t>
            </a:r>
            <a:endParaRPr lang="en-US" b="1" dirty="0">
              <a:latin typeface="Consolas" panose="020B0609020204030204" pitchFamily="49" charset="0"/>
            </a:endParaRPr>
          </a:p>
          <a:p>
            <a:endParaRPr lang="sr-Latn-BA" dirty="0"/>
          </a:p>
          <a:p>
            <a:endParaRPr lang="sr-Latn-B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BF7103-CF06-4AF5-A2F4-3B2F9DE0E97C}"/>
              </a:ext>
            </a:extLst>
          </p:cNvPr>
          <p:cNvSpPr txBox="1"/>
          <p:nvPr/>
        </p:nvSpPr>
        <p:spPr>
          <a:xfrm>
            <a:off x="4429125" y="3739713"/>
            <a:ext cx="3333751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{}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7157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Operator dodjele</a:t>
            </a:r>
            <a:r>
              <a:rPr lang="sr-Latn-BA"/>
              <a:t> i preklapanje operatora dodjele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E00A2-4946-4671-9555-2E91BC0BE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08394"/>
          </a:xfrm>
        </p:spPr>
        <p:txBody>
          <a:bodyPr>
            <a:normAutofit fontScale="70000" lnSpcReduction="20000"/>
          </a:bodyPr>
          <a:lstStyle/>
          <a:p>
            <a:r>
              <a:rPr lang="sr-Latn-BA"/>
              <a:t>Inicijalizacija (konstrukcija) i dodjela nije isto!</a:t>
            </a:r>
          </a:p>
          <a:p>
            <a:r>
              <a:rPr lang="sr-Latn-BA"/>
              <a:t>Implicitno </a:t>
            </a:r>
            <a:r>
              <a:rPr lang="sr-Latn-BA" dirty="0"/>
              <a:t>deklarisani operator dodjele (</a:t>
            </a:r>
            <a:r>
              <a:rPr lang="en-US" b="1" dirty="0">
                <a:latin typeface="Consolas" panose="020B0609020204030204" pitchFamily="49" charset="0"/>
              </a:rPr>
              <a:t>=</a:t>
            </a:r>
            <a:r>
              <a:rPr lang="en-US" dirty="0"/>
              <a:t>) vr</a:t>
            </a:r>
            <a:r>
              <a:rPr lang="sr-Latn-BA" dirty="0"/>
              <a:t>ši </a:t>
            </a:r>
            <a:r>
              <a:rPr lang="en-US" dirty="0"/>
              <a:t>plitko kopiranje</a:t>
            </a:r>
            <a:endParaRPr lang="sr-Latn-BA" dirty="0"/>
          </a:p>
          <a:p>
            <a:r>
              <a:rPr lang="sr-Latn-BA" dirty="0"/>
              <a:t>Operatori dodjele se mogu obrisati sa </a:t>
            </a:r>
            <a:r>
              <a:rPr lang="en-US" b="1" dirty="0">
                <a:latin typeface="Consolas" panose="020B0609020204030204" pitchFamily="49" charset="0"/>
              </a:rPr>
              <a:t>= delete</a:t>
            </a:r>
            <a:endParaRPr lang="sr-Latn-BA" b="1" dirty="0">
              <a:latin typeface="Consolas" panose="020B0609020204030204" pitchFamily="49" charset="0"/>
            </a:endParaRPr>
          </a:p>
          <a:p>
            <a:r>
              <a:rPr lang="en-US"/>
              <a:t>Korisni</a:t>
            </a:r>
            <a:r>
              <a:rPr lang="sr-Latn-BA"/>
              <a:t>čki definisani operato</a:t>
            </a:r>
            <a:r>
              <a:rPr lang="en-US"/>
              <a:t>r dodjele (preklopljeni operator dodjele)</a:t>
            </a:r>
            <a:endParaRPr lang="sr-Latn-BA"/>
          </a:p>
          <a:p>
            <a:r>
              <a:rPr lang="en-US"/>
              <a:t>Kopiraju</a:t>
            </a:r>
            <a:r>
              <a:rPr lang="sr-Latn-BA" dirty="0"/>
              <a:t>ći operator dodjele (</a:t>
            </a:r>
            <a:r>
              <a:rPr lang="sr-Latn-BA" i="1" dirty="0"/>
              <a:t>copy assignment operator</a:t>
            </a:r>
            <a:r>
              <a:rPr lang="sr-Latn-BA" dirty="0"/>
              <a:t>)</a:t>
            </a:r>
            <a:endParaRPr lang="en-US" dirty="0"/>
          </a:p>
          <a:p>
            <a:r>
              <a:rPr lang="sr-Latn-BA"/>
              <a:t>Pomjerajući </a:t>
            </a:r>
            <a:r>
              <a:rPr lang="sr-Latn-BA" dirty="0"/>
              <a:t>operator dodjele (</a:t>
            </a:r>
            <a:r>
              <a:rPr lang="sr-Latn-BA" i="1" dirty="0"/>
              <a:t>move assignment operator</a:t>
            </a:r>
            <a:r>
              <a:rPr lang="sr-Latn-BA" dirty="0"/>
              <a:t>)</a:t>
            </a:r>
            <a:endParaRPr lang="en-US" dirty="0"/>
          </a:p>
          <a:p>
            <a:r>
              <a:rPr lang="en-US" dirty="0"/>
              <a:t>Ulan</a:t>
            </a:r>
            <a:r>
              <a:rPr lang="sr-Latn-BA" dirty="0"/>
              <a:t>č</a:t>
            </a:r>
            <a:r>
              <a:rPr lang="en-US" dirty="0"/>
              <a:t>a</a:t>
            </a:r>
            <a:r>
              <a:rPr lang="sr-Latn-BA" dirty="0"/>
              <a:t>no pozivanje – omogućiti da se rezultat koristi kao operand</a:t>
            </a:r>
            <a:endParaRPr lang="en-US" dirty="0"/>
          </a:p>
          <a:p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0AD07-3C8D-49CC-B148-899408FE61AD}"/>
              </a:ext>
            </a:extLst>
          </p:cNvPr>
          <p:cNvSpPr txBox="1"/>
          <p:nvPr/>
        </p:nvSpPr>
        <p:spPr>
          <a:xfrm>
            <a:off x="1623874" y="4438583"/>
            <a:ext cx="4086688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&amp;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dispose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60AA96-F7C7-4D5F-91BE-D619547D85AB}"/>
              </a:ext>
            </a:extLst>
          </p:cNvPr>
          <p:cNvSpPr txBox="1"/>
          <p:nvPr/>
        </p:nvSpPr>
        <p:spPr>
          <a:xfrm>
            <a:off x="5710561" y="4436301"/>
            <a:ext cx="4857565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&amp;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dispose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-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8026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F095B-7FE5-4732-85A6-3D55F951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Delegirajući konstruktor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B5D20-F00E-48BA-9489-557C69201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 dirty="0"/>
              <a:t>Konstruktor koji poziva drugi konstruktor (u inicijalizatorskoj listi)</a:t>
            </a:r>
          </a:p>
          <a:p>
            <a:r>
              <a:rPr lang="sr-Latn-BA" dirty="0"/>
              <a:t>Prvo se izvrši drugi konstruktor, a zatim delegirajući konstruktor</a:t>
            </a:r>
          </a:p>
          <a:p>
            <a:pPr lvl="1"/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AB34B1-4F80-42B9-9909-C1CDDA419EB9}"/>
              </a:ext>
            </a:extLst>
          </p:cNvPr>
          <p:cNvSpPr txBox="1"/>
          <p:nvPr/>
        </p:nvSpPr>
        <p:spPr>
          <a:xfrm>
            <a:off x="2552700" y="3258265"/>
            <a:ext cx="7086600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Rectangle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127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D5CF5-5FAC-45F2-A6D4-C493CB891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Konstruktor konverzije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94E29-66EB-4059-B9A4-5F97C7EB4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BA" dirty="0"/>
              <a:t>Konstruktor konverzije – omogućava konverziju iz nekog drugog tipa</a:t>
            </a:r>
          </a:p>
          <a:p>
            <a:r>
              <a:rPr lang="sr-Latn-BA" dirty="0"/>
              <a:t>Potpis konstruktora: </a:t>
            </a:r>
            <a:r>
              <a:rPr lang="sr-Latn-BA" b="1" dirty="0">
                <a:latin typeface="Consolas" panose="020B0609020204030204" pitchFamily="49" charset="0"/>
              </a:rPr>
              <a:t>T(</a:t>
            </a:r>
            <a:r>
              <a:rPr lang="en-US" b="1" dirty="0">
                <a:latin typeface="Consolas" panose="020B0609020204030204" pitchFamily="49" charset="0"/>
              </a:rPr>
              <a:t>U)</a:t>
            </a:r>
          </a:p>
          <a:p>
            <a:r>
              <a:rPr lang="sr-Latn-BA" dirty="0"/>
              <a:t>Konstruktor</a:t>
            </a:r>
            <a:r>
              <a:rPr lang="en-US" dirty="0"/>
              <a:t>i</a:t>
            </a:r>
            <a:r>
              <a:rPr lang="sr-Latn-BA" dirty="0"/>
              <a:t> konverzije se implicitno koriste pri inicijalizaciji</a:t>
            </a:r>
            <a:endParaRPr lang="en-US" dirty="0">
              <a:latin typeface="Consolas" panose="020B0609020204030204" pitchFamily="49" charset="0"/>
            </a:endParaRPr>
          </a:p>
          <a:p>
            <a:endParaRPr lang="sr-Latn-BA" dirty="0"/>
          </a:p>
          <a:p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A91F1-9095-4F63-9412-D52930A9DBC9}"/>
              </a:ext>
            </a:extLst>
          </p:cNvPr>
          <p:cNvSpPr txBox="1"/>
          <p:nvPr/>
        </p:nvSpPr>
        <p:spPr>
          <a:xfrm>
            <a:off x="1952625" y="3440053"/>
            <a:ext cx="8286750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{};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... */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Complex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5.0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3.2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75743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D5CF5-5FAC-45F2-A6D4-C493CB891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Eksplicitni konstruktor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94E29-66EB-4059-B9A4-5F97C7EB4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BA" dirty="0"/>
              <a:t>Problem s konverzijama – nesmislene implicitne konverzije</a:t>
            </a:r>
            <a:endParaRPr lang="en-US" dirty="0"/>
          </a:p>
          <a:p>
            <a:r>
              <a:rPr lang="en-US" dirty="0"/>
              <a:t>Rje</a:t>
            </a:r>
            <a:r>
              <a:rPr lang="sr-Latn-BA" dirty="0"/>
              <a:t>šenje je ključna riječ </a:t>
            </a:r>
            <a:r>
              <a:rPr lang="sr-Latn-BA" b="1" dirty="0">
                <a:latin typeface="Consolas" panose="020B0609020204030204" pitchFamily="49" charset="0"/>
              </a:rPr>
              <a:t>explicit</a:t>
            </a:r>
            <a:r>
              <a:rPr lang="sr-Latn-BA" dirty="0"/>
              <a:t> – eksplicitni konstruktor</a:t>
            </a:r>
            <a:endParaRPr lang="en-US" b="1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sr-Latn-BA" dirty="0"/>
          </a:p>
          <a:p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A91F1-9095-4F63-9412-D52930A9DBC9}"/>
              </a:ext>
            </a:extLst>
          </p:cNvPr>
          <p:cNvSpPr txBox="1"/>
          <p:nvPr/>
        </p:nvSpPr>
        <p:spPr>
          <a:xfrm>
            <a:off x="190499" y="2809835"/>
            <a:ext cx="5819775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capacity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capacity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: 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capacity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capacity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        /* ... */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 /* ... */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arr1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 // OK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arr2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 // ?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098658"/>
                </a:solidFill>
                <a:latin typeface="Consolas" panose="020B0609020204030204" pitchFamily="49" charset="0"/>
              </a:rPr>
              <a:t>3.2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 // !?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6F361C-AF6A-458F-9806-ACC7BE5CE13F}"/>
              </a:ext>
            </a:extLst>
          </p:cNvPr>
          <p:cNvSpPr txBox="1"/>
          <p:nvPr/>
        </p:nvSpPr>
        <p:spPr>
          <a:xfrm>
            <a:off x="6010274" y="2809835"/>
            <a:ext cx="5972175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capacity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explicit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Array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capacity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: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capacity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capacity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        /* ... */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 /* ... */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arr1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 // OK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arr2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 // kompajlerska greška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3.2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 // kompajlerska greška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57214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1610</TotalTime>
  <Words>2966</Words>
  <Application>Microsoft Office PowerPoint</Application>
  <PresentationFormat>Widescreen</PresentationFormat>
  <Paragraphs>483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Programski jezici 1</vt:lpstr>
      <vt:lpstr>Plitko kopiranje</vt:lpstr>
      <vt:lpstr>Plitko kopiranje</vt:lpstr>
      <vt:lpstr>Plitko kopiranje</vt:lpstr>
      <vt:lpstr>Duboko kopiranje</vt:lpstr>
      <vt:lpstr>Konstruktor kopije</vt:lpstr>
      <vt:lpstr>Konstruktor kopije (copy constructor)</vt:lpstr>
      <vt:lpstr>Konstruktor kopije – prije C++17, bez optimizacija</vt:lpstr>
      <vt:lpstr>Konstruktor kopije – C++17+, sa optimizacijama</vt:lpstr>
      <vt:lpstr>Pomjerajući konstruktor (move constructor)</vt:lpstr>
      <vt:lpstr>Pomjerajući konstruktor (move constructor)</vt:lpstr>
      <vt:lpstr>Pomjerajući konstruktor (move constructor)</vt:lpstr>
      <vt:lpstr>Obrisani konstruktor</vt:lpstr>
      <vt:lpstr>Operator dodjele i preklapanje operatora dodjele</vt:lpstr>
      <vt:lpstr>Delegirajući konstruktor</vt:lpstr>
      <vt:lpstr>Konstruktor konverzije</vt:lpstr>
      <vt:lpstr>Eksplicitni konstruktor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jezici 1</dc:title>
  <dc:creator>Stefan Novaković</dc:creator>
  <cp:lastModifiedBy>Stefan Novaković</cp:lastModifiedBy>
  <cp:revision>6</cp:revision>
  <dcterms:created xsi:type="dcterms:W3CDTF">2021-09-29T13:55:43Z</dcterms:created>
  <dcterms:modified xsi:type="dcterms:W3CDTF">2023-11-06T13:49:28Z</dcterms:modified>
</cp:coreProperties>
</file>