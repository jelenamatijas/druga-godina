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79" r:id="rId2"/>
    <p:sldId id="289" r:id="rId3"/>
    <p:sldId id="290" r:id="rId4"/>
    <p:sldId id="291" r:id="rId5"/>
    <p:sldId id="292" r:id="rId6"/>
    <p:sldId id="280" r:id="rId7"/>
    <p:sldId id="293" r:id="rId8"/>
    <p:sldId id="361" r:id="rId9"/>
    <p:sldId id="288" r:id="rId10"/>
    <p:sldId id="365" r:id="rId11"/>
    <p:sldId id="331" r:id="rId12"/>
    <p:sldId id="364" r:id="rId13"/>
    <p:sldId id="366" r:id="rId14"/>
    <p:sldId id="363" r:id="rId15"/>
    <p:sldId id="339" r:id="rId16"/>
    <p:sldId id="340" r:id="rId17"/>
    <p:sldId id="324" r:id="rId18"/>
    <p:sldId id="327" r:id="rId19"/>
    <p:sldId id="326" r:id="rId20"/>
    <p:sldId id="329" r:id="rId21"/>
    <p:sldId id="330" r:id="rId22"/>
    <p:sldId id="356" r:id="rId23"/>
    <p:sldId id="374" r:id="rId24"/>
    <p:sldId id="343" r:id="rId25"/>
    <p:sldId id="357" r:id="rId26"/>
    <p:sldId id="375" r:id="rId27"/>
    <p:sldId id="376" r:id="rId28"/>
    <p:sldId id="367" r:id="rId29"/>
    <p:sldId id="368" r:id="rId30"/>
    <p:sldId id="369" r:id="rId31"/>
    <p:sldId id="370" r:id="rId32"/>
    <p:sldId id="371" r:id="rId33"/>
    <p:sldId id="372" r:id="rId34"/>
    <p:sldId id="351" r:id="rId35"/>
    <p:sldId id="352" r:id="rId36"/>
    <p:sldId id="353" r:id="rId37"/>
    <p:sldId id="354" r:id="rId38"/>
    <p:sldId id="360" r:id="rId39"/>
    <p:sldId id="355" r:id="rId40"/>
    <p:sldId id="37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MSI" id="{C3CF9660-D4FE-428E-821F-124F8D1AC74D}">
          <p14:sldIdLst>
            <p14:sldId id="279"/>
            <p14:sldId id="289"/>
            <p14:sldId id="290"/>
            <p14:sldId id="291"/>
            <p14:sldId id="292"/>
            <p14:sldId id="280"/>
            <p14:sldId id="293"/>
            <p14:sldId id="361"/>
            <p14:sldId id="288"/>
            <p14:sldId id="365"/>
            <p14:sldId id="331"/>
            <p14:sldId id="364"/>
            <p14:sldId id="366"/>
            <p14:sldId id="363"/>
            <p14:sldId id="339"/>
            <p14:sldId id="340"/>
            <p14:sldId id="324"/>
            <p14:sldId id="327"/>
            <p14:sldId id="326"/>
            <p14:sldId id="329"/>
            <p14:sldId id="330"/>
            <p14:sldId id="356"/>
            <p14:sldId id="374"/>
            <p14:sldId id="343"/>
            <p14:sldId id="357"/>
            <p14:sldId id="375"/>
            <p14:sldId id="376"/>
            <p14:sldId id="367"/>
            <p14:sldId id="368"/>
            <p14:sldId id="369"/>
            <p14:sldId id="370"/>
            <p14:sldId id="371"/>
            <p14:sldId id="372"/>
            <p14:sldId id="351"/>
            <p14:sldId id="352"/>
            <p14:sldId id="353"/>
            <p14:sldId id="354"/>
            <p14:sldId id="360"/>
            <p14:sldId id="355"/>
            <p14:sldId id="3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84B6"/>
    <a:srgbClr val="008000"/>
    <a:srgbClr val="FFDE57"/>
    <a:srgbClr val="646464"/>
    <a:srgbClr val="267F99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6A655-7A32-4A2A-9162-CEBCF7C0B8C7}" v="229" dt="2025-05-21T14:58:39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9" autoAdjust="0"/>
  </p:normalViewPr>
  <p:slideViewPr>
    <p:cSldViewPr snapToGrid="0">
      <p:cViewPr varScale="1">
        <p:scale>
          <a:sx n="67" d="100"/>
          <a:sy n="67" d="100"/>
        </p:scale>
        <p:origin x="1267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80" y="41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29171BC3-3128-4F04-83C2-6594F22A7C43}"/>
    <pc:docChg chg="undo custSel addSld delSld modSld modSection">
      <pc:chgData name="Stefan Novaković" userId="48d5634ac72bd80c" providerId="LiveId" clId="{29171BC3-3128-4F04-83C2-6594F22A7C43}" dt="2025-05-20T09:56:22.952" v="542" actId="20577"/>
      <pc:docMkLst>
        <pc:docMk/>
      </pc:docMkLst>
      <pc:sldChg chg="modSp mod">
        <pc:chgData name="Stefan Novaković" userId="48d5634ac72bd80c" providerId="LiveId" clId="{29171BC3-3128-4F04-83C2-6594F22A7C43}" dt="2025-05-20T09:38:29.347" v="273" actId="1076"/>
        <pc:sldMkLst>
          <pc:docMk/>
          <pc:sldMk cId="1100665558" sldId="324"/>
        </pc:sldMkLst>
        <pc:spChg chg="mod">
          <ac:chgData name="Stefan Novaković" userId="48d5634ac72bd80c" providerId="LiveId" clId="{29171BC3-3128-4F04-83C2-6594F22A7C43}" dt="2025-05-20T09:38:24.924" v="272" actId="20577"/>
          <ac:spMkLst>
            <pc:docMk/>
            <pc:sldMk cId="1100665558" sldId="324"/>
            <ac:spMk id="3" creationId="{EFCF49B1-56B4-4402-5F38-0803D57DCF61}"/>
          </ac:spMkLst>
        </pc:spChg>
        <pc:spChg chg="mod">
          <ac:chgData name="Stefan Novaković" userId="48d5634ac72bd80c" providerId="LiveId" clId="{29171BC3-3128-4F04-83C2-6594F22A7C43}" dt="2025-05-20T09:38:29.347" v="273" actId="1076"/>
          <ac:spMkLst>
            <pc:docMk/>
            <pc:sldMk cId="1100665558" sldId="324"/>
            <ac:spMk id="4" creationId="{29FE68AF-990D-0421-F2C8-80A20B825EA6}"/>
          </ac:spMkLst>
        </pc:spChg>
      </pc:sldChg>
      <pc:sldChg chg="add del">
        <pc:chgData name="Stefan Novaković" userId="48d5634ac72bd80c" providerId="LiveId" clId="{29171BC3-3128-4F04-83C2-6594F22A7C43}" dt="2025-05-20T09:30:45.320" v="157" actId="47"/>
        <pc:sldMkLst>
          <pc:docMk/>
          <pc:sldMk cId="1079414909" sldId="347"/>
        </pc:sldMkLst>
      </pc:sldChg>
      <pc:sldChg chg="del">
        <pc:chgData name="Stefan Novaković" userId="48d5634ac72bd80c" providerId="LiveId" clId="{29171BC3-3128-4F04-83C2-6594F22A7C43}" dt="2025-05-20T09:30:44.133" v="156" actId="47"/>
        <pc:sldMkLst>
          <pc:docMk/>
          <pc:sldMk cId="2561799829" sldId="348"/>
        </pc:sldMkLst>
      </pc:sldChg>
      <pc:sldChg chg="del">
        <pc:chgData name="Stefan Novaković" userId="48d5634ac72bd80c" providerId="LiveId" clId="{29171BC3-3128-4F04-83C2-6594F22A7C43}" dt="2025-05-20T09:30:42.360" v="155" actId="47"/>
        <pc:sldMkLst>
          <pc:docMk/>
          <pc:sldMk cId="2160884164" sldId="350"/>
        </pc:sldMkLst>
      </pc:sldChg>
      <pc:sldChg chg="modSp mod">
        <pc:chgData name="Stefan Novaković" userId="48d5634ac72bd80c" providerId="LiveId" clId="{29171BC3-3128-4F04-83C2-6594F22A7C43}" dt="2025-05-20T09:43:29.212" v="475" actId="20577"/>
        <pc:sldMkLst>
          <pc:docMk/>
          <pc:sldMk cId="3755985216" sldId="357"/>
        </pc:sldMkLst>
        <pc:spChg chg="mod">
          <ac:chgData name="Stefan Novaković" userId="48d5634ac72bd80c" providerId="LiveId" clId="{29171BC3-3128-4F04-83C2-6594F22A7C43}" dt="2025-05-20T09:43:29.212" v="475" actId="20577"/>
          <ac:spMkLst>
            <pc:docMk/>
            <pc:sldMk cId="3755985216" sldId="357"/>
            <ac:spMk id="3" creationId="{B0D9C4F9-A2D7-B5E0-7151-2220D5C403F9}"/>
          </ac:spMkLst>
        </pc:spChg>
      </pc:sldChg>
      <pc:sldChg chg="del">
        <pc:chgData name="Stefan Novaković" userId="48d5634ac72bd80c" providerId="LiveId" clId="{29171BC3-3128-4F04-83C2-6594F22A7C43}" dt="2025-05-20T09:30:47.218" v="158" actId="47"/>
        <pc:sldMkLst>
          <pc:docMk/>
          <pc:sldMk cId="3124445127" sldId="358"/>
        </pc:sldMkLst>
      </pc:sldChg>
      <pc:sldChg chg="del">
        <pc:chgData name="Stefan Novaković" userId="48d5634ac72bd80c" providerId="LiveId" clId="{29171BC3-3128-4F04-83C2-6594F22A7C43}" dt="2025-05-20T09:30:48.528" v="159" actId="47"/>
        <pc:sldMkLst>
          <pc:docMk/>
          <pc:sldMk cId="3133144790" sldId="359"/>
        </pc:sldMkLst>
      </pc:sldChg>
      <pc:sldChg chg="addSp modSp add mod">
        <pc:chgData name="Stefan Novaković" userId="48d5634ac72bd80c" providerId="LiveId" clId="{29171BC3-3128-4F04-83C2-6594F22A7C43}" dt="2025-05-20T09:56:22.952" v="542" actId="20577"/>
        <pc:sldMkLst>
          <pc:docMk/>
          <pc:sldMk cId="1425139629" sldId="375"/>
        </pc:sldMkLst>
        <pc:spChg chg="mod">
          <ac:chgData name="Stefan Novaković" userId="48d5634ac72bd80c" providerId="LiveId" clId="{29171BC3-3128-4F04-83C2-6594F22A7C43}" dt="2025-05-20T09:56:22.952" v="542" actId="20577"/>
          <ac:spMkLst>
            <pc:docMk/>
            <pc:sldMk cId="1425139629" sldId="375"/>
            <ac:spMk id="3" creationId="{C4D01F16-896D-9482-92CC-0BBDFCB36607}"/>
          </ac:spMkLst>
        </pc:spChg>
        <pc:spChg chg="add mod">
          <ac:chgData name="Stefan Novaković" userId="48d5634ac72bd80c" providerId="LiveId" clId="{29171BC3-3128-4F04-83C2-6594F22A7C43}" dt="2025-05-20T09:36:34.739" v="259" actId="14100"/>
          <ac:spMkLst>
            <pc:docMk/>
            <pc:sldMk cId="1425139629" sldId="375"/>
            <ac:spMk id="4" creationId="{5B8A953F-BC01-B32A-27B5-33B03443A44A}"/>
          </ac:spMkLst>
        </pc:spChg>
        <pc:spChg chg="add mod">
          <ac:chgData name="Stefan Novaković" userId="48d5634ac72bd80c" providerId="LiveId" clId="{29171BC3-3128-4F04-83C2-6594F22A7C43}" dt="2025-05-20T09:53:18.595" v="491" actId="14100"/>
          <ac:spMkLst>
            <pc:docMk/>
            <pc:sldMk cId="1425139629" sldId="375"/>
            <ac:spMk id="5" creationId="{1BB5A5A5-294F-1C78-EC9B-9DB6C642B38D}"/>
          </ac:spMkLst>
        </pc:spChg>
        <pc:spChg chg="add mod">
          <ac:chgData name="Stefan Novaković" userId="48d5634ac72bd80c" providerId="LiveId" clId="{29171BC3-3128-4F04-83C2-6594F22A7C43}" dt="2025-05-20T09:53:34.705" v="496" actId="14100"/>
          <ac:spMkLst>
            <pc:docMk/>
            <pc:sldMk cId="1425139629" sldId="375"/>
            <ac:spMk id="6" creationId="{365C6398-6E56-E2EE-879C-CA0400B35D95}"/>
          </ac:spMkLst>
        </pc:spChg>
        <pc:spChg chg="add mod">
          <ac:chgData name="Stefan Novaković" userId="48d5634ac72bd80c" providerId="LiveId" clId="{29171BC3-3128-4F04-83C2-6594F22A7C43}" dt="2025-05-20T09:29:41.688" v="134"/>
          <ac:spMkLst>
            <pc:docMk/>
            <pc:sldMk cId="1425139629" sldId="375"/>
            <ac:spMk id="7" creationId="{DC044953-F359-D21A-CC84-B52083A83D55}"/>
          </ac:spMkLst>
        </pc:spChg>
        <pc:spChg chg="add mod">
          <ac:chgData name="Stefan Novaković" userId="48d5634ac72bd80c" providerId="LiveId" clId="{29171BC3-3128-4F04-83C2-6594F22A7C43}" dt="2025-05-20T09:29:39.487" v="131"/>
          <ac:spMkLst>
            <pc:docMk/>
            <pc:sldMk cId="1425139629" sldId="375"/>
            <ac:spMk id="8" creationId="{B2536BF8-E30F-0830-0D85-75749B32360F}"/>
          </ac:spMkLst>
        </pc:spChg>
        <pc:spChg chg="add mod">
          <ac:chgData name="Stefan Novaković" userId="48d5634ac72bd80c" providerId="LiveId" clId="{29171BC3-3128-4F04-83C2-6594F22A7C43}" dt="2025-05-20T09:29:41.490" v="133"/>
          <ac:spMkLst>
            <pc:docMk/>
            <pc:sldMk cId="1425139629" sldId="375"/>
            <ac:spMk id="9" creationId="{BCE52D9E-AA87-C4D5-F942-1FF125BCF207}"/>
          </ac:spMkLst>
        </pc:spChg>
        <pc:spChg chg="add mod">
          <ac:chgData name="Stefan Novaković" userId="48d5634ac72bd80c" providerId="LiveId" clId="{29171BC3-3128-4F04-83C2-6594F22A7C43}" dt="2025-05-20T09:29:40.648" v="132"/>
          <ac:spMkLst>
            <pc:docMk/>
            <pc:sldMk cId="1425139629" sldId="375"/>
            <ac:spMk id="10" creationId="{812D5DE5-E9FF-452F-97DC-81B8A145F795}"/>
          </ac:spMkLst>
        </pc:spChg>
        <pc:spChg chg="add mod">
          <ac:chgData name="Stefan Novaković" userId="48d5634ac72bd80c" providerId="LiveId" clId="{29171BC3-3128-4F04-83C2-6594F22A7C43}" dt="2025-05-20T09:55:20.963" v="523" actId="14100"/>
          <ac:spMkLst>
            <pc:docMk/>
            <pc:sldMk cId="1425139629" sldId="375"/>
            <ac:spMk id="11" creationId="{122260BE-B315-63E7-A933-368D8A218124}"/>
          </ac:spMkLst>
        </pc:spChg>
      </pc:sldChg>
      <pc:sldChg chg="modSp add mod">
        <pc:chgData name="Stefan Novaković" userId="48d5634ac72bd80c" providerId="LiveId" clId="{29171BC3-3128-4F04-83C2-6594F22A7C43}" dt="2025-05-20T09:31:12.977" v="169"/>
        <pc:sldMkLst>
          <pc:docMk/>
          <pc:sldMk cId="2165401895" sldId="376"/>
        </pc:sldMkLst>
        <pc:spChg chg="mod">
          <ac:chgData name="Stefan Novaković" userId="48d5634ac72bd80c" providerId="LiveId" clId="{29171BC3-3128-4F04-83C2-6594F22A7C43}" dt="2025-05-20T09:31:12.977" v="169"/>
          <ac:spMkLst>
            <pc:docMk/>
            <pc:sldMk cId="2165401895" sldId="376"/>
            <ac:spMk id="3" creationId="{1A32C3A9-E7EA-11C3-8BBB-666D364E41E4}"/>
          </ac:spMkLst>
        </pc:spChg>
      </pc:sldChg>
    </pc:docChg>
  </pc:docChgLst>
  <pc:docChgLst>
    <pc:chgData name="Stefan Novaković" userId="48d5634ac72bd80c" providerId="LiveId" clId="{9FA6A655-7A32-4A2A-9162-CEBCF7C0B8C7}"/>
    <pc:docChg chg="undo redo custSel modSld">
      <pc:chgData name="Stefan Novaković" userId="48d5634ac72bd80c" providerId="LiveId" clId="{9FA6A655-7A32-4A2A-9162-CEBCF7C0B8C7}" dt="2025-05-21T14:58:39.145" v="414"/>
      <pc:docMkLst>
        <pc:docMk/>
      </pc:docMkLst>
      <pc:sldChg chg="modSp">
        <pc:chgData name="Stefan Novaković" userId="48d5634ac72bd80c" providerId="LiveId" clId="{9FA6A655-7A32-4A2A-9162-CEBCF7C0B8C7}" dt="2025-05-20T12:51:27.543" v="376"/>
        <pc:sldMkLst>
          <pc:docMk/>
          <pc:sldMk cId="671254659" sldId="330"/>
        </pc:sldMkLst>
        <pc:spChg chg="mod">
          <ac:chgData name="Stefan Novaković" userId="48d5634ac72bd80c" providerId="LiveId" clId="{9FA6A655-7A32-4A2A-9162-CEBCF7C0B8C7}" dt="2025-05-20T12:51:27.543" v="376"/>
          <ac:spMkLst>
            <pc:docMk/>
            <pc:sldMk cId="671254659" sldId="330"/>
            <ac:spMk id="3" creationId="{B0D9C4F9-A2D7-B5E0-7151-2220D5C403F9}"/>
          </ac:spMkLst>
        </pc:spChg>
      </pc:sldChg>
      <pc:sldChg chg="modSp">
        <pc:chgData name="Stefan Novaković" userId="48d5634ac72bd80c" providerId="LiveId" clId="{9FA6A655-7A32-4A2A-9162-CEBCF7C0B8C7}" dt="2025-05-20T14:45:24.125" v="400" actId="20577"/>
        <pc:sldMkLst>
          <pc:docMk/>
          <pc:sldMk cId="376679980" sldId="343"/>
        </pc:sldMkLst>
        <pc:spChg chg="mod">
          <ac:chgData name="Stefan Novaković" userId="48d5634ac72bd80c" providerId="LiveId" clId="{9FA6A655-7A32-4A2A-9162-CEBCF7C0B8C7}" dt="2025-05-20T14:45:24.125" v="400" actId="20577"/>
          <ac:spMkLst>
            <pc:docMk/>
            <pc:sldMk cId="376679980" sldId="343"/>
            <ac:spMk id="3" creationId="{00E1CCBB-E60F-C117-4FE6-DD28F189320D}"/>
          </ac:spMkLst>
        </pc:spChg>
      </pc:sldChg>
      <pc:sldChg chg="modSp mod">
        <pc:chgData name="Stefan Novaković" userId="48d5634ac72bd80c" providerId="LiveId" clId="{9FA6A655-7A32-4A2A-9162-CEBCF7C0B8C7}" dt="2025-05-20T12:18:28.059" v="142" actId="20577"/>
        <pc:sldMkLst>
          <pc:docMk/>
          <pc:sldMk cId="1277747196" sldId="352"/>
        </pc:sldMkLst>
        <pc:spChg chg="mod">
          <ac:chgData name="Stefan Novaković" userId="48d5634ac72bd80c" providerId="LiveId" clId="{9FA6A655-7A32-4A2A-9162-CEBCF7C0B8C7}" dt="2025-05-20T12:18:28.059" v="142" actId="20577"/>
          <ac:spMkLst>
            <pc:docMk/>
            <pc:sldMk cId="1277747196" sldId="352"/>
            <ac:spMk id="3" creationId="{A126CE56-6934-5904-A521-9788EFAC0B57}"/>
          </ac:spMkLst>
        </pc:spChg>
      </pc:sldChg>
      <pc:sldChg chg="modSp mod">
        <pc:chgData name="Stefan Novaković" userId="48d5634ac72bd80c" providerId="LiveId" clId="{9FA6A655-7A32-4A2A-9162-CEBCF7C0B8C7}" dt="2025-05-20T12:21:11.656" v="195" actId="27636"/>
        <pc:sldMkLst>
          <pc:docMk/>
          <pc:sldMk cId="2175232873" sldId="353"/>
        </pc:sldMkLst>
        <pc:spChg chg="mod">
          <ac:chgData name="Stefan Novaković" userId="48d5634ac72bd80c" providerId="LiveId" clId="{9FA6A655-7A32-4A2A-9162-CEBCF7C0B8C7}" dt="2025-05-20T12:21:11.656" v="195" actId="27636"/>
          <ac:spMkLst>
            <pc:docMk/>
            <pc:sldMk cId="2175232873" sldId="353"/>
            <ac:spMk id="3" creationId="{B4AC9975-0670-A8CB-5F95-640D88E4187D}"/>
          </ac:spMkLst>
        </pc:spChg>
      </pc:sldChg>
      <pc:sldChg chg="modSp mod">
        <pc:chgData name="Stefan Novaković" userId="48d5634ac72bd80c" providerId="LiveId" clId="{9FA6A655-7A32-4A2A-9162-CEBCF7C0B8C7}" dt="2025-05-20T12:33:12.109" v="309" actId="403"/>
        <pc:sldMkLst>
          <pc:docMk/>
          <pc:sldMk cId="341671828" sldId="354"/>
        </pc:sldMkLst>
        <pc:spChg chg="mod">
          <ac:chgData name="Stefan Novaković" userId="48d5634ac72bd80c" providerId="LiveId" clId="{9FA6A655-7A32-4A2A-9162-CEBCF7C0B8C7}" dt="2025-05-20T12:33:12.109" v="309" actId="403"/>
          <ac:spMkLst>
            <pc:docMk/>
            <pc:sldMk cId="341671828" sldId="354"/>
            <ac:spMk id="3" creationId="{B4AC9975-0670-A8CB-5F95-640D88E4187D}"/>
          </ac:spMkLst>
        </pc:spChg>
      </pc:sldChg>
      <pc:sldChg chg="modSp">
        <pc:chgData name="Stefan Novaković" userId="48d5634ac72bd80c" providerId="LiveId" clId="{9FA6A655-7A32-4A2A-9162-CEBCF7C0B8C7}" dt="2025-05-20T12:04:36.791" v="40" actId="20577"/>
        <pc:sldMkLst>
          <pc:docMk/>
          <pc:sldMk cId="3755985216" sldId="357"/>
        </pc:sldMkLst>
        <pc:spChg chg="mod">
          <ac:chgData name="Stefan Novaković" userId="48d5634ac72bd80c" providerId="LiveId" clId="{9FA6A655-7A32-4A2A-9162-CEBCF7C0B8C7}" dt="2025-05-20T12:04:36.791" v="40" actId="20577"/>
          <ac:spMkLst>
            <pc:docMk/>
            <pc:sldMk cId="3755985216" sldId="357"/>
            <ac:spMk id="3" creationId="{B0D9C4F9-A2D7-B5E0-7151-2220D5C403F9}"/>
          </ac:spMkLst>
        </pc:spChg>
      </pc:sldChg>
      <pc:sldChg chg="modSp mod">
        <pc:chgData name="Stefan Novaković" userId="48d5634ac72bd80c" providerId="LiveId" clId="{9FA6A655-7A32-4A2A-9162-CEBCF7C0B8C7}" dt="2025-05-20T12:30:15.440" v="201" actId="113"/>
        <pc:sldMkLst>
          <pc:docMk/>
          <pc:sldMk cId="3058996208" sldId="360"/>
        </pc:sldMkLst>
        <pc:spChg chg="mod">
          <ac:chgData name="Stefan Novaković" userId="48d5634ac72bd80c" providerId="LiveId" clId="{9FA6A655-7A32-4A2A-9162-CEBCF7C0B8C7}" dt="2025-05-20T12:30:15.440" v="201" actId="113"/>
          <ac:spMkLst>
            <pc:docMk/>
            <pc:sldMk cId="3058996208" sldId="360"/>
            <ac:spMk id="3" creationId="{B4AC9975-0670-A8CB-5F95-640D88E4187D}"/>
          </ac:spMkLst>
        </pc:spChg>
      </pc:sldChg>
      <pc:sldChg chg="modSp mod">
        <pc:chgData name="Stefan Novaković" userId="48d5634ac72bd80c" providerId="LiveId" clId="{9FA6A655-7A32-4A2A-9162-CEBCF7C0B8C7}" dt="2025-05-21T14:58:39.145" v="414"/>
        <pc:sldMkLst>
          <pc:docMk/>
          <pc:sldMk cId="363882694" sldId="368"/>
        </pc:sldMkLst>
        <pc:spChg chg="mod">
          <ac:chgData name="Stefan Novaković" userId="48d5634ac72bd80c" providerId="LiveId" clId="{9FA6A655-7A32-4A2A-9162-CEBCF7C0B8C7}" dt="2025-05-21T14:58:39.145" v="414"/>
          <ac:spMkLst>
            <pc:docMk/>
            <pc:sldMk cId="363882694" sldId="368"/>
            <ac:spMk id="3" creationId="{BCF85C8A-9FF0-9445-C110-80986A6B0ACD}"/>
          </ac:spMkLst>
        </pc:spChg>
        <pc:spChg chg="mod">
          <ac:chgData name="Stefan Novaković" userId="48d5634ac72bd80c" providerId="LiveId" clId="{9FA6A655-7A32-4A2A-9162-CEBCF7C0B8C7}" dt="2025-05-20T12:50:23.951" v="368" actId="14100"/>
          <ac:spMkLst>
            <pc:docMk/>
            <pc:sldMk cId="363882694" sldId="368"/>
            <ac:spMk id="5" creationId="{4F8A2F93-762F-D0B0-E8D0-86779058893F}"/>
          </ac:spMkLst>
        </pc:spChg>
        <pc:spChg chg="mod">
          <ac:chgData name="Stefan Novaković" userId="48d5634ac72bd80c" providerId="LiveId" clId="{9FA6A655-7A32-4A2A-9162-CEBCF7C0B8C7}" dt="2025-05-20T12:50:16.364" v="365" actId="403"/>
          <ac:spMkLst>
            <pc:docMk/>
            <pc:sldMk cId="363882694" sldId="368"/>
            <ac:spMk id="6" creationId="{07E33D57-1CBF-47F0-A8C5-6B8C3841EF3F}"/>
          </ac:spMkLst>
        </pc:spChg>
      </pc:sldChg>
      <pc:sldChg chg="modSp mod">
        <pc:chgData name="Stefan Novaković" userId="48d5634ac72bd80c" providerId="LiveId" clId="{9FA6A655-7A32-4A2A-9162-CEBCF7C0B8C7}" dt="2025-05-20T12:50:34.348" v="370" actId="1076"/>
        <pc:sldMkLst>
          <pc:docMk/>
          <pc:sldMk cId="2504173612" sldId="369"/>
        </pc:sldMkLst>
        <pc:spChg chg="mod">
          <ac:chgData name="Stefan Novaković" userId="48d5634ac72bd80c" providerId="LiveId" clId="{9FA6A655-7A32-4A2A-9162-CEBCF7C0B8C7}" dt="2025-05-20T12:50:34.348" v="370" actId="1076"/>
          <ac:spMkLst>
            <pc:docMk/>
            <pc:sldMk cId="2504173612" sldId="369"/>
            <ac:spMk id="6" creationId="{172B6686-5CEA-888A-1FAE-5BCDA2AA1BB8}"/>
          </ac:spMkLst>
        </pc:spChg>
      </pc:sldChg>
      <pc:sldChg chg="addSp modSp mod">
        <pc:chgData name="Stefan Novaković" userId="48d5634ac72bd80c" providerId="LiveId" clId="{9FA6A655-7A32-4A2A-9162-CEBCF7C0B8C7}" dt="2025-05-20T12:49:29.537" v="362" actId="20577"/>
        <pc:sldMkLst>
          <pc:docMk/>
          <pc:sldMk cId="740198919" sldId="370"/>
        </pc:sldMkLst>
        <pc:spChg chg="mod">
          <ac:chgData name="Stefan Novaković" userId="48d5634ac72bd80c" providerId="LiveId" clId="{9FA6A655-7A32-4A2A-9162-CEBCF7C0B8C7}" dt="2025-05-20T12:47:30.577" v="310" actId="6549"/>
          <ac:spMkLst>
            <pc:docMk/>
            <pc:sldMk cId="740198919" sldId="370"/>
            <ac:spMk id="3" creationId="{BCF85C8A-9FF0-9445-C110-80986A6B0ACD}"/>
          </ac:spMkLst>
        </pc:spChg>
        <pc:spChg chg="mod">
          <ac:chgData name="Stefan Novaković" userId="48d5634ac72bd80c" providerId="LiveId" clId="{9FA6A655-7A32-4A2A-9162-CEBCF7C0B8C7}" dt="2025-05-20T12:48:01.732" v="313" actId="1076"/>
          <ac:spMkLst>
            <pc:docMk/>
            <pc:sldMk cId="740198919" sldId="370"/>
            <ac:spMk id="4" creationId="{2D7286A9-647E-B201-5DAD-08A66AC9DB39}"/>
          </ac:spMkLst>
        </pc:spChg>
        <pc:spChg chg="add mod">
          <ac:chgData name="Stefan Novaković" userId="48d5634ac72bd80c" providerId="LiveId" clId="{9FA6A655-7A32-4A2A-9162-CEBCF7C0B8C7}" dt="2025-05-20T12:49:29.537" v="362" actId="20577"/>
          <ac:spMkLst>
            <pc:docMk/>
            <pc:sldMk cId="740198919" sldId="370"/>
            <ac:spMk id="5" creationId="{0741DEEB-AA1B-360F-9D7F-9BF189CDCC8D}"/>
          </ac:spMkLst>
        </pc:spChg>
        <pc:spChg chg="add mod">
          <ac:chgData name="Stefan Novaković" userId="48d5634ac72bd80c" providerId="LiveId" clId="{9FA6A655-7A32-4A2A-9162-CEBCF7C0B8C7}" dt="2025-05-20T12:48:48.467" v="341" actId="113"/>
          <ac:spMkLst>
            <pc:docMk/>
            <pc:sldMk cId="740198919" sldId="370"/>
            <ac:spMk id="6" creationId="{125D5367-FDEC-434C-3A06-C86F2760C763}"/>
          </ac:spMkLst>
        </pc:spChg>
      </pc:sldChg>
      <pc:sldChg chg="modSp mod">
        <pc:chgData name="Stefan Novaković" userId="48d5634ac72bd80c" providerId="LiveId" clId="{9FA6A655-7A32-4A2A-9162-CEBCF7C0B8C7}" dt="2025-05-20T12:06:59.003" v="71" actId="20577"/>
        <pc:sldMkLst>
          <pc:docMk/>
          <pc:sldMk cId="1425139629" sldId="375"/>
        </pc:sldMkLst>
        <pc:spChg chg="mod">
          <ac:chgData name="Stefan Novaković" userId="48d5634ac72bd80c" providerId="LiveId" clId="{9FA6A655-7A32-4A2A-9162-CEBCF7C0B8C7}" dt="2025-05-20T12:06:59.003" v="71" actId="20577"/>
          <ac:spMkLst>
            <pc:docMk/>
            <pc:sldMk cId="1425139629" sldId="375"/>
            <ac:spMk id="3" creationId="{C4D01F16-896D-9482-92CC-0BBDFCB366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54356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50935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346C-644B-1E1A-7C8A-48A3AD72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D0D2C-6C19-D12C-9C38-1C479931F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141DA-2CC7-6107-8FF5-2C16991B3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EB5BC-9510-2568-7132-DFDD8DDB2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9441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7788-0FE1-FDF3-0CC3-1FFC616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D2BC4-35FB-6793-3388-FA72E9582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48490-5AEA-70D3-F89F-44AAEACB9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3F9CB-CAE9-6FF6-9D31-4E033E902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342832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A49D-D5B9-CDA2-92A9-7374D6AC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86058-46D3-94D0-5A9D-2FC869769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BCB93-33D6-E8FF-F5CC-C05E9A140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8692C-3AEB-2C1A-5AF4-427BB6B09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96490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15669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584841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7153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100000">
                <a:srgbClr val="FFDE57">
                  <a:alpha val="0"/>
                </a:srgbClr>
              </a:gs>
              <a:gs pos="0">
                <a:srgbClr val="FFC000">
                  <a:alpha val="99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21.5.2025.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hyperlink" Target="https://en.wikipedia.org/wiki/Activation_func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neuralnetworksanddeeplearning.com/chap1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9" Type="http://schemas.openxmlformats.org/officeDocument/2006/relationships/image" Target="../media/image59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42" Type="http://schemas.openxmlformats.org/officeDocument/2006/relationships/image" Target="../media/image6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41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40" Type="http://schemas.openxmlformats.org/officeDocument/2006/relationships/image" Target="../media/image60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43" Type="http://schemas.openxmlformats.org/officeDocument/2006/relationships/image" Target="../media/image63.png"/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801541"/>
            <a:ext cx="12192000" cy="2451347"/>
          </a:xfrm>
        </p:spPr>
        <p:txBody>
          <a:bodyPr/>
          <a:lstStyle/>
          <a:p>
            <a:r>
              <a:rPr lang="sr-Latn-BA" b="1"/>
              <a:t>Formalne metode u softverskom inženjerstvu</a:t>
            </a:r>
            <a:endParaRPr lang="sr-Latn-B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31098"/>
            <a:ext cx="12191999" cy="1616978"/>
          </a:xfrm>
        </p:spPr>
        <p:txBody>
          <a:bodyPr/>
          <a:lstStyle/>
          <a:p>
            <a:r>
              <a:rPr lang="sr-Latn-BA" b="1"/>
              <a:t>Neuronske mreže, propagacija unazad i višeklasna klasifikacija</a:t>
            </a:r>
            <a:endParaRPr lang="sr-Latn-BA" b="1" dirty="0"/>
          </a:p>
        </p:txBody>
      </p:sp>
    </p:spTree>
    <p:extLst>
      <p:ext uri="{BB962C8B-B14F-4D97-AF65-F5344CB8AC3E}">
        <p14:creationId xmlns:p14="http://schemas.microsoft.com/office/powerpoint/2010/main" val="42664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EDB7-8396-96A2-956A-C4B3D600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rada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C4C7-D543-AB95-3DD0-4A9E3413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/>
              <a:t>Neuron</a:t>
            </a:r>
            <a:r>
              <a:rPr lang="sr-Latn-BA"/>
              <a:t>i i aktivacione funkcije neurona</a:t>
            </a:r>
          </a:p>
          <a:p>
            <a:pPr algn="just"/>
            <a:r>
              <a:rPr lang="sr-Latn-BA"/>
              <a:t>Klasične </a:t>
            </a:r>
            <a:r>
              <a:rPr lang="sr-Latn-BA" i="1"/>
              <a:t>feedforward</a:t>
            </a:r>
            <a:r>
              <a:rPr lang="sr-Latn-BA"/>
              <a:t> neuronske mreže</a:t>
            </a:r>
          </a:p>
          <a:p>
            <a:pPr algn="just"/>
            <a:r>
              <a:rPr lang="sr-Latn-BA"/>
              <a:t>Obučavanje metodom propagacije greške unazad (</a:t>
            </a:r>
            <a:r>
              <a:rPr lang="sr-Latn-BA" i="1"/>
              <a:t>backpropagation</a:t>
            </a:r>
            <a:r>
              <a:rPr lang="sr-Latn-BA"/>
              <a:t>) </a:t>
            </a:r>
          </a:p>
          <a:p>
            <a:pPr algn="just"/>
            <a:r>
              <a:rPr lang="sr-Latn-BA"/>
              <a:t>Matričn</a:t>
            </a:r>
            <a:r>
              <a:rPr lang="en-US"/>
              <a:t>e formule </a:t>
            </a:r>
            <a:r>
              <a:rPr lang="sr-Latn-BA"/>
              <a:t>radi efik</a:t>
            </a:r>
            <a:r>
              <a:rPr lang="en-US"/>
              <a:t>as</a:t>
            </a:r>
            <a:r>
              <a:rPr lang="sr-Latn-BA"/>
              <a:t>nije</a:t>
            </a:r>
            <a:r>
              <a:rPr lang="en-US"/>
              <a:t> implementacij</a:t>
            </a:r>
            <a:r>
              <a:rPr lang="sr-Latn-BA"/>
              <a:t>e</a:t>
            </a:r>
          </a:p>
          <a:p>
            <a:pPr algn="just"/>
            <a:r>
              <a:rPr lang="sr-Latn-BA"/>
              <a:t>Višeklasna klasifikacija pomoću neuronskih mreža</a:t>
            </a:r>
            <a:endParaRPr lang="en-US"/>
          </a:p>
          <a:p>
            <a:pPr algn="just"/>
            <a:r>
              <a:rPr lang="sr-Latn-BA"/>
              <a:t>Implementacija jednostavne Python biblioteke za neuronske mreže</a:t>
            </a:r>
          </a:p>
        </p:txBody>
      </p:sp>
    </p:spTree>
    <p:extLst>
      <p:ext uri="{BB962C8B-B14F-4D97-AF65-F5344CB8AC3E}">
        <p14:creationId xmlns:p14="http://schemas.microsoft.com/office/powerpoint/2010/main" val="397067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9339-ED6E-4B70-CDEB-48E7EB24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Neuron</a:t>
            </a:r>
            <a:r>
              <a:rPr lang="sr-Latn-BA"/>
              <a:t> kao model izračunavanja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1B82E-447B-0931-A51F-A790E4CC8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/>
                  <a:t>Hiperparametar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je </a:t>
                </a:r>
                <a:r>
                  <a:rPr lang="en-US" b="1">
                    <a:solidFill>
                      <a:srgbClr val="0070C0"/>
                    </a:solidFill>
                  </a:rPr>
                  <a:t>broj ulaznih varijabli neurona</a:t>
                </a:r>
                <a:r>
                  <a:rPr lang="en-US"/>
                  <a:t>.</a:t>
                </a:r>
              </a:p>
              <a:p>
                <a:pPr algn="just"/>
                <a:r>
                  <a:rPr lang="en-US"/>
                  <a:t>Neka su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</a:t>
                </a:r>
                <a:r>
                  <a:rPr lang="en-US" b="1">
                    <a:solidFill>
                      <a:srgbClr val="008000"/>
                    </a:solidFill>
                  </a:rPr>
                  <a:t>ulazne varijable neurona</a:t>
                </a:r>
                <a:r>
                  <a:rPr lang="en-US"/>
                  <a:t>. </a:t>
                </a:r>
              </a:p>
              <a:p>
                <a:pPr algn="just"/>
                <a:r>
                  <a:rPr lang="en-US"/>
                  <a:t>Tada se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 </a:t>
                </a:r>
                <a:r>
                  <a:rPr lang="sr-Latn-BA"/>
                  <a:t>naziva </a:t>
                </a:r>
                <a:r>
                  <a:rPr lang="sr-Latn-BA" b="1">
                    <a:solidFill>
                      <a:srgbClr val="008000"/>
                    </a:solidFill>
                  </a:rPr>
                  <a:t>ulazni vektor</a:t>
                </a:r>
                <a:r>
                  <a:rPr lang="sr-Latn-BA" b="1"/>
                  <a:t> (</a:t>
                </a:r>
                <a:r>
                  <a:rPr lang="sr-Latn-BA" b="1" i="1">
                    <a:solidFill>
                      <a:srgbClr val="008000"/>
                    </a:solidFill>
                  </a:rPr>
                  <a:t>input vector</a:t>
                </a:r>
                <a:r>
                  <a:rPr lang="sr-Latn-BA" b="1"/>
                  <a:t>)</a:t>
                </a:r>
                <a:r>
                  <a:rPr lang="sr-Latn-BA"/>
                  <a:t>.</a:t>
                </a:r>
              </a:p>
              <a:p>
                <a:pPr algn="just"/>
                <a:r>
                  <a:rPr lang="en-US" b="1">
                    <a:solidFill>
                      <a:srgbClr val="4584B6"/>
                    </a:solidFill>
                  </a:rPr>
                  <a:t>Izlaz</a:t>
                </a:r>
                <a:r>
                  <a:rPr lang="sr-Latn-BA" b="1">
                    <a:solidFill>
                      <a:srgbClr val="4584B6"/>
                    </a:solidFill>
                  </a:rPr>
                  <a:t>na funkcija</a:t>
                </a:r>
                <a:r>
                  <a:rPr lang="en-US" b="1">
                    <a:solidFill>
                      <a:srgbClr val="4584B6"/>
                    </a:solidFill>
                  </a:rPr>
                  <a:t> neurona </a:t>
                </a:r>
                <a:r>
                  <a:rPr lang="en-US"/>
                  <a:t>sa </a:t>
                </a:r>
                <a:r>
                  <a:rPr lang="en-US" b="1">
                    <a:solidFill>
                      <a:srgbClr val="FF0000"/>
                    </a:solidFill>
                  </a:rPr>
                  <a:t>fiksnim parametrima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 i </a:t>
                </a:r>
                <a14:m>
                  <m:oMath xmlns:m="http://schemas.openxmlformats.org/officeDocument/2006/math">
                    <m:r>
                      <a:rPr lang="sr-Latn-B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,</a:t>
                </a:r>
                <a:r>
                  <a:rPr lang="en-US">
                    <a:solidFill>
                      <a:srgbClr val="4584B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, je: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sr-Latn-B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sr-Latn-B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algn="just"/>
                <a:r>
                  <a:rPr lang="en-US"/>
                  <a:t>Hiperparametar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sr-Latn-BA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sr-Latn-B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</a:t>
                </a:r>
                <a:r>
                  <a:rPr lang="sr-Latn-BA"/>
                  <a:t>naziva se</a:t>
                </a:r>
                <a:r>
                  <a:rPr lang="en-US"/>
                  <a:t> </a:t>
                </a:r>
                <a:r>
                  <a:rPr lang="en-US" b="1">
                    <a:solidFill>
                      <a:srgbClr val="4584B6"/>
                    </a:solidFill>
                  </a:rPr>
                  <a:t>aktivaciona funkcija neurona</a:t>
                </a:r>
                <a:r>
                  <a:rPr lang="en-US"/>
                  <a:t>.</a:t>
                </a:r>
                <a:r>
                  <a:rPr lang="sr-Latn-BA"/>
                  <a:t> (Više o tome na sljedećem slajdu).</a:t>
                </a:r>
              </a:p>
              <a:p>
                <a:pPr algn="just"/>
                <a:r>
                  <a:rPr lang="en-US" b="0"/>
                  <a:t>Parametri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sr-Latn-BA"/>
                  <a:t> su </a:t>
                </a:r>
                <a:r>
                  <a:rPr lang="en-US" b="1">
                    <a:solidFill>
                      <a:srgbClr val="FF0000"/>
                    </a:solidFill>
                  </a:rPr>
                  <a:t>te</a:t>
                </a:r>
                <a:r>
                  <a:rPr lang="sr-Latn-BA" b="1">
                    <a:solidFill>
                      <a:srgbClr val="FF0000"/>
                    </a:solidFill>
                  </a:rPr>
                  <a:t>žine ulaza</a:t>
                </a:r>
                <a:r>
                  <a:rPr lang="sr-Latn-BA"/>
                  <a:t> </a:t>
                </a:r>
                <a:r>
                  <a:rPr lang="en-US"/>
                  <a:t>(</a:t>
                </a:r>
                <a:r>
                  <a:rPr lang="en-US" b="1" i="1">
                    <a:solidFill>
                      <a:srgbClr val="FF0000"/>
                    </a:solidFill>
                  </a:rPr>
                  <a:t>weights</a:t>
                </a:r>
                <a:r>
                  <a:rPr lang="en-US"/>
                  <a:t>)</a:t>
                </a:r>
                <a:r>
                  <a:rPr lang="sr-Latn-BA"/>
                  <a:t>.</a:t>
                </a:r>
                <a:r>
                  <a:rPr lang="en-US"/>
                  <a:t> Parametar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</a:t>
                </a:r>
                <a:r>
                  <a:rPr lang="sr-Latn-BA"/>
                  <a:t>naziva se </a:t>
                </a:r>
                <a:r>
                  <a:rPr lang="en-US" b="1">
                    <a:solidFill>
                      <a:srgbClr val="FF0000"/>
                    </a:solidFill>
                  </a:rPr>
                  <a:t>pomjeraj</a:t>
                </a:r>
                <a:r>
                  <a:rPr lang="en-US"/>
                  <a:t> (</a:t>
                </a:r>
                <a:r>
                  <a:rPr lang="en-US" b="1" i="1">
                    <a:solidFill>
                      <a:srgbClr val="FF0000"/>
                    </a:solidFill>
                  </a:rPr>
                  <a:t>bias</a:t>
                </a:r>
                <a:r>
                  <a:rPr lang="en-US"/>
                  <a:t>).</a:t>
                </a:r>
                <a:r>
                  <a:rPr lang="sr-Latn-BA"/>
                  <a:t> </a:t>
                </a:r>
                <a:endParaRPr lang="en-US"/>
              </a:p>
              <a:p>
                <a:pPr algn="just">
                  <a:buClr>
                    <a:schemeClr val="tx1"/>
                  </a:buClr>
                </a:pPr>
                <a:r>
                  <a:rPr lang="en-US">
                    <a:solidFill>
                      <a:srgbClr val="FF0000"/>
                    </a:solidFill>
                  </a:rPr>
                  <a:t>Te</a:t>
                </a:r>
                <a:r>
                  <a:rPr lang="sr-Latn-BA">
                    <a:solidFill>
                      <a:srgbClr val="FF0000"/>
                    </a:solidFill>
                  </a:rPr>
                  <a:t>žine ulaza</a:t>
                </a:r>
                <a:r>
                  <a:rPr lang="sr-Latn-BA"/>
                  <a:t> i </a:t>
                </a:r>
                <a:r>
                  <a:rPr lang="sr-Latn-BA">
                    <a:solidFill>
                      <a:srgbClr val="FF0000"/>
                    </a:solidFill>
                  </a:rPr>
                  <a:t>pomjeraj</a:t>
                </a:r>
                <a:r>
                  <a:rPr lang="sr-Latn-BA"/>
                  <a:t> su </a:t>
                </a:r>
                <a:r>
                  <a:rPr lang="sr-Latn-BA" b="1">
                    <a:solidFill>
                      <a:srgbClr val="FF0000"/>
                    </a:solidFill>
                  </a:rPr>
                  <a:t>parametri neurona</a:t>
                </a:r>
                <a:r>
                  <a:rPr lang="en-US"/>
                  <a:t> –</a:t>
                </a:r>
                <a:r>
                  <a:rPr lang="sr-Latn-BA"/>
                  <a:t> oni se uče</a:t>
                </a:r>
                <a:r>
                  <a:rPr lang="en-US"/>
                  <a:t>, tj. optimizuju u toku obu</a:t>
                </a:r>
                <a:r>
                  <a:rPr lang="sr-Latn-BA"/>
                  <a:t>čavanja.</a:t>
                </a:r>
              </a:p>
              <a:p>
                <a:pPr algn="just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 </a:t>
                </a:r>
                <a:r>
                  <a:rPr lang="sr-Latn-BA"/>
                  <a:t>naziva se</a:t>
                </a:r>
                <a:r>
                  <a:rPr lang="en-US"/>
                  <a:t> </a:t>
                </a:r>
                <a:r>
                  <a:rPr lang="en-US" b="1">
                    <a:solidFill>
                      <a:srgbClr val="FF0000"/>
                    </a:solidFill>
                  </a:rPr>
                  <a:t>vektor t</a:t>
                </a:r>
                <a:r>
                  <a:rPr lang="sr-Latn-BA" b="1">
                    <a:solidFill>
                      <a:srgbClr val="FF0000"/>
                    </a:solidFill>
                  </a:rPr>
                  <a:t>ežina</a:t>
                </a:r>
                <a:r>
                  <a:rPr lang="sr-Latn-BA"/>
                  <a:t> (</a:t>
                </a:r>
                <a:r>
                  <a:rPr lang="sr-Latn-BA" b="1" i="1">
                    <a:solidFill>
                      <a:srgbClr val="FF0000"/>
                    </a:solidFill>
                  </a:rPr>
                  <a:t>weight vector</a:t>
                </a:r>
                <a:r>
                  <a:rPr lang="sr-Latn-BA"/>
                  <a:t>)</a:t>
                </a:r>
                <a:r>
                  <a:rPr lang="en-US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sr-Latn-BA"/>
                  <a:t> je skalarni proizvod vektora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sr-Latn-BA"/>
                  <a:t> i vektora </a:t>
                </a:r>
                <a14:m>
                  <m:oMath xmlns:m="http://schemas.openxmlformats.org/officeDocument/2006/math">
                    <m:r>
                      <a:rPr lang="sr-Latn-BA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sr-Latn-BA"/>
                  <a:t>.</a:t>
                </a:r>
                <a:r>
                  <a:rPr lang="en-US"/>
                  <a:t> Radi jednostavnosti notacije, m</a:t>
                </a:r>
                <a:r>
                  <a:rPr lang="sr-Latn-BA"/>
                  <a:t>ožemo pisati i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sr-Latn-BA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/>
                  <a:t> ili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sr-Latn-BA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/>
                  <a:t>.</a:t>
                </a:r>
              </a:p>
              <a:p>
                <a:pPr algn="just">
                  <a:buClr>
                    <a:schemeClr val="tx1"/>
                  </a:buClr>
                </a:pPr>
                <a:r>
                  <a:rPr lang="sr-Latn-BA">
                    <a:solidFill>
                      <a:srgbClr val="008000"/>
                    </a:solidFill>
                  </a:rPr>
                  <a:t>I</a:t>
                </a:r>
                <a:r>
                  <a:rPr lang="en-US">
                    <a:solidFill>
                      <a:srgbClr val="008000"/>
                    </a:solidFill>
                  </a:rPr>
                  <a:t>zlaz neurona</a:t>
                </a:r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, je linearna kombinacija vektora </a:t>
                </a:r>
                <a14:m>
                  <m:oMath xmlns:m="http://schemas.openxmlformats.org/officeDocument/2006/math">
                    <m:r>
                      <a:rPr lang="sr-Latn-BA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/>
                  <a:t> sa koeficijentima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/>
                  <a:t>, pomjerena za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i </a:t>
                </a:r>
                <a:r>
                  <a:rPr lang="sr-Latn-BA"/>
                  <a:t>„</a:t>
                </a:r>
                <a:r>
                  <a:rPr lang="en-US"/>
                  <a:t>provu</a:t>
                </a:r>
                <a:r>
                  <a:rPr lang="sr-Latn-BA"/>
                  <a:t>čena“ kroz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sr-Latn-BA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1B82E-447B-0931-A51F-A790E4CC8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406" t="-1937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88DD03D4-3F0E-39CA-4623-C38D0A36B313}"/>
              </a:ext>
            </a:extLst>
          </p:cNvPr>
          <p:cNvGrpSpPr/>
          <p:nvPr/>
        </p:nvGrpSpPr>
        <p:grpSpPr>
          <a:xfrm>
            <a:off x="7759407" y="740061"/>
            <a:ext cx="4011765" cy="2420819"/>
            <a:chOff x="7853674" y="3516197"/>
            <a:chExt cx="4011765" cy="242081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D580D11-8889-72D0-A8D8-F80C1C403110}"/>
                </a:ext>
              </a:extLst>
            </p:cNvPr>
            <p:cNvSpPr/>
            <p:nvPr/>
          </p:nvSpPr>
          <p:spPr>
            <a:xfrm>
              <a:off x="7946850" y="3516197"/>
              <a:ext cx="3846082" cy="2370783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5B980DD-3BC9-6DDD-6948-1CBB4432FE38}"/>
                </a:ext>
              </a:extLst>
            </p:cNvPr>
            <p:cNvGrpSpPr/>
            <p:nvPr/>
          </p:nvGrpSpPr>
          <p:grpSpPr>
            <a:xfrm>
              <a:off x="7853674" y="3586051"/>
              <a:ext cx="4011765" cy="2350965"/>
              <a:chOff x="8174186" y="3227833"/>
              <a:chExt cx="4011765" cy="23509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21EFB42-75A0-8EF9-59C0-57002F02457C}"/>
                      </a:ext>
                    </a:extLst>
                  </p:cNvPr>
                  <p:cNvSpPr/>
                  <p:nvPr/>
                </p:nvSpPr>
                <p:spPr>
                  <a:xfrm>
                    <a:off x="11167143" y="3429000"/>
                    <a:ext cx="365814" cy="1027899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sr-Latn-BA"/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21EFB42-75A0-8EF9-59C0-57002F02457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7143" y="3429000"/>
                    <a:ext cx="365814" cy="10278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r-Latn-B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6F4E1A2-FA2A-160D-78D5-9EB4C4460D4F}"/>
                  </a:ext>
                </a:extLst>
              </p:cNvPr>
              <p:cNvGrpSpPr/>
              <p:nvPr/>
            </p:nvGrpSpPr>
            <p:grpSpPr>
              <a:xfrm>
                <a:off x="8174186" y="3227833"/>
                <a:ext cx="4011765" cy="2350965"/>
                <a:chOff x="8174186" y="3227833"/>
                <a:chExt cx="4011765" cy="235096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5FA2A062-90A7-8F3F-88CA-D32E17764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9121" y="3227833"/>
                      <a:ext cx="1439946" cy="1439942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nary>
                          </m:oMath>
                        </m:oMathPara>
                      </a14:m>
                      <a:endParaRPr lang="sr-Latn-BA"/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5FA2A062-90A7-8F3F-88CA-D32E177649A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9121" y="3227833"/>
                      <a:ext cx="1439946" cy="1439942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414436DE-B88E-0E7A-BA77-66F2781472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34953" y="3553905"/>
                  <a:ext cx="744717" cy="31944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141D7865-43AE-AF74-23C2-5B0E8013E2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24875" y="3838575"/>
                  <a:ext cx="798234" cy="16271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F5722D1-3763-91D0-13B1-315D4A9461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21305" y="3382071"/>
                      <a:ext cx="50180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sr-Latn-BA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F5722D1-3763-91D0-13B1-315D4A9461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21305" y="3382071"/>
                      <a:ext cx="50180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53206DE9-088C-03F2-7804-88D81E0ACB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67362" y="3301771"/>
                      <a:ext cx="46076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sr-Latn-BA">
                        <a:solidFill>
                          <a:schemeClr val="accent6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53206DE9-088C-03F2-7804-88D81E0ACB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67362" y="3301771"/>
                      <a:ext cx="460767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807C1CDA-6175-B176-B8D9-F3DB57A4DB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74186" y="3573144"/>
                      <a:ext cx="46608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sr-Latn-BA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807C1CDA-6175-B176-B8D9-F3DB57A4DB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74186" y="3573144"/>
                      <a:ext cx="466089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A4A2564A-E1CA-C85F-CBA7-9221C4BF49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42148" y="3589065"/>
                      <a:ext cx="50712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sr-Latn-BA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A4A2564A-E1CA-C85F-CBA7-9221C4BF49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42148" y="3589065"/>
                      <a:ext cx="507127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F0DEA798-4DD8-9C81-8AD0-DA5DCABA69A5}"/>
                    </a:ext>
                  </a:extLst>
                </p:cNvPr>
                <p:cNvSpPr/>
                <p:nvPr/>
              </p:nvSpPr>
              <p:spPr>
                <a:xfrm flipH="1" flipV="1">
                  <a:off x="8774398" y="3822583"/>
                  <a:ext cx="355200" cy="617805"/>
                </a:xfrm>
                <a:prstGeom prst="arc">
                  <a:avLst>
                    <a:gd name="adj1" fmla="val 16951039"/>
                    <a:gd name="adj2" fmla="val 2971049"/>
                  </a:avLst>
                </a:prstGeom>
                <a:ln w="19050" cap="flat" cmpd="sng" algn="ctr">
                  <a:solidFill>
                    <a:schemeClr val="dk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sr-Latn-BA"/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3C510612-5822-FEA7-16AE-CD8F58C198FE}"/>
                    </a:ext>
                  </a:extLst>
                </p:cNvPr>
                <p:cNvCxnSpPr>
                  <a:cxnSpLocks/>
                  <a:endCxn id="4" idx="3"/>
                </p:cNvCxnSpPr>
                <p:nvPr/>
              </p:nvCxnSpPr>
              <p:spPr>
                <a:xfrm flipV="1">
                  <a:off x="8930682" y="4456900"/>
                  <a:ext cx="659314" cy="41730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ECCAE100-A24B-6E8A-BAF5-6A98454EED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48120" y="4733089"/>
                      <a:ext cx="48019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sr-Latn-BA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ECCAE100-A24B-6E8A-BAF5-6A98454EED5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48120" y="4733089"/>
                      <a:ext cx="480195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65E2BFD2-4567-961E-8D08-C65F0032B0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36872" y="4347245"/>
                      <a:ext cx="51424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sr-Latn-BA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65E2BFD2-4567-961E-8D08-C65F0032B0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36872" y="4347245"/>
                      <a:ext cx="514243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E3C62E76-2EA9-A287-763E-33D0E7446F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99094" y="4667775"/>
                  <a:ext cx="0" cy="77614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153F3809-F209-1DCA-8CDF-4538017BAB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25424" y="5209466"/>
                      <a:ext cx="36766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sr-Latn-BA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153F3809-F209-1DCA-8CDF-4538017BAB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025424" y="5209466"/>
                      <a:ext cx="367665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r-Latn-B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BD6E9375-9290-B279-B2B8-AAD8C1702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19067" y="3958397"/>
                  <a:ext cx="34807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C6EDC3B9-3A16-F60E-08E5-F547EA2F0D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32957" y="3958397"/>
                  <a:ext cx="34807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3B995F92-F8AB-5435-6ACC-CB93A032BA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814567" y="3731951"/>
                      <a:ext cx="37138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sr-Latn-BA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3B995F92-F8AB-5435-6ACC-CB93A032BAC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814567" y="3731951"/>
                      <a:ext cx="37138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r-Latn-B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3D6DF0F-BE1B-A983-4EF3-600EFDDCC136}"/>
                  </a:ext>
                </a:extLst>
              </p:cNvPr>
              <p:cNvSpPr txBox="1"/>
              <p:nvPr/>
            </p:nvSpPr>
            <p:spPr>
              <a:xfrm>
                <a:off x="9467124" y="355743"/>
                <a:ext cx="1193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sr-Latn-BA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sr-Latn-BA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r-Latn-BA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3D6DF0F-BE1B-A983-4EF3-600EFDDCC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124" y="355743"/>
                <a:ext cx="1193981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3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9339-ED6E-4B70-CDEB-48E7EB24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Aktivacione funkcije</a:t>
            </a:r>
            <a:r>
              <a:rPr lang="sr-Latn-BA"/>
              <a:t> neurona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1B82E-447B-0931-A51F-A790E4CC8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287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sr-Latn-BA"/>
                  <a:t>Kako utiču različite aktivacione funkcije na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/>
                  <a:t>Identitet/linearna aktivacija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/>
                  <a:t>Neuron tada vr</a:t>
                </a:r>
                <a:r>
                  <a:rPr lang="sr-Latn-BA"/>
                  <a:t>ši afinu transformaciju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sr-Latn-B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sr-Latn-BA"/>
                  <a:t>.</a:t>
                </a:r>
                <a:endParaRPr lang="en-US"/>
              </a:p>
              <a:p>
                <a:pPr lvl="1"/>
                <a:r>
                  <a:rPr lang="en-US"/>
                  <a:t>Ka</a:t>
                </a:r>
                <a:r>
                  <a:rPr lang="sr-Latn-BA"/>
                  <a:t>že se </a:t>
                </a:r>
                <a:r>
                  <a:rPr lang="en-US"/>
                  <a:t>i </a:t>
                </a:r>
                <a:r>
                  <a:rPr lang="sr-Latn-BA"/>
                  <a:t>da neuron ne posjeduje aktivacionu funkciju.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Binarni skok: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Neurona se tada </a:t>
                </a:r>
                <a:r>
                  <a:rPr lang="sr-Latn-BA"/>
                  <a:t>„</a:t>
                </a:r>
                <a:r>
                  <a:rPr lang="en-US"/>
                  <a:t>ili </a:t>
                </a:r>
                <a:r>
                  <a:rPr lang="sr-Latn-BA"/>
                  <a:t>ne </a:t>
                </a:r>
                <a:r>
                  <a:rPr lang="en-US"/>
                  <a:t>aktivira</a:t>
                </a:r>
                <a:r>
                  <a:rPr lang="sr-Latn-BA"/>
                  <a:t> (0)</a:t>
                </a:r>
                <a:r>
                  <a:rPr lang="en-US"/>
                  <a:t> ili aktivira</a:t>
                </a:r>
                <a:r>
                  <a:rPr lang="sr-Latn-BA"/>
                  <a:t> (1)“.</a:t>
                </a:r>
                <a:endParaRPr lang="en-US"/>
              </a:p>
              <a:p>
                <a:pPr lvl="1"/>
                <a:r>
                  <a:rPr lang="en-US"/>
                  <a:t>Neuron tada odlu</a:t>
                </a:r>
                <a:r>
                  <a:rPr lang="sr-Latn-BA"/>
                  <a:t>čuje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≥−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. </a:t>
                </a:r>
              </a:p>
              <a:p>
                <a:pPr lvl="1"/>
                <a:r>
                  <a:rPr lang="en-US"/>
                  <a:t>Geometr., dijeli </a:t>
                </a:r>
                <a:r>
                  <a:rPr lang="sr-Latn-BA"/>
                  <a:t>hiperprostor sa hiperravni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sr-Latn-BA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/>
              </a:p>
              <a:p>
                <a:pPr lvl="1"/>
                <a:r>
                  <a:rPr lang="sr-Latn-BA"/>
                  <a:t>Problematična za obučavanje</a:t>
                </a:r>
                <a:r>
                  <a:rPr lang="en-US"/>
                  <a:t>, </a:t>
                </a:r>
                <a:r>
                  <a:rPr lang="sr-Latn-BA"/>
                  <a:t>ni diferencijabilna</a:t>
                </a:r>
                <a:r>
                  <a:rPr lang="en-US"/>
                  <a:t> ni neprekidna</a:t>
                </a:r>
                <a:r>
                  <a:rPr lang="sr-Latn-BA"/>
                  <a:t>!</a:t>
                </a:r>
                <a:endParaRPr lang="en-US"/>
              </a:p>
              <a:p>
                <a:pPr lvl="1"/>
                <a:endParaRPr lang="sr-Latn-BA"/>
              </a:p>
              <a:p>
                <a:pPr lvl="1"/>
                <a:endParaRPr lang="en-US"/>
              </a:p>
              <a:p>
                <a:pPr lvl="1"/>
                <a:endParaRPr lang="sr-Latn-BA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1B82E-447B-0931-A51F-A790E4CC8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28750"/>
              </a:xfrm>
              <a:blipFill>
                <a:blip r:embed="rId2"/>
                <a:stretch>
                  <a:fillRect l="-1101" t="-2692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D66250-79B4-3B45-77FF-D75528EE3BBD}"/>
              </a:ext>
            </a:extLst>
          </p:cNvPr>
          <p:cNvSpPr txBox="1"/>
          <p:nvPr/>
        </p:nvSpPr>
        <p:spPr>
          <a:xfrm>
            <a:off x="8129014" y="6354375"/>
            <a:ext cx="4453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sr-Latn-BA" sz="1200">
                <a:hlinkClick r:id="rId3"/>
              </a:rPr>
              <a:t>https://en.wikipedia.org/wiki/Activation_function</a:t>
            </a:r>
            <a:r>
              <a:rPr lang="en-US" sz="1200"/>
              <a:t> </a:t>
            </a:r>
            <a:endParaRPr lang="sr-Latn-BA" sz="1200"/>
          </a:p>
        </p:txBody>
      </p:sp>
      <p:pic>
        <p:nvPicPr>
          <p:cNvPr id="9" name="Picture 8" descr="A graph with a red line&#10;&#10;Description automatically generated with medium confidence">
            <a:extLst>
              <a:ext uri="{FF2B5EF4-FFF2-40B4-BE49-F238E27FC236}">
                <a16:creationId xmlns:a16="http://schemas.microsoft.com/office/drawing/2014/main" id="{05A6720F-DB1D-6A86-FFD8-EA8524CDB0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95" y="4357820"/>
            <a:ext cx="3020568" cy="15102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red line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8379FD46-EAC5-AD0B-8C07-17C8C7398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95" y="2538677"/>
            <a:ext cx="3020568" cy="1510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0255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9339-ED6E-4B70-CDEB-48E7EB24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Aktivacione funkcije</a:t>
            </a:r>
            <a:r>
              <a:rPr lang="sr-Latn-BA"/>
              <a:t> neurona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1B82E-447B-0931-A51F-A790E4CC8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b="1"/>
                  <a:t>Sigmoidna aktivacija</a:t>
                </a:r>
                <a:r>
                  <a:rPr lang="en-US"/>
                  <a:t>:</a:t>
                </a:r>
                <a:r>
                  <a:rPr lang="sr-Latn-BA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l-GR" i="1"/>
                          <m:t>σ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/>
                  <a:t>Kodomen joj je interval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b="0"/>
              </a:p>
              <a:p>
                <a:pPr lvl="1"/>
                <a:r>
                  <a:rPr lang="en-US" b="0"/>
                  <a:t>Kod neurona: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sr-Latn-B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l-GR" i="1"/>
                          <m:t>σ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b="1"/>
                  <a:t>Hiperboli</a:t>
                </a:r>
                <a:r>
                  <a:rPr lang="sr-Latn-BA" b="1"/>
                  <a:t>čki tangens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l-GR" i="1"/>
                          <m:t>σ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Kodomen joj je interval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Kod neurona: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sr-Latn-B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b="1"/>
                  <a:t>ReLU</a:t>
                </a:r>
                <a:r>
                  <a:rPr lang="en-US"/>
                  <a:t> (</a:t>
                </a:r>
                <a:r>
                  <a:rPr lang="en-US" b="1" i="1"/>
                  <a:t>Rectified Linear Unit</a:t>
                </a:r>
                <a:r>
                  <a:rPr lang="en-US"/>
                  <a:t>):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/>
              </a:p>
              <a:p>
                <a:pPr lvl="1"/>
                <a:r>
                  <a:rPr lang="en-US"/>
                  <a:t>Kod neurona: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sr-Latn-B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⁡(0,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r-Latn-BA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1B82E-447B-0931-A51F-A790E4CC8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420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a red line&#10;&#10;Description automatically generated with low confidence">
            <a:extLst>
              <a:ext uri="{FF2B5EF4-FFF2-40B4-BE49-F238E27FC236}">
                <a16:creationId xmlns:a16="http://schemas.microsoft.com/office/drawing/2014/main" id="{3083BAA4-3D38-51D3-9C56-60CB15E61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675" y="4787643"/>
            <a:ext cx="3020568" cy="15102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41E6F-1B02-5005-75CD-3CBF5C633700}"/>
              </a:ext>
            </a:extLst>
          </p:cNvPr>
          <p:cNvSpPr txBox="1"/>
          <p:nvPr/>
        </p:nvSpPr>
        <p:spPr>
          <a:xfrm>
            <a:off x="8129394" y="6354375"/>
            <a:ext cx="4453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sr-Latn-BA" sz="1200">
                <a:hlinkClick r:id="rId4"/>
              </a:rPr>
              <a:t>https://en.wikipedia.org/wiki/Activation_function</a:t>
            </a:r>
            <a:r>
              <a:rPr lang="en-US" sz="1200"/>
              <a:t> </a:t>
            </a:r>
            <a:endParaRPr lang="sr-Latn-BA" sz="1200"/>
          </a:p>
        </p:txBody>
      </p:sp>
      <p:pic>
        <p:nvPicPr>
          <p:cNvPr id="9" name="Picture 8" descr="A picture containing screenshot, line, pattern&#10;&#10;Description automatically generated">
            <a:extLst>
              <a:ext uri="{FF2B5EF4-FFF2-40B4-BE49-F238E27FC236}">
                <a16:creationId xmlns:a16="http://schemas.microsoft.com/office/drawing/2014/main" id="{963F44AA-1EEE-FB63-E41A-E71296789F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675" y="3192179"/>
            <a:ext cx="3020568" cy="15102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picture containing screenshot, line, pattern&#10;&#10;Description automatically generated">
            <a:extLst>
              <a:ext uri="{FF2B5EF4-FFF2-40B4-BE49-F238E27FC236}">
                <a16:creationId xmlns:a16="http://schemas.microsoft.com/office/drawing/2014/main" id="{CC35CC23-7EE3-D933-A4D8-6F9D01E8FF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676" y="1596715"/>
            <a:ext cx="3020567" cy="1510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177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8DC9-8B09-73CD-7345-30322078F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7066"/>
          </a:xfrm>
        </p:spPr>
        <p:txBody>
          <a:bodyPr/>
          <a:lstStyle/>
          <a:p>
            <a:r>
              <a:rPr lang="sr-Latn-BA" i="1"/>
              <a:t>Feedforward</a:t>
            </a:r>
            <a:r>
              <a:rPr lang="sr-Latn-BA"/>
              <a:t> </a:t>
            </a:r>
            <a:r>
              <a:rPr lang="en-US"/>
              <a:t>neuronske </a:t>
            </a:r>
            <a:r>
              <a:rPr lang="sr-Latn-BA"/>
              <a:t>mreže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72285-9DA9-391A-F0F0-6D641C3FB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19" y="1702191"/>
            <a:ext cx="10515600" cy="4855850"/>
          </a:xfrm>
        </p:spPr>
        <p:txBody>
          <a:bodyPr>
            <a:normAutofit/>
          </a:bodyPr>
          <a:lstStyle/>
          <a:p>
            <a:pPr algn="just"/>
            <a:r>
              <a:rPr lang="sr-Latn-BA" sz="2000" b="1" i="1"/>
              <a:t>Feedforward n</a:t>
            </a:r>
            <a:r>
              <a:rPr lang="sr-Latn-BA" sz="2000" b="1"/>
              <a:t>euronska mreža </a:t>
            </a:r>
            <a:r>
              <a:rPr lang="en-US" sz="2000"/>
              <a:t>je usmjereni</a:t>
            </a:r>
            <a:r>
              <a:rPr lang="sr-Latn-BA" sz="2000"/>
              <a:t> aciklični težinski graf izračunavanja.</a:t>
            </a:r>
            <a:r>
              <a:rPr lang="en-US" sz="2000"/>
              <a:t> </a:t>
            </a:r>
            <a:r>
              <a:rPr lang="sr-Latn-BA" sz="2000"/>
              <a:t>Čvorovi (neuroni) su grupisani u </a:t>
            </a:r>
            <a:r>
              <a:rPr lang="sr-Latn-BA" sz="2000" b="1"/>
              <a:t>slojeve</a:t>
            </a:r>
            <a:r>
              <a:rPr lang="sr-Latn-BA" sz="2000"/>
              <a:t> (</a:t>
            </a:r>
            <a:r>
              <a:rPr lang="sr-Latn-BA" sz="2000" i="1"/>
              <a:t>layers</a:t>
            </a:r>
            <a:r>
              <a:rPr lang="sr-Latn-BA" sz="2000"/>
              <a:t>).</a:t>
            </a:r>
            <a:r>
              <a:rPr lang="en-US" sz="2000"/>
              <a:t> </a:t>
            </a:r>
            <a:r>
              <a:rPr lang="sr-Latn-BA" sz="2000"/>
              <a:t>Čvorovi ulaznog sloja nazivaju se </a:t>
            </a:r>
            <a:r>
              <a:rPr lang="sr-Latn-BA" sz="2000" b="1"/>
              <a:t>ulazni neuroni</a:t>
            </a:r>
            <a:r>
              <a:rPr lang="sr-Latn-BA" sz="2000"/>
              <a:t>. Oni samo emituju ulazne varijable ka </a:t>
            </a:r>
            <a:r>
              <a:rPr lang="en-US" sz="2000"/>
              <a:t>prvom </a:t>
            </a:r>
            <a:r>
              <a:rPr lang="sr-Latn-BA" sz="2000"/>
              <a:t>skrivenom sloju</a:t>
            </a:r>
            <a:r>
              <a:rPr lang="en-US" sz="2000"/>
              <a:t>, a</a:t>
            </a:r>
            <a:r>
              <a:rPr lang="sr-Latn-BA" sz="2000"/>
              <a:t> izlazi su</a:t>
            </a:r>
            <a:r>
              <a:rPr lang="en-US" sz="2000"/>
              <a:t> im</a:t>
            </a:r>
            <a:r>
              <a:rPr lang="sr-Latn-BA" sz="2000"/>
              <a:t> zapravo ulazi mreže.</a:t>
            </a:r>
          </a:p>
          <a:p>
            <a:pPr algn="just"/>
            <a:r>
              <a:rPr lang="sr-Latn-BA" sz="2000" b="1"/>
              <a:t>Ne</a:t>
            </a:r>
            <a:r>
              <a:rPr lang="en-US" sz="2000" b="1"/>
              <a:t>ma </a:t>
            </a:r>
            <a:r>
              <a:rPr lang="sr-Latn-BA" sz="2000" b="1"/>
              <a:t>vez</a:t>
            </a:r>
            <a:r>
              <a:rPr lang="en-US" sz="2000" b="1"/>
              <a:t>a</a:t>
            </a:r>
            <a:r>
              <a:rPr lang="sr-Latn-BA" sz="2000" b="1"/>
              <a:t> između neurona unutar </a:t>
            </a:r>
            <a:r>
              <a:rPr lang="en-US" sz="2000" b="1"/>
              <a:t>istog </a:t>
            </a:r>
            <a:r>
              <a:rPr lang="sr-Latn-BA" sz="2000" b="1"/>
              <a:t>sloja. </a:t>
            </a:r>
            <a:r>
              <a:rPr lang="en-US" sz="2000" b="1"/>
              <a:t>N</a:t>
            </a:r>
            <a:r>
              <a:rPr lang="sr-Latn-BA" sz="2000" b="1"/>
              <a:t>euron nekog sloja kao ulaze prihvata izlaze neurona iz prethodnog sloja.</a:t>
            </a:r>
            <a:r>
              <a:rPr lang="en-US" sz="2000" b="1"/>
              <a:t> </a:t>
            </a:r>
            <a:r>
              <a:rPr lang="en-US" sz="2000"/>
              <a:t>T</a:t>
            </a:r>
            <a:r>
              <a:rPr lang="sr-Latn-BA" sz="2000"/>
              <a:t>ipično, </a:t>
            </a:r>
            <a:r>
              <a:rPr lang="en-US" sz="2000"/>
              <a:t>u </a:t>
            </a:r>
            <a:r>
              <a:rPr lang="sr-Latn-BA" sz="2000"/>
              <a:t>sloj</a:t>
            </a:r>
            <a:r>
              <a:rPr lang="en-US" sz="2000"/>
              <a:t>u</a:t>
            </a:r>
            <a:r>
              <a:rPr lang="sr-Latn-BA" sz="2000"/>
              <a:t> ista aktivaciona funkcija za sve neurone tog sloja</a:t>
            </a:r>
            <a:r>
              <a:rPr lang="sr-Latn-BA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99BD73-539B-C6CF-7223-AA7B8C1D2B19}"/>
              </a:ext>
            </a:extLst>
          </p:cNvPr>
          <p:cNvGrpSpPr/>
          <p:nvPr/>
        </p:nvGrpSpPr>
        <p:grpSpPr>
          <a:xfrm>
            <a:off x="3407596" y="3561118"/>
            <a:ext cx="5376808" cy="3189382"/>
            <a:chOff x="3252787" y="1885950"/>
            <a:chExt cx="5686425" cy="337303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D99F51-560C-96E0-627C-A6986E0B8E8B}"/>
                </a:ext>
              </a:extLst>
            </p:cNvPr>
            <p:cNvSpPr txBox="1"/>
            <p:nvPr/>
          </p:nvSpPr>
          <p:spPr>
            <a:xfrm>
              <a:off x="3926049" y="4981989"/>
              <a:ext cx="4339900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indent="0" algn="ctr">
                <a:buNone/>
              </a:pPr>
              <a:r>
                <a:rPr lang="sr-Latn-BA" sz="1200">
                  <a:hlinkClick r:id="rId2"/>
                </a:rPr>
                <a:t>http://neuralnetworksanddeeplearning.com/chap1.html</a:t>
              </a:r>
              <a:endParaRPr lang="sr-Latn-BA" sz="1200"/>
            </a:p>
          </p:txBody>
        </p:sp>
        <p:pic>
          <p:nvPicPr>
            <p:cNvPr id="6" name="Content Placeholder 9" descr="A picture containing black, darkness&#10;&#10;Description automatically generated">
              <a:extLst>
                <a:ext uri="{FF2B5EF4-FFF2-40B4-BE49-F238E27FC236}">
                  <a16:creationId xmlns:a16="http://schemas.microsoft.com/office/drawing/2014/main" id="{44EABF19-77C4-A803-74BE-8D4676F43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2787" y="1885950"/>
              <a:ext cx="5686425" cy="30861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29EBE22-2A12-6C4A-B5FB-6AEAD77A45AD}"/>
              </a:ext>
            </a:extLst>
          </p:cNvPr>
          <p:cNvSpPr txBox="1"/>
          <p:nvPr/>
        </p:nvSpPr>
        <p:spPr>
          <a:xfrm>
            <a:off x="3236360" y="46508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ulazni sloj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3FBC6-00D5-1A06-5542-4C6F3118460A}"/>
              </a:ext>
            </a:extLst>
          </p:cNvPr>
          <p:cNvSpPr txBox="1"/>
          <p:nvPr/>
        </p:nvSpPr>
        <p:spPr>
          <a:xfrm>
            <a:off x="5416805" y="3376452"/>
            <a:ext cx="154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skriveni slojevi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E62DD-9A2B-7622-9012-3E7857922E1C}"/>
              </a:ext>
            </a:extLst>
          </p:cNvPr>
          <p:cNvSpPr txBox="1"/>
          <p:nvPr/>
        </p:nvSpPr>
        <p:spPr>
          <a:xfrm>
            <a:off x="7175732" y="4130116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izlazni sloj</a:t>
            </a:r>
          </a:p>
        </p:txBody>
      </p:sp>
    </p:spTree>
    <p:extLst>
      <p:ext uri="{BB962C8B-B14F-4D97-AF65-F5344CB8AC3E}">
        <p14:creationId xmlns:p14="http://schemas.microsoft.com/office/powerpoint/2010/main" val="338002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rapezoid 382">
            <a:extLst>
              <a:ext uri="{FF2B5EF4-FFF2-40B4-BE49-F238E27FC236}">
                <a16:creationId xmlns:a16="http://schemas.microsoft.com/office/drawing/2014/main" id="{2DAA246A-5DDC-1C01-28F0-524065A88C1F}"/>
              </a:ext>
            </a:extLst>
          </p:cNvPr>
          <p:cNvSpPr/>
          <p:nvPr/>
        </p:nvSpPr>
        <p:spPr>
          <a:xfrm rot="16200000" flipV="1">
            <a:off x="8497063" y="2156002"/>
            <a:ext cx="5209724" cy="1875616"/>
          </a:xfrm>
          <a:prstGeom prst="trapezoi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  <p:sp>
        <p:nvSpPr>
          <p:cNvPr id="378" name="Trapezoid 377">
            <a:extLst>
              <a:ext uri="{FF2B5EF4-FFF2-40B4-BE49-F238E27FC236}">
                <a16:creationId xmlns:a16="http://schemas.microsoft.com/office/drawing/2014/main" id="{AB3FA61F-303F-8DDE-3064-DFB98B1DEFC5}"/>
              </a:ext>
            </a:extLst>
          </p:cNvPr>
          <p:cNvSpPr/>
          <p:nvPr/>
        </p:nvSpPr>
        <p:spPr>
          <a:xfrm rot="16200000">
            <a:off x="5834482" y="1369168"/>
            <a:ext cx="5209725" cy="3449283"/>
          </a:xfrm>
          <a:prstGeom prst="trapezoi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1E8B962A-7536-4F74-4067-98A1708889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0132"/>
                <a:ext cx="10515600" cy="532786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b="0"/>
                  <a:t>Neka </a:t>
                </a:r>
                <a:r>
                  <a:rPr lang="sr-Latn-BA" b="0"/>
                  <a:t>važi: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b="0"/>
                  <a:t> je </a:t>
                </a:r>
                <a:r>
                  <a:rPr lang="en-US" b="1"/>
                  <a:t>broj neurona sloja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.</a:t>
                </a:r>
                <a:endParaRPr lang="sr-Latn-BA"/>
              </a:p>
              <a:p>
                <a:pPr algn="just">
                  <a:lnSpc>
                    <a:spcPct val="120000"/>
                  </a:lnSpc>
                </a:pPr>
                <a:r>
                  <a:rPr lang="sr-Latn-BA" b="1"/>
                  <a:t>Izlaz sloj-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 b="1"/>
                  <a:t> neurona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sr-Latn-BA"/>
                  <a:t>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sr-Latn-BA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algn="just"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r-Latn-B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sr-Latn-B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r-Latn-B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je</a:t>
                </a:r>
                <a:r>
                  <a:rPr lang="en-US" b="1"/>
                  <a:t> te</a:t>
                </a:r>
                <a:r>
                  <a:rPr lang="sr-Latn-BA" b="1"/>
                  <a:t>žina veze od sloj-</a:t>
                </a:r>
                <a14:m>
                  <m:oMath xmlns:m="http://schemas.openxmlformats.org/officeDocument/2006/math">
                    <m:r>
                      <a:rPr lang="sr-Latn-BA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sr-Latn-BA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sr-Latn-BA"/>
                  <a:t> </a:t>
                </a:r>
                <a:endParaRPr lang="en-US"/>
              </a:p>
              <a:p>
                <a:pPr marL="0" indent="0" algn="just">
                  <a:buClr>
                    <a:schemeClr val="tx1"/>
                  </a:buClr>
                  <a:buNone/>
                </a:pPr>
                <a:r>
                  <a:rPr lang="sr-Latn-BA" b="1"/>
                  <a:t>neurona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sr-Latn-BA" b="1"/>
                  <a:t> do sloj-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 b="1"/>
                  <a:t> neurona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sr-Latn-BA"/>
                  <a:t>.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sr-Latn-BA"/>
                  <a:t>)</a:t>
                </a:r>
                <a:r>
                  <a:rPr lang="en-US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je </a:t>
                </a:r>
                <a:r>
                  <a:rPr lang="en-US" b="1"/>
                  <a:t>pomjeraj za</a:t>
                </a:r>
              </a:p>
              <a:p>
                <a:pPr marL="0" indent="0" algn="just">
                  <a:buNone/>
                </a:pPr>
                <a:r>
                  <a:rPr lang="sr-Latn-BA" b="1"/>
                  <a:t>sloj-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 b="1"/>
                  <a:t> neuron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sr-Latn-BA"/>
                  <a:t>.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sr-Latn-BA"/>
                  <a:t>)</a:t>
                </a:r>
                <a:r>
                  <a:rPr lang="en-US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je </a:t>
                </a:r>
                <a:r>
                  <a:rPr lang="sr-Latn-BA" b="1"/>
                  <a:t>aktivaciona funkcija sloja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sr-Latn-BA"/>
                  <a:t>.</a:t>
                </a:r>
              </a:p>
              <a:p>
                <a:pPr algn="just"/>
                <a:endParaRPr lang="en-US"/>
              </a:p>
              <a:p>
                <a:pPr marL="0" indent="0" algn="just">
                  <a:buNone/>
                </a:pPr>
                <a:r>
                  <a:rPr lang="en-US"/>
                  <a:t>Tada va</a:t>
                </a:r>
                <a:r>
                  <a:rPr lang="sr-Latn-BA"/>
                  <a:t>ži: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sr-Latn-BA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sr-Latn-B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su</a:t>
                </a:r>
                <a:r>
                  <a:rPr lang="en-US" b="1"/>
                  <a:t> ulazi mre</a:t>
                </a:r>
                <a:r>
                  <a:rPr lang="sr-Latn-BA" b="1"/>
                  <a:t>že</a:t>
                </a:r>
                <a:r>
                  <a:rPr lang="en-US" b="1"/>
                  <a:t>.</a:t>
                </a:r>
                <a:endParaRPr lang="sr-Latn-BA" b="0"/>
              </a:p>
              <a:p>
                <a:pPr algn="just"/>
                <a:r>
                  <a:rPr lang="sr-Latn-BA" b="1"/>
                  <a:t>Izlaz sloj-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/>
                  <a:t>,</a:t>
                </a:r>
                <a:r>
                  <a:rPr lang="sr-Latn-BA" b="1"/>
                  <a:t> neurona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sr-Latn-BA"/>
                  <a:t> je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sr-Latn-B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sr-Latn-BA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sr-Latn-BA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sr-Latn-BA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sr-Latn-BA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/>
                  <a:t>.</a:t>
                </a:r>
                <a:endParaRPr lang="sr-Latn-BA" b="0"/>
              </a:p>
              <a:p>
                <a:pPr algn="just"/>
                <a:r>
                  <a:rPr lang="en-US"/>
                  <a:t>Ako je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ukupan broj slojeva, onda</a:t>
                </a:r>
                <a:r>
                  <a:rPr lang="sr-Latn-BA"/>
                  <a:t> mreža izračunava</a:t>
                </a:r>
                <a:r>
                  <a:rPr lang="en-US"/>
                  <a:t> izlaze</a:t>
                </a:r>
                <a:r>
                  <a:rPr lang="sr-Latn-BA"/>
                  <a:t>: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0" i="0">
                    <a:latin typeface="Cambria Math" panose="02040503050406030204" pitchFamily="18" charset="0"/>
                  </a:rPr>
                  <a:t>.</a:t>
                </a:r>
                <a:endParaRPr lang="sr-Latn-BA" b="0" i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sr-Latn-BA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1E8B962A-7536-4F74-4067-98A1708889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0132"/>
                <a:ext cx="10515600" cy="5327868"/>
              </a:xfrm>
              <a:blipFill>
                <a:blip r:embed="rId3"/>
                <a:stretch>
                  <a:fillRect l="-638" t="-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07882AB-1EA1-F67C-E7E8-66F7F617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/>
              <a:t>Feedforward</a:t>
            </a:r>
            <a:r>
              <a:rPr lang="sr-Latn-BA"/>
              <a:t> </a:t>
            </a:r>
            <a:r>
              <a:rPr lang="en-US"/>
              <a:t>neuronske </a:t>
            </a:r>
            <a:r>
              <a:rPr lang="sr-Latn-BA"/>
              <a:t>mreže</a:t>
            </a:r>
            <a:endParaRPr lang="en-US"/>
          </a:p>
        </p:txBody>
      </p: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95510896-EBA6-CA14-210B-FDF17A8B8C5A}"/>
              </a:ext>
            </a:extLst>
          </p:cNvPr>
          <p:cNvGrpSpPr/>
          <p:nvPr/>
        </p:nvGrpSpPr>
        <p:grpSpPr>
          <a:xfrm>
            <a:off x="6675241" y="694697"/>
            <a:ext cx="5318280" cy="4867811"/>
            <a:chOff x="6560941" y="824520"/>
            <a:chExt cx="5318280" cy="4867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31E5986B-7448-B6FC-E4D2-99187500AE8D}"/>
                    </a:ext>
                  </a:extLst>
                </p:cNvPr>
                <p:cNvSpPr/>
                <p:nvPr/>
              </p:nvSpPr>
              <p:spPr>
                <a:xfrm>
                  <a:off x="6627043" y="1869797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31E5986B-7448-B6FC-E4D2-99187500AE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43" y="1869797"/>
                  <a:ext cx="641022" cy="64102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516CC64D-FC50-D7F5-0638-162971051C01}"/>
                    </a:ext>
                  </a:extLst>
                </p:cNvPr>
                <p:cNvSpPr/>
                <p:nvPr/>
              </p:nvSpPr>
              <p:spPr>
                <a:xfrm>
                  <a:off x="6627043" y="2590522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516CC64D-FC50-D7F5-0638-162971051C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43" y="2590522"/>
                  <a:ext cx="641022" cy="64102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377D0101-FBDA-3070-EAFD-03F5E62DCE40}"/>
                    </a:ext>
                  </a:extLst>
                </p:cNvPr>
                <p:cNvSpPr/>
                <p:nvPr/>
              </p:nvSpPr>
              <p:spPr>
                <a:xfrm>
                  <a:off x="6627043" y="4031972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377D0101-FBDA-3070-EAFD-03F5E62DCE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43" y="4031972"/>
                  <a:ext cx="641022" cy="64102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301A0F-B115-62AE-9547-90B9D4B8F2DB}"/>
                </a:ext>
              </a:extLst>
            </p:cNvPr>
            <p:cNvCxnSpPr>
              <a:cxnSpLocks/>
            </p:cNvCxnSpPr>
            <p:nvPr/>
          </p:nvCxnSpPr>
          <p:spPr>
            <a:xfrm>
              <a:off x="6947554" y="3352161"/>
              <a:ext cx="0" cy="593889"/>
            </a:xfrm>
            <a:prstGeom prst="line">
              <a:avLst/>
            </a:prstGeom>
            <a:ln w="38100">
              <a:prstDash val="sysDot"/>
            </a:ln>
            <a:effectLst>
              <a:softEdge rad="12700"/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88FF54B-7493-EB32-E69F-3AB1BFA2EFEB}"/>
                </a:ext>
              </a:extLst>
            </p:cNvPr>
            <p:cNvCxnSpPr>
              <a:stCxn id="3" idx="6"/>
              <a:endCxn id="35" idx="2"/>
            </p:cNvCxnSpPr>
            <p:nvPr/>
          </p:nvCxnSpPr>
          <p:spPr>
            <a:xfrm flipV="1">
              <a:off x="7268065" y="1497241"/>
              <a:ext cx="1274186" cy="69306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A3E5F55-CE21-8E55-363F-328B42FD87F5}"/>
                    </a:ext>
                  </a:extLst>
                </p:cNvPr>
                <p:cNvSpPr txBox="1"/>
                <p:nvPr/>
              </p:nvSpPr>
              <p:spPr>
                <a:xfrm>
                  <a:off x="9177347" y="859467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A3E5F55-CE21-8E55-363F-328B42FD8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7347" y="859467"/>
                  <a:ext cx="773225" cy="31720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284CAE4-7544-370F-50DF-26425662A438}"/>
                </a:ext>
              </a:extLst>
            </p:cNvPr>
            <p:cNvCxnSpPr>
              <a:cxnSpLocks/>
              <a:stCxn id="3" idx="6"/>
              <a:endCxn id="36" idx="2"/>
            </p:cNvCxnSpPr>
            <p:nvPr/>
          </p:nvCxnSpPr>
          <p:spPr>
            <a:xfrm>
              <a:off x="7268065" y="2190308"/>
              <a:ext cx="1274186" cy="27658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804794D-9916-6CD2-AE22-9265F68B7037}"/>
                </a:ext>
              </a:extLst>
            </p:cNvPr>
            <p:cNvCxnSpPr>
              <a:cxnSpLocks/>
              <a:stCxn id="3" idx="6"/>
              <a:endCxn id="37" idx="2"/>
            </p:cNvCxnSpPr>
            <p:nvPr/>
          </p:nvCxnSpPr>
          <p:spPr>
            <a:xfrm>
              <a:off x="7268065" y="2190308"/>
              <a:ext cx="1274564" cy="2860749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4F411E0-93F1-25D9-55D2-5795D79283F0}"/>
                </a:ext>
              </a:extLst>
            </p:cNvPr>
            <p:cNvCxnSpPr>
              <a:cxnSpLocks/>
              <a:stCxn id="4" idx="6"/>
              <a:endCxn id="35" idx="2"/>
            </p:cNvCxnSpPr>
            <p:nvPr/>
          </p:nvCxnSpPr>
          <p:spPr>
            <a:xfrm flipV="1">
              <a:off x="7268065" y="1497241"/>
              <a:ext cx="1274186" cy="1413792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880C65F-4210-4CEC-CE8F-D4E467C87137}"/>
                </a:ext>
              </a:extLst>
            </p:cNvPr>
            <p:cNvCxnSpPr>
              <a:cxnSpLocks/>
              <a:stCxn id="4" idx="6"/>
              <a:endCxn id="36" idx="2"/>
            </p:cNvCxnSpPr>
            <p:nvPr/>
          </p:nvCxnSpPr>
          <p:spPr>
            <a:xfrm flipV="1">
              <a:off x="7268065" y="2217966"/>
              <a:ext cx="1274186" cy="69306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AE249F9-2117-0B3B-0090-71C0E18239EB}"/>
                </a:ext>
              </a:extLst>
            </p:cNvPr>
            <p:cNvCxnSpPr>
              <a:cxnSpLocks/>
              <a:stCxn id="4" idx="6"/>
              <a:endCxn id="37" idx="2"/>
            </p:cNvCxnSpPr>
            <p:nvPr/>
          </p:nvCxnSpPr>
          <p:spPr>
            <a:xfrm>
              <a:off x="7268065" y="2911033"/>
              <a:ext cx="1274564" cy="2140024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E8FB3AC-D387-0487-FD7A-1E0C8B41038F}"/>
                </a:ext>
              </a:extLst>
            </p:cNvPr>
            <p:cNvCxnSpPr>
              <a:cxnSpLocks/>
              <a:stCxn id="6" idx="6"/>
              <a:endCxn id="35" idx="2"/>
            </p:cNvCxnSpPr>
            <p:nvPr/>
          </p:nvCxnSpPr>
          <p:spPr>
            <a:xfrm flipV="1">
              <a:off x="7268065" y="1497241"/>
              <a:ext cx="1274186" cy="2855242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07603BE-5B1E-C667-60B6-1D0B44735D36}"/>
                </a:ext>
              </a:extLst>
            </p:cNvPr>
            <p:cNvCxnSpPr>
              <a:cxnSpLocks/>
              <a:stCxn id="6" idx="6"/>
              <a:endCxn id="36" idx="2"/>
            </p:cNvCxnSpPr>
            <p:nvPr/>
          </p:nvCxnSpPr>
          <p:spPr>
            <a:xfrm flipV="1">
              <a:off x="7268065" y="2217966"/>
              <a:ext cx="1274186" cy="213451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F0FEBA6-760B-26A4-790C-264985E1E5D1}"/>
                </a:ext>
              </a:extLst>
            </p:cNvPr>
            <p:cNvCxnSpPr>
              <a:cxnSpLocks/>
              <a:stCxn id="6" idx="6"/>
              <a:endCxn id="37" idx="2"/>
            </p:cNvCxnSpPr>
            <p:nvPr/>
          </p:nvCxnSpPr>
          <p:spPr>
            <a:xfrm>
              <a:off x="7268065" y="4352483"/>
              <a:ext cx="1274564" cy="698574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DFBEFDE-EE77-2E44-1631-41800E9AF028}"/>
                    </a:ext>
                  </a:extLst>
                </p:cNvPr>
                <p:cNvSpPr txBox="1"/>
                <p:nvPr/>
              </p:nvSpPr>
              <p:spPr>
                <a:xfrm>
                  <a:off x="7645124" y="1810817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DFBEFDE-EE77-2E44-1631-41800E9A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5124" y="1810817"/>
                  <a:ext cx="773225" cy="31720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66B2F74F-933B-7323-439C-0AA8C6171F23}"/>
                    </a:ext>
                  </a:extLst>
                </p:cNvPr>
                <p:cNvSpPr txBox="1"/>
                <p:nvPr/>
              </p:nvSpPr>
              <p:spPr>
                <a:xfrm>
                  <a:off x="8032363" y="1659955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66B2F74F-933B-7323-439C-0AA8C6171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2363" y="1659955"/>
                  <a:ext cx="773225" cy="3262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1CA00A0-04E4-3E7B-2010-4A1C34201853}"/>
                    </a:ext>
                  </a:extLst>
                </p:cNvPr>
                <p:cNvSpPr txBox="1"/>
                <p:nvPr/>
              </p:nvSpPr>
              <p:spPr>
                <a:xfrm>
                  <a:off x="7439619" y="2354636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1CA00A0-04E4-3E7B-2010-4A1C34201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9619" y="2354636"/>
                  <a:ext cx="773225" cy="31720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9EE0BAFD-6102-836D-D827-8D837EF267AC}"/>
                    </a:ext>
                  </a:extLst>
                </p:cNvPr>
                <p:cNvSpPr txBox="1"/>
                <p:nvPr/>
              </p:nvSpPr>
              <p:spPr>
                <a:xfrm>
                  <a:off x="7265835" y="1979285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9EE0BAFD-6102-836D-D827-8D837EF26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5835" y="1979285"/>
                  <a:ext cx="773225" cy="31720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FED9C0E-C57D-E9AF-A35E-FC0280EEEE16}"/>
                    </a:ext>
                  </a:extLst>
                </p:cNvPr>
                <p:cNvSpPr txBox="1"/>
                <p:nvPr/>
              </p:nvSpPr>
              <p:spPr>
                <a:xfrm>
                  <a:off x="7503212" y="4025760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FED9C0E-C57D-E9AF-A35E-FC0280EEE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212" y="4025760"/>
                  <a:ext cx="773225" cy="3262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09DC065-F590-C5C2-C28B-C488355BDDA0}"/>
                    </a:ext>
                  </a:extLst>
                </p:cNvPr>
                <p:cNvSpPr txBox="1"/>
                <p:nvPr/>
              </p:nvSpPr>
              <p:spPr>
                <a:xfrm>
                  <a:off x="7742198" y="3818228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09DC065-F590-C5C2-C28B-C488355BDD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2198" y="3818228"/>
                  <a:ext cx="773225" cy="32624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68B05696-4D84-F6C0-CA16-D7C88FAF9B1F}"/>
                    </a:ext>
                  </a:extLst>
                </p:cNvPr>
                <p:cNvSpPr txBox="1"/>
                <p:nvPr/>
              </p:nvSpPr>
              <p:spPr>
                <a:xfrm>
                  <a:off x="7373477" y="4432826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68B05696-4D84-F6C0-CA16-D7C88FAF9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477" y="4432826"/>
                  <a:ext cx="773225" cy="32624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BB15853-4441-7F35-F082-D45B5FB14017}"/>
                    </a:ext>
                  </a:extLst>
                </p:cNvPr>
                <p:cNvSpPr txBox="1"/>
                <p:nvPr/>
              </p:nvSpPr>
              <p:spPr>
                <a:xfrm>
                  <a:off x="8004187" y="2449368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5BB15853-4441-7F35-F082-D45B5FB14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4187" y="2449368"/>
                  <a:ext cx="773225" cy="32624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992807E7-789C-261D-C3E0-06827A588C36}"/>
                    </a:ext>
                  </a:extLst>
                </p:cNvPr>
                <p:cNvSpPr txBox="1"/>
                <p:nvPr/>
              </p:nvSpPr>
              <p:spPr>
                <a:xfrm>
                  <a:off x="8476149" y="824520"/>
                  <a:ext cx="77322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sr-Latn-BA" sz="1400" b="1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992807E7-789C-261D-C3E0-06827A588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6149" y="824520"/>
                  <a:ext cx="773225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048E1D92-E14D-1038-6931-5468F6E57D54}"/>
                    </a:ext>
                  </a:extLst>
                </p:cNvPr>
                <p:cNvSpPr txBox="1"/>
                <p:nvPr/>
              </p:nvSpPr>
              <p:spPr>
                <a:xfrm>
                  <a:off x="6560941" y="1536799"/>
                  <a:ext cx="77322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sr-Latn-BA" sz="1400" b="1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048E1D92-E14D-1038-6931-5468F6E57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941" y="1536799"/>
                  <a:ext cx="773225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7E068A9E-A039-16E7-AC1E-F568F003A767}"/>
                    </a:ext>
                  </a:extLst>
                </p:cNvPr>
                <p:cNvSpPr/>
                <p:nvPr/>
              </p:nvSpPr>
              <p:spPr>
                <a:xfrm>
                  <a:off x="6627043" y="4023204"/>
                  <a:ext cx="641022" cy="710119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7E068A9E-A039-16E7-AC1E-F568F003A7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43" y="4023204"/>
                  <a:ext cx="641022" cy="710119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Arc 162">
              <a:extLst>
                <a:ext uri="{FF2B5EF4-FFF2-40B4-BE49-F238E27FC236}">
                  <a16:creationId xmlns:a16="http://schemas.microsoft.com/office/drawing/2014/main" id="{7B7F9224-75E2-E0FF-5B49-12B5C6A7B7EB}"/>
                </a:ext>
              </a:extLst>
            </p:cNvPr>
            <p:cNvSpPr/>
            <p:nvPr/>
          </p:nvSpPr>
          <p:spPr>
            <a:xfrm flipV="1">
              <a:off x="7215300" y="2157666"/>
              <a:ext cx="335778" cy="359850"/>
            </a:xfrm>
            <a:prstGeom prst="arc">
              <a:avLst>
                <a:gd name="adj1" fmla="val 16951039"/>
                <a:gd name="adj2" fmla="val 2971049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844F3BA7-B7E7-9CB3-1AFE-6A324ECA4483}"/>
                </a:ext>
              </a:extLst>
            </p:cNvPr>
            <p:cNvSpPr/>
            <p:nvPr/>
          </p:nvSpPr>
          <p:spPr>
            <a:xfrm flipV="1">
              <a:off x="7243167" y="2841294"/>
              <a:ext cx="335778" cy="359850"/>
            </a:xfrm>
            <a:prstGeom prst="arc">
              <a:avLst>
                <a:gd name="adj1" fmla="val 16951039"/>
                <a:gd name="adj2" fmla="val 2022415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sp>
          <p:nvSpPr>
            <p:cNvPr id="166" name="Arc 165">
              <a:extLst>
                <a:ext uri="{FF2B5EF4-FFF2-40B4-BE49-F238E27FC236}">
                  <a16:creationId xmlns:a16="http://schemas.microsoft.com/office/drawing/2014/main" id="{12AD4724-1563-1F4C-2819-C27B4AF97697}"/>
                </a:ext>
              </a:extLst>
            </p:cNvPr>
            <p:cNvSpPr/>
            <p:nvPr/>
          </p:nvSpPr>
          <p:spPr>
            <a:xfrm flipV="1">
              <a:off x="7192398" y="4144471"/>
              <a:ext cx="335778" cy="359850"/>
            </a:xfrm>
            <a:prstGeom prst="arc">
              <a:avLst>
                <a:gd name="adj1" fmla="val 18568972"/>
                <a:gd name="adj2" fmla="val 3737368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E62E685D-3757-6743-13FD-77149B9AD7AB}"/>
                    </a:ext>
                  </a:extLst>
                </p:cNvPr>
                <p:cNvSpPr txBox="1"/>
                <p:nvPr/>
              </p:nvSpPr>
              <p:spPr>
                <a:xfrm>
                  <a:off x="7695069" y="1365498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E62E685D-3757-6743-13FD-77149B9AD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5069" y="1365498"/>
                  <a:ext cx="773225" cy="31720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3164C2A-CBD8-A06D-477A-EC3A89189D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70052" y="1944336"/>
              <a:ext cx="575035" cy="0"/>
            </a:xfrm>
            <a:prstGeom prst="line">
              <a:avLst/>
            </a:prstGeom>
            <a:ln w="38100">
              <a:prstDash val="sysDot"/>
            </a:ln>
            <a:effectLst>
              <a:softEdge rad="12700"/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7DA04C4-BEC0-ECCD-27DE-05FCD199D388}"/>
                    </a:ext>
                  </a:extLst>
                </p:cNvPr>
                <p:cNvSpPr/>
                <p:nvPr/>
              </p:nvSpPr>
              <p:spPr>
                <a:xfrm>
                  <a:off x="11172098" y="2097796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7DA04C4-BEC0-ECCD-27DE-05FCD199D3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2098" y="2097796"/>
                  <a:ext cx="641022" cy="641022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B22636B3-F230-A329-A268-328E3FE9546B}"/>
                    </a:ext>
                  </a:extLst>
                </p:cNvPr>
                <p:cNvSpPr/>
                <p:nvPr/>
              </p:nvSpPr>
              <p:spPr>
                <a:xfrm>
                  <a:off x="11172098" y="2818521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B22636B3-F230-A329-A268-328E3FE954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2098" y="2818521"/>
                  <a:ext cx="641022" cy="641022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E5C39C1-19D3-B30B-789D-973490795271}"/>
                    </a:ext>
                  </a:extLst>
                </p:cNvPr>
                <p:cNvSpPr/>
                <p:nvPr/>
              </p:nvSpPr>
              <p:spPr>
                <a:xfrm>
                  <a:off x="11172098" y="3767647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E5C39C1-19D3-B30B-789D-9734907952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2098" y="3767647"/>
                  <a:ext cx="641022" cy="641022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0E77B4-E810-EBAB-A9AA-D52577343F98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11492609" y="3471596"/>
              <a:ext cx="0" cy="296051"/>
            </a:xfrm>
            <a:prstGeom prst="line">
              <a:avLst/>
            </a:prstGeom>
            <a:ln w="38100">
              <a:prstDash val="sysDot"/>
            </a:ln>
            <a:effectLst>
              <a:softEdge rad="12700"/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70CA22C-F2FD-DB11-0251-94FB3B6A00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95719" y="3512584"/>
              <a:ext cx="575035" cy="0"/>
            </a:xfrm>
            <a:prstGeom prst="line">
              <a:avLst/>
            </a:prstGeom>
            <a:ln w="38100">
              <a:prstDash val="sysDot"/>
            </a:ln>
            <a:effectLst>
              <a:softEdge rad="12700"/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2202063-0708-75D5-320A-5140B6EFF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6286" y="5051057"/>
              <a:ext cx="386822" cy="0"/>
            </a:xfrm>
            <a:prstGeom prst="line">
              <a:avLst/>
            </a:prstGeom>
            <a:ln w="38100">
              <a:prstDash val="sysDot"/>
            </a:ln>
            <a:effectLst>
              <a:softEdge rad="12700"/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2E7EAF85-7502-59D1-E672-AA3A679DEAEC}"/>
                    </a:ext>
                  </a:extLst>
                </p:cNvPr>
                <p:cNvSpPr/>
                <p:nvPr/>
              </p:nvSpPr>
              <p:spPr>
                <a:xfrm>
                  <a:off x="8542251" y="1176730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2E7EAF85-7502-59D1-E672-AA3A679DEA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2251" y="1176730"/>
                  <a:ext cx="641022" cy="641022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60596217-A5C5-46F1-B8D1-0C1F398C61C4}"/>
                    </a:ext>
                  </a:extLst>
                </p:cNvPr>
                <p:cNvSpPr/>
                <p:nvPr/>
              </p:nvSpPr>
              <p:spPr>
                <a:xfrm>
                  <a:off x="8542251" y="1897455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60596217-A5C5-46F1-B8D1-0C1F398C61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2251" y="1897455"/>
                  <a:ext cx="641022" cy="641022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0728776-22AF-28E4-7F06-BF62C705DA03}"/>
                    </a:ext>
                  </a:extLst>
                </p:cNvPr>
                <p:cNvSpPr/>
                <p:nvPr/>
              </p:nvSpPr>
              <p:spPr>
                <a:xfrm>
                  <a:off x="8542629" y="4730546"/>
                  <a:ext cx="641022" cy="641022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/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0728776-22AF-28E4-7F06-BF62C705D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2629" y="4730546"/>
                  <a:ext cx="641022" cy="641022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B047D2A-474E-4D89-F4EF-070F91E8BD69}"/>
                </a:ext>
              </a:extLst>
            </p:cNvPr>
            <p:cNvCxnSpPr>
              <a:cxnSpLocks/>
            </p:cNvCxnSpPr>
            <p:nvPr/>
          </p:nvCxnSpPr>
          <p:spPr>
            <a:xfrm>
              <a:off x="8862762" y="2608979"/>
              <a:ext cx="0" cy="2051065"/>
            </a:xfrm>
            <a:prstGeom prst="line">
              <a:avLst/>
            </a:prstGeom>
            <a:ln w="38100">
              <a:prstDash val="sysDot"/>
            </a:ln>
            <a:effectLst>
              <a:softEdge rad="12700"/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67A7DDA-56B6-934B-7D25-58955E3C46C3}"/>
                    </a:ext>
                  </a:extLst>
                </p:cNvPr>
                <p:cNvSpPr txBox="1"/>
                <p:nvPr/>
              </p:nvSpPr>
              <p:spPr>
                <a:xfrm>
                  <a:off x="11105996" y="1764798"/>
                  <a:ext cx="77322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sr-Latn-BA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sr-Latn-BA" sz="1400" b="1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67A7DDA-56B6-934B-7D25-58955E3C46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5996" y="1764798"/>
                  <a:ext cx="773225" cy="307777"/>
                </a:xfrm>
                <a:prstGeom prst="rect">
                  <a:avLst/>
                </a:prstGeom>
                <a:blipFill>
                  <a:blip r:embed="rId26"/>
                  <a:stretch>
                    <a:fillRect t="-3922"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DE79A1D1-CC01-A317-DDC7-D445A1BBFD7B}"/>
                </a:ext>
              </a:extLst>
            </p:cNvPr>
            <p:cNvCxnSpPr>
              <a:cxnSpLocks/>
              <a:stCxn id="37" idx="6"/>
            </p:cNvCxnSpPr>
            <p:nvPr/>
          </p:nvCxnSpPr>
          <p:spPr>
            <a:xfrm flipV="1">
              <a:off x="9183651" y="4529833"/>
              <a:ext cx="708328" cy="521224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87DA59CC-4D5D-0AFB-C245-FEE87EA7A8E8}"/>
                </a:ext>
              </a:extLst>
            </p:cNvPr>
            <p:cNvCxnSpPr>
              <a:cxnSpLocks/>
              <a:stCxn id="37" idx="6"/>
            </p:cNvCxnSpPr>
            <p:nvPr/>
          </p:nvCxnSpPr>
          <p:spPr>
            <a:xfrm>
              <a:off x="9183651" y="5051057"/>
              <a:ext cx="826994" cy="0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EB251367-F575-1727-1831-BB7E1871A3F1}"/>
                </a:ext>
              </a:extLst>
            </p:cNvPr>
            <p:cNvCxnSpPr>
              <a:cxnSpLocks/>
              <a:stCxn id="37" idx="6"/>
            </p:cNvCxnSpPr>
            <p:nvPr/>
          </p:nvCxnSpPr>
          <p:spPr>
            <a:xfrm>
              <a:off x="9183651" y="5051057"/>
              <a:ext cx="826994" cy="641274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Arc 166">
              <a:extLst>
                <a:ext uri="{FF2B5EF4-FFF2-40B4-BE49-F238E27FC236}">
                  <a16:creationId xmlns:a16="http://schemas.microsoft.com/office/drawing/2014/main" id="{A1DC222F-DE11-00DE-02AC-BB34F80E303F}"/>
                </a:ext>
              </a:extLst>
            </p:cNvPr>
            <p:cNvSpPr/>
            <p:nvPr/>
          </p:nvSpPr>
          <p:spPr>
            <a:xfrm flipV="1">
              <a:off x="9134085" y="4948958"/>
              <a:ext cx="335778" cy="359850"/>
            </a:xfrm>
            <a:prstGeom prst="arc">
              <a:avLst>
                <a:gd name="adj1" fmla="val 20232021"/>
                <a:gd name="adj2" fmla="val 1616619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00D62A48-17CA-ADEC-34A2-8079609A2FF3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 flipV="1">
              <a:off x="9183273" y="1151509"/>
              <a:ext cx="570288" cy="345732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8D325C31-A4E2-8FB3-E3FE-CF1DA24F017F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9183273" y="1497241"/>
              <a:ext cx="550336" cy="18952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C673D099-07C5-0548-040D-02F48AEFEA06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9183273" y="1497241"/>
              <a:ext cx="367350" cy="399369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C2E50735-F07A-68F6-CAE9-380F41ACFDCF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flipV="1">
              <a:off x="9183273" y="1963499"/>
              <a:ext cx="459197" cy="25446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73DD4B15-D89A-9663-3644-FC8E8D2C028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9183273" y="2217966"/>
              <a:ext cx="683861" cy="0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90D45CC6-9BE2-4389-8692-8ED859F0CD1B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9183273" y="2217966"/>
              <a:ext cx="509149" cy="538923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D45AFAE4-DAED-79F2-CA4B-1E4D0AB7F10B}"/>
                </a:ext>
              </a:extLst>
            </p:cNvPr>
            <p:cNvSpPr/>
            <p:nvPr/>
          </p:nvSpPr>
          <p:spPr>
            <a:xfrm flipV="1">
              <a:off x="9024506" y="2146120"/>
              <a:ext cx="335778" cy="359850"/>
            </a:xfrm>
            <a:prstGeom prst="arc">
              <a:avLst>
                <a:gd name="adj1" fmla="val 19767060"/>
                <a:gd name="adj2" fmla="val 1495467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sp>
          <p:nvSpPr>
            <p:cNvPr id="200" name="Arc 199">
              <a:extLst>
                <a:ext uri="{FF2B5EF4-FFF2-40B4-BE49-F238E27FC236}">
                  <a16:creationId xmlns:a16="http://schemas.microsoft.com/office/drawing/2014/main" id="{1C5C0756-D537-338B-F507-37357511FB84}"/>
                </a:ext>
              </a:extLst>
            </p:cNvPr>
            <p:cNvSpPr/>
            <p:nvPr/>
          </p:nvSpPr>
          <p:spPr>
            <a:xfrm flipV="1">
              <a:off x="9161602" y="1426739"/>
              <a:ext cx="335778" cy="359850"/>
            </a:xfrm>
            <a:prstGeom prst="arc">
              <a:avLst>
                <a:gd name="adj1" fmla="val 18226326"/>
                <a:gd name="adj2" fmla="val 1314251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2F67007B-DF8C-5CD0-5135-DF767A4E3320}"/>
                    </a:ext>
                  </a:extLst>
                </p:cNvPr>
                <p:cNvSpPr txBox="1"/>
                <p:nvPr/>
              </p:nvSpPr>
              <p:spPr>
                <a:xfrm>
                  <a:off x="9276458" y="1213654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2F67007B-DF8C-5CD0-5135-DF767A4E3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6458" y="1213654"/>
                  <a:ext cx="773225" cy="31720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4F0A4E5A-3B26-23DB-4B3E-EE095C100F55}"/>
                    </a:ext>
                  </a:extLst>
                </p:cNvPr>
                <p:cNvSpPr txBox="1"/>
                <p:nvPr/>
              </p:nvSpPr>
              <p:spPr>
                <a:xfrm>
                  <a:off x="9355867" y="1562209"/>
                  <a:ext cx="773225" cy="3348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4F0A4E5A-3B26-23DB-4B3E-EE095C10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5867" y="1562209"/>
                  <a:ext cx="773225" cy="33483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992177E4-08F4-0E45-14F1-27BFEC2D27D8}"/>
                    </a:ext>
                  </a:extLst>
                </p:cNvPr>
                <p:cNvSpPr txBox="1"/>
                <p:nvPr/>
              </p:nvSpPr>
              <p:spPr>
                <a:xfrm>
                  <a:off x="9177347" y="1885860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992177E4-08F4-0E45-14F1-27BFEC2D2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7347" y="1885860"/>
                  <a:ext cx="773225" cy="31720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5F645A39-76BB-560C-D945-836AFCC49FEE}"/>
                    </a:ext>
                  </a:extLst>
                </p:cNvPr>
                <p:cNvSpPr txBox="1"/>
                <p:nvPr/>
              </p:nvSpPr>
              <p:spPr>
                <a:xfrm>
                  <a:off x="9004820" y="2575934"/>
                  <a:ext cx="773225" cy="3348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5F645A39-76BB-560C-D945-836AFCC4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4820" y="2575934"/>
                  <a:ext cx="773225" cy="33483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D1E7E56E-0832-5A3F-D3B1-C8568ED7F7F1}"/>
                    </a:ext>
                  </a:extLst>
                </p:cNvPr>
                <p:cNvSpPr txBox="1"/>
                <p:nvPr/>
              </p:nvSpPr>
              <p:spPr>
                <a:xfrm>
                  <a:off x="9347105" y="4596787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3,1,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D1E7E56E-0832-5A3F-D3B1-C8568ED7F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7105" y="4596787"/>
                  <a:ext cx="773225" cy="32624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C6D7678-3EC1-92EC-1055-0EEC6876054E}"/>
                    </a:ext>
                  </a:extLst>
                </p:cNvPr>
                <p:cNvSpPr txBox="1"/>
                <p:nvPr/>
              </p:nvSpPr>
              <p:spPr>
                <a:xfrm>
                  <a:off x="9415074" y="5005364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C6D7678-3EC1-92EC-1055-0EEC687605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5074" y="5005364"/>
                  <a:ext cx="773225" cy="32624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29CC058F-47D8-21BF-66A2-489724198469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10515914" y="1679680"/>
              <a:ext cx="656184" cy="73862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08CA8013-AA1E-48EE-3515-AE6ACFF242E0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10350693" y="2111868"/>
              <a:ext cx="821405" cy="306439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974E2B19-D055-04D6-BC5D-693607FBC436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V="1">
              <a:off x="10879766" y="2418307"/>
              <a:ext cx="292332" cy="420756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42CA0B11-6566-EFED-8ADD-54AB21A9803B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0187300" y="2660699"/>
              <a:ext cx="984798" cy="478333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06F22D29-030F-4416-4DBD-FD5DEBC1D076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10282826" y="3638444"/>
              <a:ext cx="889272" cy="449714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8E36895E-FAB8-DF49-A302-561F1995760D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0135933" y="2937135"/>
              <a:ext cx="1036165" cy="20189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8BD30601-D582-E136-8124-89A866C72442}"/>
                </a:ext>
              </a:extLst>
            </p:cNvPr>
            <p:cNvCxnSpPr>
              <a:cxnSpLocks/>
              <a:stCxn id="269" idx="1"/>
              <a:endCxn id="23" idx="2"/>
            </p:cNvCxnSpPr>
            <p:nvPr/>
          </p:nvCxnSpPr>
          <p:spPr>
            <a:xfrm flipV="1">
              <a:off x="10202814" y="4088158"/>
              <a:ext cx="969284" cy="178830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CC6DD06C-D6D6-E847-B854-7685E2E7F5A8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V="1">
              <a:off x="10958420" y="2418307"/>
              <a:ext cx="213678" cy="307549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29049F57-5728-72B1-0EAE-B08BE9321732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V="1">
              <a:off x="10831700" y="3139032"/>
              <a:ext cx="340398" cy="568577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9E0070C-47F2-A7B2-F53F-4E7606142CEF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flipV="1">
              <a:off x="10638575" y="4088158"/>
              <a:ext cx="533523" cy="807373"/>
            </a:xfrm>
            <a:prstGeom prst="straightConnector1">
              <a:avLst/>
            </a:prstGeom>
            <a:ln>
              <a:headEnd type="none" w="med" len="med"/>
              <a:tailEnd type="arrow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5F0022F4-2745-C41F-353C-423C4EBF6DC7}"/>
                    </a:ext>
                  </a:extLst>
                </p:cNvPr>
                <p:cNvSpPr txBox="1"/>
                <p:nvPr/>
              </p:nvSpPr>
              <p:spPr>
                <a:xfrm>
                  <a:off x="10445087" y="1839604"/>
                  <a:ext cx="773225" cy="320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5F0022F4-2745-C41F-353C-423C4EBF6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5087" y="1839604"/>
                  <a:ext cx="773225" cy="32066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0" name="Arc 259">
              <a:extLst>
                <a:ext uri="{FF2B5EF4-FFF2-40B4-BE49-F238E27FC236}">
                  <a16:creationId xmlns:a16="http://schemas.microsoft.com/office/drawing/2014/main" id="{1C88CDCF-3469-8E67-3108-F244AA3C55C9}"/>
                </a:ext>
              </a:extLst>
            </p:cNvPr>
            <p:cNvSpPr/>
            <p:nvPr/>
          </p:nvSpPr>
          <p:spPr>
            <a:xfrm flipV="1">
              <a:off x="10813814" y="2355451"/>
              <a:ext cx="335778" cy="359850"/>
            </a:xfrm>
            <a:prstGeom prst="arc">
              <a:avLst>
                <a:gd name="adj1" fmla="val 6186731"/>
                <a:gd name="adj2" fmla="val 14667015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sp>
          <p:nvSpPr>
            <p:cNvPr id="261" name="Arc 260">
              <a:extLst>
                <a:ext uri="{FF2B5EF4-FFF2-40B4-BE49-F238E27FC236}">
                  <a16:creationId xmlns:a16="http://schemas.microsoft.com/office/drawing/2014/main" id="{48076A1E-9DB5-29F4-6720-3BC2C2D6C68A}"/>
                </a:ext>
              </a:extLst>
            </p:cNvPr>
            <p:cNvSpPr/>
            <p:nvPr/>
          </p:nvSpPr>
          <p:spPr>
            <a:xfrm flipV="1">
              <a:off x="10834010" y="2983884"/>
              <a:ext cx="335778" cy="359850"/>
            </a:xfrm>
            <a:prstGeom prst="arc">
              <a:avLst>
                <a:gd name="adj1" fmla="val 9658427"/>
                <a:gd name="adj2" fmla="val 17077960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p:sp>
          <p:nvSpPr>
            <p:cNvPr id="262" name="Arc 261">
              <a:extLst>
                <a:ext uri="{FF2B5EF4-FFF2-40B4-BE49-F238E27FC236}">
                  <a16:creationId xmlns:a16="http://schemas.microsoft.com/office/drawing/2014/main" id="{B81BE7EC-703A-8AE7-E6D4-0BFF59D358EB}"/>
                </a:ext>
              </a:extLst>
            </p:cNvPr>
            <p:cNvSpPr/>
            <p:nvPr/>
          </p:nvSpPr>
          <p:spPr>
            <a:xfrm flipV="1">
              <a:off x="10871090" y="4079735"/>
              <a:ext cx="335778" cy="403335"/>
            </a:xfrm>
            <a:prstGeom prst="arc">
              <a:avLst>
                <a:gd name="adj1" fmla="val 8922881"/>
                <a:gd name="adj2" fmla="val 13913890"/>
              </a:avLst>
            </a:prstGeom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r-Latn-BA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02D7D22F-7902-9515-6887-2D00BF3B4912}"/>
                    </a:ext>
                  </a:extLst>
                </p:cNvPr>
                <p:cNvSpPr txBox="1"/>
                <p:nvPr/>
              </p:nvSpPr>
              <p:spPr>
                <a:xfrm>
                  <a:off x="10067946" y="2152479"/>
                  <a:ext cx="773225" cy="320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02D7D22F-7902-9515-6887-2D00BF3B4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7946" y="2152479"/>
                  <a:ext cx="773225" cy="32066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4AB10655-09B1-5DFA-0C43-D428EAA6D6E9}"/>
                    </a:ext>
                  </a:extLst>
                </p:cNvPr>
                <p:cNvSpPr txBox="1"/>
                <p:nvPr/>
              </p:nvSpPr>
              <p:spPr>
                <a:xfrm>
                  <a:off x="10577645" y="2554761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4AB10655-09B1-5DFA-0C43-D428EAA6D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7645" y="2554761"/>
                  <a:ext cx="773225" cy="326243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64726E41-49CA-17A9-D65D-B4A01EF921AD}"/>
                    </a:ext>
                  </a:extLst>
                </p:cNvPr>
                <p:cNvSpPr txBox="1"/>
                <p:nvPr/>
              </p:nvSpPr>
              <p:spPr>
                <a:xfrm>
                  <a:off x="10116286" y="2658841"/>
                  <a:ext cx="773225" cy="320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64726E41-49CA-17A9-D65D-B4A01EF92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6286" y="2658841"/>
                  <a:ext cx="773225" cy="320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E73CB19B-B0C0-30C4-8F40-7174ADAAA77C}"/>
                    </a:ext>
                  </a:extLst>
                </p:cNvPr>
                <p:cNvSpPr txBox="1"/>
                <p:nvPr/>
              </p:nvSpPr>
              <p:spPr>
                <a:xfrm>
                  <a:off x="10130313" y="2893362"/>
                  <a:ext cx="773225" cy="320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E73CB19B-B0C0-30C4-8F40-7174ADAAA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0313" y="2893362"/>
                  <a:ext cx="773225" cy="320665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0D6BF24A-9713-0B3E-8F2A-A827D1C79AA4}"/>
                    </a:ext>
                  </a:extLst>
                </p:cNvPr>
                <p:cNvSpPr txBox="1"/>
                <p:nvPr/>
              </p:nvSpPr>
              <p:spPr>
                <a:xfrm>
                  <a:off x="10563324" y="3341053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0D6BF24A-9713-0B3E-8F2A-A827D1C79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324" y="3341053"/>
                  <a:ext cx="773225" cy="326243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A67DF020-6B01-D3FA-052D-6DB4736A187D}"/>
                    </a:ext>
                  </a:extLst>
                </p:cNvPr>
                <p:cNvSpPr txBox="1"/>
                <p:nvPr/>
              </p:nvSpPr>
              <p:spPr>
                <a:xfrm>
                  <a:off x="10284814" y="3760570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A67DF020-6B01-D3FA-052D-6DB4736A1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814" y="3760570"/>
                  <a:ext cx="773225" cy="326243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AE15F75B-DA92-E585-C2F5-355126F4CC60}"/>
                    </a:ext>
                  </a:extLst>
                </p:cNvPr>
                <p:cNvSpPr txBox="1"/>
                <p:nvPr/>
              </p:nvSpPr>
              <p:spPr>
                <a:xfrm>
                  <a:off x="10202814" y="4103866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AE15F75B-DA92-E585-C2F5-355126F4CC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2814" y="4103866"/>
                  <a:ext cx="773225" cy="326243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A01A4AE3-8285-4780-41C8-1AEFC59B3C5B}"/>
                    </a:ext>
                  </a:extLst>
                </p:cNvPr>
                <p:cNvSpPr txBox="1"/>
                <p:nvPr/>
              </p:nvSpPr>
              <p:spPr>
                <a:xfrm>
                  <a:off x="10751982" y="4501943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A01A4AE3-8285-4780-41C8-1AEFC59B3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1982" y="4501943"/>
                  <a:ext cx="773225" cy="326243"/>
                </a:xfrm>
                <a:prstGeom prst="rect">
                  <a:avLst/>
                </a:prstGeom>
                <a:blipFill>
                  <a:blip r:embed="rId41"/>
                  <a:stretch>
                    <a:fillRect r="-1587"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AF97435E-A29F-0EF8-C229-722B22EFAEE3}"/>
                    </a:ext>
                  </a:extLst>
                </p:cNvPr>
                <p:cNvSpPr txBox="1"/>
                <p:nvPr/>
              </p:nvSpPr>
              <p:spPr>
                <a:xfrm>
                  <a:off x="9093910" y="5340160"/>
                  <a:ext cx="773225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4584B6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AF97435E-A29F-0EF8-C229-722B22EFA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3910" y="5340160"/>
                  <a:ext cx="773225" cy="326243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17684B49-4140-4448-96A4-D1A8D185EBBA}"/>
                    </a:ext>
                  </a:extLst>
                </p:cNvPr>
                <p:cNvSpPr txBox="1"/>
                <p:nvPr/>
              </p:nvSpPr>
              <p:spPr>
                <a:xfrm>
                  <a:off x="9246751" y="2130777"/>
                  <a:ext cx="773225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3,2,2</m:t>
                            </m:r>
                          </m:sub>
                        </m:sSub>
                      </m:oMath>
                    </m:oMathPara>
                  </a14:m>
                  <a:endParaRPr lang="sr-Latn-BA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17684B49-4140-4448-96A4-D1A8D185E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6751" y="2130777"/>
                  <a:ext cx="773225" cy="317203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r-Latn-B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24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EDEB-1931-11BA-2551-681D7B21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/>
              <a:t>Feedforward</a:t>
            </a:r>
            <a:r>
              <a:rPr lang="sr-Latn-BA"/>
              <a:t> </a:t>
            </a:r>
            <a:r>
              <a:rPr lang="en-US"/>
              <a:t>neuronske </a:t>
            </a:r>
            <a:r>
              <a:rPr lang="sr-Latn-BA"/>
              <a:t>mreže – </a:t>
            </a:r>
            <a:r>
              <a:rPr lang="en-US"/>
              <a:t>vektorski</a:t>
            </a:r>
            <a:r>
              <a:rPr lang="sr-Latn-BA"/>
              <a:t> zapis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4DA9F-CCFE-C385-5E11-210EDE0C7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sr-Latn-BA"/>
                  <a:t>Neka je </a:t>
                </a:r>
                <a:r>
                  <a:rPr lang="sr-Latn-BA" b="1"/>
                  <a:t>i</a:t>
                </a:r>
                <a:r>
                  <a:rPr lang="en-US" b="1"/>
                  <a:t>zlazni vektor </a:t>
                </a:r>
                <a:r>
                  <a:rPr lang="en-US" b="0"/>
                  <a:t>sloja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>
                    <a:latin typeface="Cambria Math" panose="02040503050406030204" pitchFamily="18" charset="0"/>
                  </a:rPr>
                  <a:t>:</a:t>
                </a:r>
                <a:r>
                  <a:rPr lang="en-US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sr-Latn-BA"/>
              </a:p>
              <a:p>
                <a:pPr algn="just"/>
                <a:r>
                  <a:rPr lang="sr-Latn-BA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sr-Latn-BA"/>
                  <a:t> </a:t>
                </a:r>
                <a:r>
                  <a:rPr lang="sr-Latn-BA" b="1"/>
                  <a:t>vektor težina</a:t>
                </a:r>
                <a:r>
                  <a:rPr lang="en-US" b="1"/>
                  <a:t> </a:t>
                </a:r>
                <a:r>
                  <a:rPr lang="sr-Latn-BA"/>
                  <a:t>za sloj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sr-Latn-BA"/>
                  <a:t>, neuron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sr-Latn-BA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/>
              </a:p>
              <a:p>
                <a:pPr algn="just"/>
                <a:r>
                  <a:rPr lang="en-US" b="1"/>
                  <a:t>Izlazn</a:t>
                </a:r>
                <a:r>
                  <a:rPr lang="sr-Latn-BA" b="1"/>
                  <a:t>i vektori su ulazni vektori za neurone narednog sloja</a:t>
                </a:r>
                <a:r>
                  <a:rPr lang="en-US" b="1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&gt;1∧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∈{1,…,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sr-Latn-BA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4DA9F-CCFE-C385-5E11-210EDE0C7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r="-348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37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B7C9-DDEB-73C1-DA09-7A20607A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/>
              <a:t>Feedforward</a:t>
            </a:r>
            <a:r>
              <a:rPr lang="sr-Latn-BA"/>
              <a:t> </a:t>
            </a:r>
            <a:r>
              <a:rPr lang="en-US"/>
              <a:t>neuronske </a:t>
            </a:r>
            <a:r>
              <a:rPr lang="sr-Latn-BA"/>
              <a:t>mreže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9F7FE-CCAA-31A9-6505-7C0765714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b="1"/>
                  <a:t>Univerzalnost aproksimiranja </a:t>
                </a:r>
                <a:r>
                  <a:rPr lang="sr-Latn-BA">
                    <a:sym typeface="Wingdings" panose="05000000000000000000" pitchFamily="2" charset="2"/>
                  </a:rPr>
                  <a:t>–</a:t>
                </a:r>
                <a:r>
                  <a:rPr lang="sr-Latn-BA" b="1">
                    <a:sym typeface="Wingdings" panose="05000000000000000000" pitchFamily="2" charset="2"/>
                  </a:rPr>
                  <a:t> </a:t>
                </a:r>
                <a:r>
                  <a:rPr lang="sr-Latn-BA"/>
                  <a:t>za svaku neprekidnu funkciju i željenu tačnost postoji neuronska mreža koje do te tačnosti aproksimira tu funkciju, </a:t>
                </a:r>
                <a:r>
                  <a:rPr lang="en-US"/>
                  <a:t>uz</a:t>
                </a:r>
                <a:r>
                  <a:rPr lang="sr-Latn-BA"/>
                  <a:t> dovoljno neurona </a:t>
                </a:r>
                <a:r>
                  <a:rPr lang="en-US"/>
                  <a:t>sa nepolinomijalnim </a:t>
                </a:r>
                <a:r>
                  <a:rPr lang="sr-Latn-BA"/>
                  <a:t>aktivacijama. </a:t>
                </a:r>
                <a:endParaRPr lang="en-US"/>
              </a:p>
              <a:p>
                <a:pPr algn="just"/>
                <a:r>
                  <a:rPr lang="sr-Latn-BA"/>
                  <a:t>Kako da obučimo mrežu da aproksimira funkciju?</a:t>
                </a:r>
              </a:p>
              <a:p>
                <a:pPr algn="just"/>
                <a:r>
                  <a:rPr lang="sr-Latn-BA"/>
                  <a:t>Kao i do sada, potreban je </a:t>
                </a:r>
                <a:r>
                  <a:rPr lang="sr-Latn-BA" b="1"/>
                  <a:t>skup podataka za obučavanje i evaluaciju</a:t>
                </a:r>
                <a:r>
                  <a:rPr lang="sr-Latn-BA"/>
                  <a:t>.</a:t>
                </a:r>
                <a:endParaRPr lang="en-US"/>
              </a:p>
              <a:p>
                <a:pPr algn="just"/>
                <a:r>
                  <a:rPr lang="sr-Latn-BA"/>
                  <a:t>Labele za obučavanje su vrijednosti koje želimo da dobijemo kao izlaze iz posljednjeg sloja mreže</a:t>
                </a:r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sr-Latn-BA"/>
                  <a:t>. Poređenje tih izlaza i labela se vrši funkcijom greške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sr-Latn-BA"/>
                  <a:t>, npr. MSE greška.</a:t>
                </a:r>
              </a:p>
              <a:p>
                <a:pPr algn="just"/>
                <a:r>
                  <a:rPr lang="sr-Latn-BA"/>
                  <a:t>Parametre možemo ažurirati gradijentnim spustom, tako da nam trebaju izvodi greške po parametrima.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9F7FE-CCAA-31A9-6505-7C076571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35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399E-F3B3-9439-28D8-1D755A81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/>
              <a:t>Izvođenje formula propagacije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131B2-DD3F-3728-37A7-C41FAF212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/>
                  <a:t>Uvedimo oznaku</a:t>
                </a:r>
                <a:r>
                  <a:rPr lang="sr-Latn-BA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r-Latn-B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r-Latn-BA"/>
                  <a:t> za </a:t>
                </a:r>
                <a:r>
                  <a:rPr lang="sr-Latn-BA" b="1"/>
                  <a:t>parcijalni izvod aktivacione funkcije sloj-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sr-Latn-BA" b="1"/>
                  <a:t> neurona </a:t>
                </a:r>
                <a14:m>
                  <m:oMath xmlns:m="http://schemas.openxmlformats.org/officeDocument/2006/math">
                    <m:r>
                      <a:rPr lang="sr-Latn-BA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sr-Latn-BA" b="1"/>
                  <a:t> po </a:t>
                </a:r>
                <a:r>
                  <a:rPr lang="en-US" b="1"/>
                  <a:t>svom </a:t>
                </a:r>
                <a:r>
                  <a:rPr lang="sr-Latn-BA" b="1"/>
                  <a:t>argumentu</a:t>
                </a:r>
                <a:r>
                  <a:rPr lang="en-US"/>
                  <a:t>: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r-Latn-B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sr-Latn-BA" b="1"/>
              </a:p>
              <a:p>
                <a:pPr algn="just">
                  <a:lnSpc>
                    <a:spcPct val="200000"/>
                  </a:lnSpc>
                </a:pPr>
                <a:r>
                  <a:rPr lang="en-US"/>
                  <a:t>Lako se mo</a:t>
                </a:r>
                <a:r>
                  <a:rPr lang="sr-Latn-BA"/>
                  <a:t>že pokazati da važe sljedeće formule:</a:t>
                </a:r>
                <a:endParaRPr lang="en-US" b="1"/>
              </a:p>
              <a:p>
                <a:pPr marL="0" indent="0" algn="just">
                  <a:lnSpc>
                    <a:spcPct val="100000"/>
                  </a:lnSpc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r-Latn-BA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r-Latn-BA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131B2-DD3F-3728-37A7-C41FAF212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751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399E-F3B3-9439-28D8-1D755A81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Formula za izvod slo</a:t>
            </a:r>
            <a:r>
              <a:rPr lang="sr-Latn-BA" sz="3600"/>
              <a:t>žene</a:t>
            </a:r>
            <a:r>
              <a:rPr lang="en-US" sz="3600"/>
              <a:t> realne</a:t>
            </a:r>
            <a:r>
              <a:rPr lang="sr-Latn-BA" sz="3600"/>
              <a:t> funkcije više varijabli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131B2-DD3F-3728-37A7-C41FAF212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sr-Latn-BA" b="1"/>
                  <a:t>Tvrdnja. </a:t>
                </a:r>
                <a:r>
                  <a:rPr lang="en-US"/>
                  <a:t>Neka </a:t>
                </a:r>
                <a:r>
                  <a:rPr lang="sr-Latn-BA"/>
                  <a:t>su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sr-Latn-B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. Neka je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/>
                  <a:t> vektor. Neka je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BA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funkcija</a:t>
                </a:r>
                <a:r>
                  <a:rPr lang="sr-Latn-BA"/>
                  <a:t> </a:t>
                </a:r>
                <a:r>
                  <a:rPr lang="en-US"/>
                  <a:t>diferencijabilna</a:t>
                </a:r>
                <a:r>
                  <a:rPr lang="sr-Latn-BA"/>
                  <a:t> 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 i</a:t>
                </a:r>
                <a:r>
                  <a:rPr lang="sr-Latn-BA"/>
                  <a:t> neka je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/>
                  <a:t> funkcija diferencijabilna</a:t>
                </a:r>
                <a:r>
                  <a:rPr lang="sr-Latn-BA"/>
                  <a:t> 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sr-Latn-BA"/>
                  <a:t>. Važi:</a:t>
                </a:r>
              </a:p>
              <a:p>
                <a:pPr algn="just"/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sr-Latn-BA"/>
              </a:p>
              <a:p>
                <a:pPr marL="0" indent="0" algn="just">
                  <a:buNone/>
                </a:pPr>
                <a:endParaRPr lang="sr-Latn-BA"/>
              </a:p>
              <a:p>
                <a:pPr algn="just"/>
                <a:r>
                  <a:rPr lang="sr-Latn-BA"/>
                  <a:t>Dokaz u </a:t>
                </a:r>
                <a:r>
                  <a:rPr lang="sr-Latn-BA" i="1"/>
                  <a:t>Principles of Mathematical Analysis, Walter Rudin</a:t>
                </a:r>
                <a:r>
                  <a:rPr lang="en-US" i="1"/>
                  <a:t> (1953)</a:t>
                </a:r>
                <a:r>
                  <a:rPr lang="sr-Latn-BA" i="1"/>
                  <a:t>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131B2-DD3F-3728-37A7-C41FAF212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61" r="-1159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137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0790-241E-EC63-DE41-12DEADC7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D29A-2B6D-788A-5339-7465D5A6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Izvođenje formula propagacije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83779-1A91-7347-B884-7CF5949F9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b="1"/>
                  <a:t>Tvrdnja. </a:t>
                </a:r>
                <a:r>
                  <a:rPr lang="en-US"/>
                  <a:t>Neka je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/>
                  <a:t> funkcija gre</a:t>
                </a:r>
                <a:r>
                  <a:rPr lang="sr-Latn-BA"/>
                  <a:t>ške, </a:t>
                </a:r>
                <a:r>
                  <a:rPr lang="en-US"/>
                  <a:t>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i neka je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</a:t>
                </a:r>
                <a:r>
                  <a:rPr lang="sr-Latn-BA"/>
                  <a:t>redni broj</a:t>
                </a:r>
                <a:r>
                  <a:rPr lang="en-US"/>
                  <a:t> skrivenog </a:t>
                </a:r>
                <a:r>
                  <a:rPr lang="sr-Latn-BA"/>
                  <a:t>slojeva mreže</a:t>
                </a:r>
                <a:r>
                  <a:rPr lang="en-US"/>
                  <a:t>. </a:t>
                </a:r>
                <a:r>
                  <a:rPr lang="sr-Latn-BA"/>
                  <a:t>Važi sljedeća formula:</a:t>
                </a: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>
                  <a:lnSpc>
                    <a:spcPct val="150000"/>
                  </a:lnSpc>
                </a:pPr>
                <a:r>
                  <a:rPr lang="en-US" b="1"/>
                  <a:t>Dokaz. </a:t>
                </a:r>
                <a:r>
                  <a:rPr lang="en-US"/>
                  <a:t>Primijetiti da je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r-Latn-BA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r-Latn-B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sr-Latn-B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r-Latn-B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kad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4584B6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83779-1A91-7347-B884-7CF5949F9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57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2F7B-5889-9817-56A2-A9425EF0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76F5-579A-D5C1-B9D9-CBADE250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Izvođenje formula propagacije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D3610-1227-F14A-2048-CC259CDFE9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b="1"/>
                  <a:t>Tvrdnja. </a:t>
                </a:r>
                <a:r>
                  <a:rPr lang="en-US"/>
                  <a:t>Neka je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/>
                  <a:t> funkcija gre</a:t>
                </a:r>
                <a:r>
                  <a:rPr lang="sr-Latn-BA"/>
                  <a:t>ške, </a:t>
                </a:r>
                <a:r>
                  <a:rPr lang="en-US"/>
                  <a:t>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i neka je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</a:t>
                </a:r>
                <a:r>
                  <a:rPr lang="sr-Latn-BA"/>
                  <a:t>redni broj</a:t>
                </a:r>
                <a:r>
                  <a:rPr lang="en-US"/>
                  <a:t> skrivenog </a:t>
                </a:r>
                <a:r>
                  <a:rPr lang="sr-Latn-BA"/>
                  <a:t>slojeva mreže</a:t>
                </a:r>
                <a:r>
                  <a:rPr lang="en-US"/>
                  <a:t>. </a:t>
                </a:r>
                <a:r>
                  <a:rPr lang="sr-Latn-BA"/>
                  <a:t>Važi sljedeća formula:</a:t>
                </a: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>
                  <a:lnSpc>
                    <a:spcPct val="150000"/>
                  </a:lnSpc>
                </a:pPr>
                <a:r>
                  <a:rPr lang="en-US" b="1"/>
                  <a:t>Dokaz. </a:t>
                </a:r>
                <a:r>
                  <a:rPr lang="en-US"/>
                  <a:t>Primijetiti da je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sr-Latn-BA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r-Latn-B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kad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4584B6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r-Latn-B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D3610-1227-F14A-2048-CC259CDFE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139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69A9-6AE0-8CA2-AD73-A676C593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F61E-FA86-C628-0759-CDD422D0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Izvođenje formula propagacije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D9DF3-0C3F-7F42-EA41-0D1DDB8C66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/>
                  <a:t>Tvrdnja. </a:t>
                </a:r>
                <a:r>
                  <a:rPr lang="en-US"/>
                  <a:t>Neka je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/>
                  <a:t> funkcija gre</a:t>
                </a:r>
                <a:r>
                  <a:rPr lang="sr-Latn-BA"/>
                  <a:t>ške, </a:t>
                </a:r>
                <a:r>
                  <a:rPr lang="en-US"/>
                  <a:t>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i neka je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/>
                  <a:t> </a:t>
                </a:r>
                <a:r>
                  <a:rPr lang="sr-Latn-BA"/>
                  <a:t>redni broj</a:t>
                </a:r>
                <a:r>
                  <a:rPr lang="en-US"/>
                  <a:t> skrivenog </a:t>
                </a:r>
                <a:r>
                  <a:rPr lang="sr-Latn-BA"/>
                  <a:t>slojeva mreže</a:t>
                </a:r>
                <a:r>
                  <a:rPr lang="en-US"/>
                  <a:t>. </a:t>
                </a:r>
                <a:r>
                  <a:rPr lang="sr-Latn-BA"/>
                  <a:t>Važi sljedeća formula:</a:t>
                </a: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sr-Latn-B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/>
              </a:p>
              <a:p>
                <a:r>
                  <a:rPr lang="en-US" b="1"/>
                  <a:t>Dokaz.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D9DF3-0C3F-7F42-EA41-0D1DDB8C6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462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9A48-1C42-9F36-B7C7-3A00A7CE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/>
              <a:t>Formule propagacije greške unazad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2BBC3-B802-60EF-5386-D009E856AF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sr-Latn-BA" i="1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sr-Latn-B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/>
              </a:p>
              <a:p>
                <a:pPr marL="0" indent="0" algn="just">
                  <a:buNone/>
                </a:pPr>
                <a:endParaRPr lang="sr-Latn-BA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72BBC3-B802-60EF-5386-D009E856A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B81F820-FCDE-2CA1-E548-155EBDD8BFE5}"/>
              </a:ext>
            </a:extLst>
          </p:cNvPr>
          <p:cNvSpPr/>
          <p:nvPr/>
        </p:nvSpPr>
        <p:spPr>
          <a:xfrm>
            <a:off x="2914436" y="1690688"/>
            <a:ext cx="6363128" cy="435133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67103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EDEB-1931-11BA-2551-681D7B21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/>
              <a:t>Feedforward</a:t>
            </a:r>
            <a:r>
              <a:rPr lang="sr-Latn-BA"/>
              <a:t> </a:t>
            </a:r>
            <a:r>
              <a:rPr lang="en-US"/>
              <a:t>neuronske </a:t>
            </a:r>
            <a:r>
              <a:rPr lang="sr-Latn-BA"/>
              <a:t>mreže – matrični zapis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4DA9F-CCFE-C385-5E11-210EDE0C7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b="0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/>
                  <a:t> </a:t>
                </a:r>
                <a:r>
                  <a:rPr lang="en-US" b="1"/>
                  <a:t>matrica te</a:t>
                </a:r>
                <a:r>
                  <a:rPr lang="sr-Latn-BA" b="1"/>
                  <a:t>žina</a:t>
                </a:r>
                <a:r>
                  <a:rPr lang="sr-Latn-BA"/>
                  <a:t> sloja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sr-Latn-BA"/>
                  <a:t> </a:t>
                </a:r>
                <a:r>
                  <a:rPr lang="sr-Latn-BA" i="1"/>
                  <a:t>(</a:t>
                </a:r>
                <a:r>
                  <a:rPr lang="sr-Latn-BA" b="1" i="1"/>
                  <a:t>weight matrix</a:t>
                </a:r>
                <a:r>
                  <a:rPr lang="sr-Latn-BA"/>
                  <a:t>):</a:t>
                </a: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r-Latn-BA"/>
              </a:p>
              <a:p>
                <a:r>
                  <a:rPr lang="en-US" b="0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/>
                  <a:t> </a:t>
                </a:r>
                <a:r>
                  <a:rPr lang="sr-Latn-BA" b="1"/>
                  <a:t>vektor pomjeraja</a:t>
                </a:r>
                <a:r>
                  <a:rPr lang="sr-Latn-BA"/>
                  <a:t> sloja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i="1"/>
                  <a:t> </a:t>
                </a:r>
                <a:r>
                  <a:rPr lang="sr-Latn-BA" i="1"/>
                  <a:t>(</a:t>
                </a:r>
                <a:r>
                  <a:rPr lang="sr-Latn-BA" b="1" i="1"/>
                  <a:t>bias vector</a:t>
                </a:r>
                <a:r>
                  <a:rPr lang="sr-Latn-BA"/>
                  <a:t>)</a:t>
                </a:r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i="1"/>
              </a:p>
              <a:p>
                <a:r>
                  <a:rPr lang="sr-Latn-BA"/>
                  <a:t>Neka je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/>
                  <a:t> </a:t>
                </a:r>
                <a:r>
                  <a:rPr lang="en-US" b="1"/>
                  <a:t>vektorska aktivaciona funkcija</a:t>
                </a:r>
                <a:r>
                  <a:rPr lang="en-US"/>
                  <a:t>,</a:t>
                </a:r>
                <a:r>
                  <a:rPr lang="sr-Latn-BA"/>
                  <a:t> sloja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sr-Latn-BA"/>
                  <a:t>,</a:t>
                </a:r>
                <a:r>
                  <a:rPr lang="en-US"/>
                  <a:t> takva 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r>
                  <a:rPr lang="sr-Latn-BA"/>
                  <a:t>Izlazni vektor sloja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sr-Latn-BA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r-Latn-BA"/>
                  <a:t>, </a:t>
                </a:r>
                <a:r>
                  <a:rPr lang="en-US"/>
                  <a:t>se tada mo</a:t>
                </a:r>
                <a:r>
                  <a:rPr lang="sr-Latn-BA"/>
                  <a:t>že zapisati kao: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4DA9F-CCFE-C385-5E11-210EDE0C7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46E8127-48D8-3405-73C0-A96EE6D3D63E}"/>
              </a:ext>
            </a:extLst>
          </p:cNvPr>
          <p:cNvSpPr/>
          <p:nvPr/>
        </p:nvSpPr>
        <p:spPr>
          <a:xfrm>
            <a:off x="4676775" y="5469732"/>
            <a:ext cx="2809875" cy="4833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315954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243840"/>
                <a:ext cx="12192000" cy="6655436"/>
              </a:xfrm>
            </p:spPr>
            <p:txBody>
              <a:bodyPr>
                <a:normAutofit fontScale="40000" lnSpcReduction="20000"/>
              </a:bodyPr>
              <a:lstStyle/>
              <a:p>
                <a:r>
                  <a:rPr lang="en-US" sz="5000" b="1"/>
                  <a:t>Gradijent gre</a:t>
                </a:r>
                <a:r>
                  <a:rPr lang="sr-Latn-BA" sz="5000" b="1"/>
                  <a:t>ške</a:t>
                </a:r>
                <a:r>
                  <a:rPr lang="en-US" sz="5000" b="1"/>
                  <a:t> po izlazima svih sloj-</a:t>
                </a:r>
                <a14:m>
                  <m:oMath xmlns:m="http://schemas.openxmlformats.org/officeDocument/2006/math">
                    <m:r>
                      <a:rPr lang="en-US" sz="50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5000" b="1"/>
                  <a:t> neurona </a:t>
                </a:r>
                <a:r>
                  <a:rPr lang="en-US" sz="5000"/>
                  <a:t>je </a:t>
                </a:r>
                <a:endParaRPr lang="sr-Latn-BA" sz="5000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500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5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5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000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5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5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5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5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5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5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50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5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500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5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sz="5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5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50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5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500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5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en-US" sz="5000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sz="5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5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50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5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500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5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5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5000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5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5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5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sz="5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000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5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5000"/>
              </a:p>
              <a:p>
                <a:r>
                  <a:rPr lang="en-US" sz="5000"/>
                  <a:t>Neka </a:t>
                </a:r>
                <a:r>
                  <a:rPr lang="sr-Latn-BA" sz="5000"/>
                  <a:t>je </a:t>
                </a:r>
                <a14:m>
                  <m:oMath xmlns:m="http://schemas.openxmlformats.org/officeDocument/2006/math">
                    <m:r>
                      <a:rPr lang="en-US" sz="5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 </m:t>
                    </m:r>
                  </m:oMath>
                </a14:m>
                <a:r>
                  <a:rPr lang="sr-Latn-BA" sz="5000" b="1"/>
                  <a:t>operator za element po element Hadamardov proizvod</a:t>
                </a:r>
                <a:r>
                  <a:rPr lang="en-US" sz="5000"/>
                  <a:t>. Za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5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5000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5000"/>
                  <a:t>:</a:t>
                </a:r>
              </a:p>
              <a:p>
                <a:endParaRPr lang="en-US" sz="5400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54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6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5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b="1">
                              <a:latin typeface="Cambria Math" panose="02040503050406030204" pitchFamily="18" charset="0"/>
                            </a:rPr>
                            <m:t>𝛁</m:t>
                          </m:r>
                          <m:r>
                            <a:rPr lang="en-US" sz="54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5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BA" sz="5400" b="1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6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sz="6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5400"/>
              </a:p>
              <a:p>
                <a:r>
                  <a:rPr lang="en-US" sz="5400" b="1"/>
                  <a:t>Dokaz.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5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5400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5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5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5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5400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5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400" i="1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5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sr-Latn-BA" sz="5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50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5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5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+1,1,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5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+1,2,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5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sSub>
                                    <m:sSubPr>
                                      <m:ctrlPr>
                                        <a:rPr lang="en-US" sz="5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5400" b="0" i="1" smtClean="0">
                                          <a:solidFill>
                                            <a:srgbClr val="4584B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5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5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5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5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54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540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+1,1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sSub>
                                      <m:sSubPr>
                                        <m:ctrlPr>
                                          <a:rPr lang="sr-Latn-BA" sz="5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54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  <m:t>+1,1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54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540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+1,2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sSub>
                                      <m:sSubPr>
                                        <m:ctrlPr>
                                          <a:rPr lang="sr-Latn-BA" sz="5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54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  <m:t>+1,2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54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54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r-Latn-BA" sz="540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+1,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5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5400" i="1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5400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sz="5400" i="1"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den>
                                    </m:f>
                                    <m:sSub>
                                      <m:sSubPr>
                                        <m:ctrlPr>
                                          <a:rPr lang="sr-Latn-BA" sz="5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54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5400" i="1">
                                            <a:latin typeface="Cambria Math" panose="02040503050406030204" pitchFamily="18" charset="0"/>
                                          </a:rPr>
                                          <m:t>+1,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5400" i="1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5400" i="1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5000"/>
              </a:p>
              <a:p>
                <a:pPr marL="0" indent="0" algn="ctr">
                  <a:buNone/>
                </a:pPr>
                <a:endParaRPr lang="en-US" sz="500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500" b="1" i="1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4500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4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45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4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5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+1,2,1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sSub>
                                      <m:sSub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45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+1,2,2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sSub>
                                      <m:sSub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45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45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45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45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45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+1,1,</m:t>
                                    </m:r>
                                    <m:sSub>
                                      <m:sSub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+1,2,</m:t>
                                    </m:r>
                                    <m:sSub>
                                      <m:sSub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US" sz="45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4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sSub>
                                      <m:sSub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4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4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4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4500" b="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+1,1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4500" b="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+1,2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r>
                                      <a:rPr lang="en-US" sz="45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450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45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r-Latn-BA" sz="4500" b="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+1,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45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4500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4500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sz="4500" i="1"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  <m:r>
                            <a:rPr lang="en-US" sz="4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45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r-Latn-BA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+1,1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r-Latn-BA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+1,2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45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r-Latn-BA" sz="4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5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4500" i="1">
                                            <a:latin typeface="Cambria Math" panose="02040503050406030204" pitchFamily="18" charset="0"/>
                                          </a:rPr>
                                          <m:t>+1,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450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4500" i="1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45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243840"/>
                <a:ext cx="12192000" cy="6655436"/>
              </a:xfrm>
              <a:blipFill>
                <a:blip r:embed="rId2"/>
                <a:stretch>
                  <a:fillRect l="-550" t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FE68AF-990D-0421-F2C8-80A20B825EA6}"/>
              </a:ext>
            </a:extLst>
          </p:cNvPr>
          <p:cNvSpPr/>
          <p:nvPr/>
        </p:nvSpPr>
        <p:spPr>
          <a:xfrm>
            <a:off x="4024388" y="1746035"/>
            <a:ext cx="4328160" cy="6567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00665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615A-9BF2-E218-8B33-E8F81EA4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/>
              <a:t>Matrične formule za propagaciju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b="1"/>
                  <a:t>Gradijent </a:t>
                </a:r>
                <a:r>
                  <a:rPr lang="sr-Latn-BA" b="1"/>
                  <a:t>greške </a:t>
                </a:r>
                <a:r>
                  <a:rPr lang="en-US" b="1"/>
                  <a:t>po svim </a:t>
                </a:r>
                <a:r>
                  <a:rPr lang="sr-Latn-BA" b="1"/>
                  <a:t>težinama</a:t>
                </a:r>
                <a:r>
                  <a:rPr lang="en-US" b="1"/>
                  <a:t> sloj-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b="1"/>
                  <a:t> neurona</a:t>
                </a:r>
                <a:r>
                  <a:rPr lang="sr-Latn-BA" b="1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je: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sr-Latn-BA" i="1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sr-Latn-BA" i="1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sr-Latn-BA" i="1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3500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350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35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3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35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5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3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50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3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3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3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3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5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sr-Latn-BA" b="1" i="1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sr-Latn-BA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4E3659-9C7C-9448-0A09-BA78D670D0FC}"/>
              </a:ext>
            </a:extLst>
          </p:cNvPr>
          <p:cNvSpPr/>
          <p:nvPr/>
        </p:nvSpPr>
        <p:spPr>
          <a:xfrm>
            <a:off x="4003040" y="4378960"/>
            <a:ext cx="4714240" cy="1219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2086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615A-9BF2-E218-8B33-E8F81EA4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/>
              <a:t>Matrične formule za propagaciju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869440"/>
                <a:ext cx="11480800" cy="4263708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US" sz="4200"/>
                  <a:t>Kako </a:t>
                </a:r>
                <a:r>
                  <a:rPr lang="sr-Latn-BA" sz="4200" b="1"/>
                  <a:t>matričnim operacijama izračunati parcijalne izvode greške po svim </a:t>
                </a:r>
                <a:r>
                  <a:rPr lang="en-US" sz="4200" b="1"/>
                  <a:t>te</a:t>
                </a:r>
                <a:r>
                  <a:rPr lang="sr-Latn-BA" sz="4200" b="1"/>
                  <a:t>žinama nekog </a:t>
                </a:r>
                <a:r>
                  <a:rPr lang="en-US" sz="4200" b="1"/>
                  <a:t>sloja</a:t>
                </a:r>
                <a:r>
                  <a:rPr lang="sr-Latn-BA" sz="4200"/>
                  <a:t>? </a:t>
                </a:r>
                <a:endParaRPr lang="en-US" sz="4200"/>
              </a:p>
              <a:p>
                <a:r>
                  <a:rPr lang="en-US" sz="4200"/>
                  <a:t>Formirajmo </a:t>
                </a:r>
                <a:r>
                  <a:rPr lang="en-US" sz="4200" b="1"/>
                  <a:t>Jakobijevu matricu </a:t>
                </a:r>
                <a:r>
                  <a:rPr lang="en-US" sz="4200"/>
                  <a:t>(</a:t>
                </a:r>
                <a:r>
                  <a:rPr lang="en-US" sz="4200" b="1"/>
                  <a:t>generalizacija gradijenta, matrica parcijalnih izvoda</a:t>
                </a:r>
                <a:r>
                  <a:rPr lang="en-US" sz="4200"/>
                  <a:t>) za </a:t>
                </a:r>
                <a14:m>
                  <m:oMath xmlns:m="http://schemas.openxmlformats.org/officeDocument/2006/math">
                    <m:r>
                      <a:rPr lang="en-US" sz="420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4200"/>
                  <a:t> 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r-Latn-BA" sz="4200"/>
                  <a:t>:</a:t>
                </a:r>
                <a:endParaRPr lang="en-US" sz="4200"/>
              </a:p>
              <a:p>
                <a:endParaRPr lang="sr-Latn-BA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38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sz="3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3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,1,1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,1,2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,1,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,2,1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,2,2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,2,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3800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  <m: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3800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sz="3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800" b="1" i="1"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  <m:r>
                                  <a:rPr lang="en-US" sz="3800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3800" b="1" i="1"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  <m:r>
                                  <a:rPr lang="en-US" sz="3800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800" b="1" i="1"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  <m:r>
                                  <a:rPr lang="en-US" sz="3800" i="1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3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sr-Latn-BA" sz="3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sr-Latn-BA" sz="380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3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800" b="1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3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3800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r-Latn-BA" sz="38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sr-Latn-BA" sz="3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sr-Latn-BA" sz="380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3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800" b="1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3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3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sr-Latn-BA" sz="3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  <m:sSub>
                                  <m:sSubPr>
                                    <m:ctrlP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800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sr-Latn-BA" sz="380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b="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38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3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800" b="1" i="1" smtClean="0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3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3800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r-Latn-BA" sz="38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3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3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3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3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b="0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sz="3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3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800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8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  <m:r>
                            <a:rPr lang="en-US" sz="3800" i="1"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sz="3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r-Latn-BA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r-Latn-BA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38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r-Latn-BA" sz="3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80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380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sz="38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80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380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sSubSup>
                        <m:sSubSupPr>
                          <m:ctrlPr>
                            <a:rPr lang="en-US" sz="3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8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3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r-Latn-BA" sz="3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58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sz="5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5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580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5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5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800" b="1" i="1">
                              <a:latin typeface="Cambria Math" panose="02040503050406030204" pitchFamily="18" charset="0"/>
                            </a:rPr>
                            <m:t>𝛁</m:t>
                          </m:r>
                          <m:r>
                            <a:rPr lang="en-US" sz="58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5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5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800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58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5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8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sz="5800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sz="580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5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8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5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5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5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lang="en-US" sz="5800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869440"/>
                <a:ext cx="11480800" cy="4263708"/>
              </a:xfrm>
              <a:blipFill>
                <a:blip r:embed="rId2"/>
                <a:stretch>
                  <a:fillRect l="-478" t="-2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420FEF4-E807-0042-6C9A-E728655FCBA3}"/>
              </a:ext>
            </a:extLst>
          </p:cNvPr>
          <p:cNvSpPr/>
          <p:nvPr/>
        </p:nvSpPr>
        <p:spPr>
          <a:xfrm>
            <a:off x="3759200" y="4978400"/>
            <a:ext cx="4673600" cy="7213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50011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615A-9BF2-E218-8B33-E8F81EA4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/>
              <a:t>Matrične formule za propagaciju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Gradijent gre</a:t>
                </a:r>
                <a:r>
                  <a:rPr lang="sr-Latn-BA"/>
                  <a:t>ške po pomjerajima nekog sloja:</a:t>
                </a:r>
              </a:p>
              <a:p>
                <a:pPr marL="0" indent="0">
                  <a:buNone/>
                </a:pPr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sr-Latn-BA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sr-Latn-BA" b="1"/>
              </a:p>
              <a:p>
                <a:r>
                  <a:rPr lang="sr-Latn-BA" b="1"/>
                  <a:t>Dokaz. </a:t>
                </a:r>
                <a:r>
                  <a:rPr lang="sr-Latn-BA"/>
                  <a:t>Trivijalno.</a:t>
                </a:r>
                <a:endParaRPr lang="en-US" b="1"/>
              </a:p>
              <a:p>
                <a:pPr marL="0" indent="0">
                  <a:buNone/>
                </a:pPr>
                <a:endParaRPr lang="sr-Latn-BA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49B1-56B4-4402-5F38-0803D57DC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434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9D39-16E4-8BCB-5AAF-770DDDF6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Matrične formule za propagaciju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9C4F9-A2D7-B5E0-7151-2220D5C40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5465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sr-Latn-BA"/>
                  <a:t>Izveli smo </a:t>
                </a:r>
                <a:r>
                  <a:rPr lang="en-US"/>
                  <a:t>matri</a:t>
                </a:r>
                <a:r>
                  <a:rPr lang="sr-Latn-BA"/>
                  <a:t>čne formule za propagaciju individualne </a:t>
                </a:r>
                <a:r>
                  <a:rPr lang="en-US"/>
                  <a:t>gre</a:t>
                </a:r>
                <a:r>
                  <a:rPr lang="sr-Latn-BA"/>
                  <a:t>ške unazad: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sr-Latn-BA" b="1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sr-Latn-BA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r-Latn-BA" b="0" i="1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sr-Latn-BA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r-Latn-BA" i="1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sr-Latn-BA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r-Latn-BA" i="1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𝐿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𝛁</m:t>
                          </m:r>
                          <m: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r-Latn-BA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𝛁</m:t>
                          </m:r>
                          <m: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lang="en-US" b="1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sr-Latn-BA" b="1"/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1. </a:t>
                </a:r>
                <a:r>
                  <a:rPr lang="en-US"/>
                  <a:t>jedna</a:t>
                </a:r>
                <a:r>
                  <a:rPr lang="sr-Latn-BA"/>
                  <a:t>čina je </a:t>
                </a:r>
                <a:r>
                  <a:rPr lang="sr-Latn-BA" b="1"/>
                  <a:t>inicijalni gradijent </a:t>
                </a:r>
                <a:r>
                  <a:rPr lang="en-US" b="1"/>
                  <a:t>gre</a:t>
                </a:r>
                <a:r>
                  <a:rPr lang="sr-Latn-BA" b="1"/>
                  <a:t>ške po izlazima mreže</a:t>
                </a:r>
                <a:r>
                  <a:rPr lang="sr-Latn-BA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2. </a:t>
                </a:r>
                <a:r>
                  <a:rPr lang="en-US"/>
                  <a:t>jedna</a:t>
                </a:r>
                <a:r>
                  <a:rPr lang="sr-Latn-BA"/>
                  <a:t>čina predstavlja </a:t>
                </a:r>
                <a:r>
                  <a:rPr lang="sr-Latn-BA" b="1"/>
                  <a:t>gradijent </a:t>
                </a:r>
                <a:r>
                  <a:rPr lang="en-US" b="1"/>
                  <a:t>gre</a:t>
                </a:r>
                <a:r>
                  <a:rPr lang="sr-Latn-BA" b="1"/>
                  <a:t>ške koji se propagira unazad</a:t>
                </a:r>
                <a:r>
                  <a:rPr lang="sr-Latn-BA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3. i 4. jednačina predstavljaju </a:t>
                </a:r>
                <a:r>
                  <a:rPr lang="sr-Latn-BA" b="1"/>
                  <a:t>gradijente po parametrima nekog sloja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sr-Latn-BA"/>
              </a:p>
              <a:p>
                <a:pPr marL="0" indent="0">
                  <a:buNone/>
                </a:pPr>
                <a:endParaRPr lang="sr-Latn-BA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9C4F9-A2D7-B5E0-7151-2220D5C40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5465"/>
                <a:ext cx="10515600" cy="4351338"/>
              </a:xfrm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254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5021-D8A4-A7D5-C902-33172BDC6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Stohastički gradijentni spust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36611-D7D5-F2BB-E126-E6F50E9D8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sr-Latn-BA"/>
                  <a:t>Treća i četvrta formula služe za ažuriranje parametara</a:t>
                </a:r>
                <a:r>
                  <a:rPr lang="en-US"/>
                  <a:t> modela</a:t>
                </a:r>
                <a:r>
                  <a:rPr lang="sr-Latn-BA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𝛁</m:t>
                          </m:r>
                          <m:r>
                            <a:rPr lang="en-US" sz="360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sz="3600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1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lang="en-US" sz="3600" b="1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36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3600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sr-Latn-BA" sz="3400" b="1"/>
              </a:p>
              <a:p>
                <a:pPr algn="just">
                  <a:lnSpc>
                    <a:spcPct val="100000"/>
                  </a:lnSpc>
                </a:pPr>
                <a:r>
                  <a:rPr lang="sr-Latn-BA" b="1"/>
                  <a:t>Stohastički gradijentni spust </a:t>
                </a:r>
                <a:r>
                  <a:rPr lang="sr-Latn-BA"/>
                  <a:t>– </a:t>
                </a:r>
                <a:r>
                  <a:rPr lang="sr-Latn-BA" b="1"/>
                  <a:t>metod optimi</a:t>
                </a:r>
                <a:r>
                  <a:rPr lang="en-US" b="1"/>
                  <a:t>zacije</a:t>
                </a:r>
                <a:r>
                  <a:rPr lang="sr-Latn-BA"/>
                  <a:t> za koji se ove formule mogu iskoristiti.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 b="1"/>
                  <a:t>Kod stohastičkog gradijentnog spusta, parametri se, u jednom koraku optimizacije, ažuriraju na osnovu gradijenta individualne greške. Jedan korak optimizacij</a:t>
                </a:r>
                <a:r>
                  <a:rPr lang="en-US" b="1"/>
                  <a:t>e </a:t>
                </a:r>
                <a:r>
                  <a:rPr lang="sr-Latn-BA" b="1"/>
                  <a:t>uzima u obzir grešku nad samo jednim primjerom</a:t>
                </a:r>
                <a:r>
                  <a:rPr lang="sr-Latn-BA"/>
                  <a:t>. </a:t>
                </a:r>
                <a:r>
                  <a:rPr lang="en-US" b="1"/>
                  <a:t>U</a:t>
                </a:r>
                <a:r>
                  <a:rPr lang="sr-Latn-BA" b="1"/>
                  <a:t>čenje se sastoji iz više koraka</a:t>
                </a:r>
                <a:r>
                  <a:rPr lang="en-US" b="1"/>
                  <a:t> iterativne optimizacija </a:t>
                </a:r>
                <a:r>
                  <a:rPr lang="sr-Latn-BA" b="1"/>
                  <a:t>parame</a:t>
                </a:r>
                <a:r>
                  <a:rPr lang="en-US" b="1"/>
                  <a:t>tara</a:t>
                </a:r>
                <a:r>
                  <a:rPr lang="sr-Latn-BA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Algoritam za ažuriranje je: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000" b="0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40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000" b="0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sz="400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36611-D7D5-F2BB-E126-E6F50E9D8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724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EDEB-1931-11BA-2551-681D7B21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/>
              <a:t>Feedforward</a:t>
            </a:r>
            <a:r>
              <a:rPr lang="sr-Latn-BA"/>
              <a:t> </a:t>
            </a:r>
            <a:r>
              <a:rPr lang="en-US"/>
              <a:t>neuronske </a:t>
            </a:r>
            <a:r>
              <a:rPr lang="sr-Latn-BA"/>
              <a:t>mreže – </a:t>
            </a:r>
            <a:r>
              <a:rPr lang="sr-Latn-BA" i="1"/>
              <a:t>batch </a:t>
            </a:r>
            <a:r>
              <a:rPr lang="sr-Latn-BA"/>
              <a:t>podataka</a:t>
            </a:r>
            <a:endParaRPr lang="sr-Latn-BA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4DA9F-CCFE-C385-5E11-210EDE0C7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sr-Latn-BA"/>
                  <a:t>Šta u slučaju da imamo veći količinu podataka/primjeraka (</a:t>
                </a:r>
                <a:r>
                  <a:rPr lang="sr-Latn-BA" i="1"/>
                  <a:t>batch</a:t>
                </a:r>
                <a:r>
                  <a:rPr lang="sr-Latn-BA"/>
                  <a:t>) koju treba propustiti kroz mrežu?</a:t>
                </a:r>
              </a:p>
              <a:p>
                <a:r>
                  <a:rPr lang="en-US"/>
                  <a:t>Neka je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veli</a:t>
                </a:r>
                <a:r>
                  <a:rPr lang="sr-Latn-BA"/>
                  <a:t>čina skupa podatak</a:t>
                </a:r>
                <a:r>
                  <a:rPr lang="en-US"/>
                  <a:t>a</a:t>
                </a:r>
                <a:r>
                  <a:rPr lang="sr-Latn-BA"/>
                  <a:t>, tj. </a:t>
                </a:r>
                <a:r>
                  <a:rPr lang="sr-Latn-BA" i="1"/>
                  <a:t>batch</a:t>
                </a:r>
                <a:r>
                  <a:rPr lang="sr-Latn-BA"/>
                  <a:t>a.</a:t>
                </a:r>
                <a:r>
                  <a:rPr lang="en-US"/>
                  <a:t> </a:t>
                </a:r>
                <a:endParaRPr lang="sr-Latn-BA"/>
              </a:p>
              <a:p>
                <a:r>
                  <a:rPr lang="sr-Latn-BA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sr-Latn-BA"/>
                  <a:t> izlazni vektor sloja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/>
                  <a:t> za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sr-Latn-BA"/>
                  <a:t>-ti ulazni primjerak iz </a:t>
                </a:r>
                <a:r>
                  <a:rPr lang="en-US" i="1"/>
                  <a:t>batch</a:t>
                </a:r>
                <a:r>
                  <a:rPr lang="sr-Latn-BA"/>
                  <a:t>a.</a:t>
                </a:r>
              </a:p>
              <a:p>
                <a:r>
                  <a:rPr lang="en-US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4584B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  <m:sub>
                        <m:r>
                          <a:rPr lang="en-US" b="0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/>
                  <a:t> matrica izlaza sloja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/>
                  <a:t> za </a:t>
                </a:r>
                <a:r>
                  <a:rPr lang="en-US" i="1"/>
                  <a:t>batch</a:t>
                </a:r>
                <a:r>
                  <a:rPr lang="sr-Latn-BA"/>
                  <a:t>.</a:t>
                </a:r>
                <a:endParaRPr lang="en-US"/>
              </a:p>
              <a:p>
                <a:r>
                  <a:rPr lang="sr-Latn-BA"/>
                  <a:t>Neka je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BA" b="1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/>
                  <a:t> </a:t>
                </a:r>
                <a:r>
                  <a:rPr lang="sr-Latn-BA"/>
                  <a:t>matrična</a:t>
                </a:r>
                <a:r>
                  <a:rPr lang="en-US"/>
                  <a:t> aktivaciona funkcija</a:t>
                </a:r>
                <a:r>
                  <a:rPr lang="sr-Latn-BA"/>
                  <a:t> koja samo aplicira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r-Latn-BA"/>
                  <a:t> nad svim elementima matrice,</a:t>
                </a:r>
              </a:p>
              <a:p>
                <a:r>
                  <a:rPr lang="sr-Latn-BA"/>
                  <a:t>Lako se pokazuje da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r-Latn-BA" b="1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  <m:sub>
                        <m:r>
                          <a:rPr lang="en-US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/>
                  <a:t>)</a:t>
                </a:r>
                <a:r>
                  <a:rPr lang="sr-Latn-BA"/>
                  <a:t>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4DA9F-CCFE-C385-5E11-210EDE0C7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225FE98-6C65-7812-67E4-20925C503F2A}"/>
              </a:ext>
            </a:extLst>
          </p:cNvPr>
          <p:cNvSpPr/>
          <p:nvPr/>
        </p:nvSpPr>
        <p:spPr>
          <a:xfrm>
            <a:off x="4091851" y="5363110"/>
            <a:ext cx="6706288" cy="59590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388237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6EC2-715E-301A-2FDF-22687250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sr-Latn-BA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Izvođenje formula propagacije greške</a:t>
            </a:r>
            <a:endParaRPr lang="sr-Latn-B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1CCBB-E60F-C117-4FE6-DD28F1893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sr-Latn-BA"/>
                  <a:t>Šta ako želimo da</a:t>
                </a:r>
                <a:r>
                  <a:rPr lang="en-US"/>
                  <a:t> u koraku optimizacije </a:t>
                </a:r>
                <a:r>
                  <a:rPr lang="sr-Latn-BA"/>
                  <a:t>uzmemo u obzir više primjera za obučavanje?</a:t>
                </a:r>
              </a:p>
              <a:p>
                <a:r>
                  <a:rPr lang="sr-Latn-BA"/>
                  <a:t>Razmatramo ukupnu grešku nad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sr-Latn-BA"/>
                  <a:t> primjera za obučavanje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584B6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.</a:t>
                </a:r>
                <a:endParaRPr lang="sr-Latn-BA"/>
              </a:p>
              <a:p>
                <a:r>
                  <a:rPr lang="sr-Latn-BA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sr-Latn-BA"/>
                  <a:t> izlaz sloj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/>
                  <a:t> neurona </a:t>
                </a:r>
                <a14:m>
                  <m:oMath xmlns:m="http://schemas.openxmlformats.org/officeDocument/2006/math">
                    <m:r>
                      <a:rPr lang="sr-Latn-BA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sr-Latn-BA"/>
                  <a:t> za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sr-Latn-BA"/>
                  <a:t>-ti primjerak iz </a:t>
                </a:r>
                <a:r>
                  <a:rPr lang="en-US" i="1"/>
                  <a:t>batch</a:t>
                </a:r>
                <a:r>
                  <a:rPr lang="sr-Latn-BA"/>
                  <a:t>a.</a:t>
                </a:r>
              </a:p>
              <a:p>
                <a:r>
                  <a:rPr lang="sr-Latn-BA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BA"/>
                  <a:t>izvod akt. funkcije po svom arg. za sloj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sr-Latn-BA"/>
                  <a:t> neuron </a:t>
                </a:r>
                <a14:m>
                  <m:oMath xmlns:m="http://schemas.openxmlformats.org/officeDocument/2006/math">
                    <m:r>
                      <a:rPr lang="sr-Latn-BA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sr-Latn-BA"/>
                  <a:t> za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sr-Latn-BA"/>
                  <a:t>-ti primjerak iz </a:t>
                </a:r>
                <a:r>
                  <a:rPr lang="en-US" i="1"/>
                  <a:t>batch</a:t>
                </a:r>
                <a:r>
                  <a:rPr lang="sr-Latn-BA"/>
                  <a:t>a.</a:t>
                </a:r>
              </a:p>
              <a:p>
                <a:pPr algn="just"/>
                <a:r>
                  <a:rPr lang="sr-Latn-BA"/>
                  <a:t>Važi sljedeće:</a:t>
                </a:r>
              </a:p>
              <a:p>
                <a:pPr marL="0" indent="0">
                  <a:lnSpc>
                    <a:spcPct val="110000"/>
                  </a:lnSpc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nor/>
                                </m:rPr>
                                <a:rPr lang="en-US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nor/>
                                </m:rPr>
                                <a:rPr lang="en-US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nor/>
                                </m:rPr>
                                <a:rPr lang="en-US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sr-Latn-B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sr-Latn-B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1CCBB-E60F-C117-4FE6-DD28F189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65504D4-6393-6D84-3536-88FB0D1E798F}"/>
              </a:ext>
            </a:extLst>
          </p:cNvPr>
          <p:cNvSpPr/>
          <p:nvPr/>
        </p:nvSpPr>
        <p:spPr>
          <a:xfrm>
            <a:off x="8000656" y="3852809"/>
            <a:ext cx="2653645" cy="100686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A57855-FC5C-AC2F-10C0-54C786F00F05}"/>
              </a:ext>
            </a:extLst>
          </p:cNvPr>
          <p:cNvSpPr/>
          <p:nvPr/>
        </p:nvSpPr>
        <p:spPr>
          <a:xfrm>
            <a:off x="7753904" y="4911046"/>
            <a:ext cx="3301089" cy="100686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76679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9D39-16E4-8BCB-5AAF-770DDDF6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Matrične formule za propagaciju ukupne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9C4F9-A2D7-B5E0-7151-2220D5C40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1119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r-Latn-B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/>
                  <a:t> isto </a:t>
                </a:r>
                <a:r>
                  <a:rPr lang="sr-Latn-BA"/>
                  <a:t>što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r-Latn-BA"/>
                  <a:t> (izvod aktivacije), za </a:t>
                </a:r>
                <a14:m>
                  <m:oMath xmlns:m="http://schemas.openxmlformats.org/officeDocument/2006/math">
                    <m:r>
                      <a:rPr lang="sr-Latn-BA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sr-Latn-BA"/>
                  <a:t>–ti </a:t>
                </a:r>
                <a:r>
                  <a:rPr lang="en-US"/>
                  <a:t>primjer</a:t>
                </a:r>
                <a:r>
                  <a:rPr lang="sr-Latn-BA"/>
                  <a:t>ak</a:t>
                </a:r>
                <a:r>
                  <a:rPr lang="en-US"/>
                  <a:t> za obu</a:t>
                </a:r>
                <a:r>
                  <a:rPr lang="sr-Latn-BA"/>
                  <a:t>čavanje</a:t>
                </a:r>
                <a:r>
                  <a:rPr lang="en-US"/>
                  <a:t>.</a:t>
                </a:r>
              </a:p>
              <a:p>
                <a:r>
                  <a:rPr lang="en-US"/>
                  <a:t>Neka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b="1">
                            <a:solidFill>
                              <a:srgbClr val="008000"/>
                            </a:solidFill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/>
                  <a:t> matrica parc</a:t>
                </a:r>
                <a:r>
                  <a:rPr lang="sr-Latn-BA"/>
                  <a:t>.</a:t>
                </a:r>
                <a:r>
                  <a:rPr lang="en-US"/>
                  <a:t> izvoda aktivacionih funkcija po svojim </a:t>
                </a:r>
                <a:r>
                  <a:rPr lang="sr-Latn-BA"/>
                  <a:t>arg.</a:t>
                </a:r>
                <a:r>
                  <a:rPr lang="en-US"/>
                  <a:t>: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b="1" smtClean="0">
                              <a:solidFill>
                                <a:srgbClr val="008000"/>
                              </a:solidFill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sr-Latn-BA" i="1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b="1">
                            <a:solidFill>
                              <a:srgbClr val="008000"/>
                            </a:solidFill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/>
                  <a:t> mo</a:t>
                </a:r>
                <a:r>
                  <a:rPr lang="sr-Latn-BA"/>
                  <a:t>žemo nazivati i „gradijent aktivacije“ za </a:t>
                </a:r>
                <a:r>
                  <a:rPr lang="sr-Latn-BA" i="1"/>
                  <a:t>batch</a:t>
                </a:r>
                <a:r>
                  <a:rPr lang="sr-Latn-BA"/>
                  <a:t>.</a:t>
                </a:r>
              </a:p>
              <a:p>
                <a:r>
                  <a:rPr lang="sr-Latn-BA"/>
                  <a:t>U ML se često i parcijalni izvodi i gradijenti i Jakobijeve matrice nazivaju samo „gradijenti“.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9C4F9-A2D7-B5E0-7151-2220D5C40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1119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985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59BFD-2AA6-3658-78E6-AEC2671F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84E3-B475-C842-02B5-907730B9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Matrične formule za propagaciju ukupne greške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01F16-896D-9482-92CC-0BBDFCB366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0848"/>
                <a:ext cx="10515600" cy="4859677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sr-Latn-BA"/>
                  <a:t>Mogu se izvesti sljedeće formule za propagaciju ukupne greške za </a:t>
                </a:r>
                <a:r>
                  <a:rPr lang="sr-Latn-BA" i="1"/>
                  <a:t>batch</a:t>
                </a:r>
                <a:r>
                  <a:rPr lang="sr-Latn-BA"/>
                  <a:t> podataka:</a:t>
                </a: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𝛁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𝛁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  <m:r>
                                              <a:rPr lang="sr-Latn-BA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𝛁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  <m:r>
                                              <a:rPr lang="sr-Latn-BA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𝛁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1" smtClean="0">
                                                <a:solidFill>
                                                  <a:srgbClr val="008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  <m:r>
                                              <a:rPr lang="sr-Latn-BA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 smtClean="0">
                                                <a:solidFill>
                                                  <a:srgbClr val="4584B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sr-Latn-BA" b="0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b="1" smtClean="0">
                                  <a:solidFill>
                                    <a:srgbClr val="008000"/>
                                  </a:solidFill>
                                </a:rPr>
                                <m:t>Δ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e>
                                <m:sub>
                                  <m:acc>
                                    <m:accPr>
                                      <m:chr m:val="̅"/>
                                      <m:ctrlPr>
                                        <a:rPr lang="en-US" i="1" smtClean="0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sr-Latn-BA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b="1" smtClean="0">
                                      <a:solidFill>
                                        <a:srgbClr val="008000"/>
                                      </a:solidFill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𝛁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𝛁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sr-Latn-BA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r-Latn-B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𝑱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</m:acc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sr-Latn-BA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∘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b="1" smtClean="0">
                                          <a:solidFill>
                                            <a:srgbClr val="008000"/>
                                          </a:solidFill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sr-Latn-BA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4584B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sr-Latn-BA"/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1. </a:t>
                </a:r>
                <a:r>
                  <a:rPr lang="en-US"/>
                  <a:t>jedna</a:t>
                </a:r>
                <a:r>
                  <a:rPr lang="sr-Latn-BA"/>
                  <a:t>čina je inicijalni gradijent </a:t>
                </a:r>
                <a:r>
                  <a:rPr lang="en-US"/>
                  <a:t>gre</a:t>
                </a:r>
                <a:r>
                  <a:rPr lang="sr-Latn-BA"/>
                  <a:t>ške po izlazima mreže.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2. </a:t>
                </a:r>
                <a:r>
                  <a:rPr lang="en-US"/>
                  <a:t>jedna</a:t>
                </a:r>
                <a:r>
                  <a:rPr lang="sr-Latn-BA"/>
                  <a:t>čina predstavlja gradijent </a:t>
                </a:r>
                <a:r>
                  <a:rPr lang="en-US"/>
                  <a:t>gre</a:t>
                </a:r>
                <a:r>
                  <a:rPr lang="sr-Latn-BA"/>
                  <a:t>ške za propagaciju unazad.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3. i 4. jednačina se koriste za ažuriranje parametara sloja.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01F16-896D-9482-92CC-0BBDFCB36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0848"/>
                <a:ext cx="10515600" cy="4859677"/>
              </a:xfrm>
              <a:blipFill>
                <a:blip r:embed="rId2"/>
                <a:stretch>
                  <a:fillRect l="-696" t="-2635" b="-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B8A953F-BC01-B32A-27B5-33B03443A44A}"/>
              </a:ext>
            </a:extLst>
          </p:cNvPr>
          <p:cNvSpPr/>
          <p:nvPr/>
        </p:nvSpPr>
        <p:spPr>
          <a:xfrm>
            <a:off x="1846179" y="1818526"/>
            <a:ext cx="8499641" cy="59362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5A5A5-294F-1C78-EC9B-9DB6C642B38D}"/>
              </a:ext>
            </a:extLst>
          </p:cNvPr>
          <p:cNvSpPr/>
          <p:nvPr/>
        </p:nvSpPr>
        <p:spPr>
          <a:xfrm>
            <a:off x="3562562" y="2455817"/>
            <a:ext cx="5016360" cy="5034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5C6398-6E56-E2EE-879C-CA0400B35D95}"/>
              </a:ext>
            </a:extLst>
          </p:cNvPr>
          <p:cNvSpPr/>
          <p:nvPr/>
        </p:nvSpPr>
        <p:spPr>
          <a:xfrm>
            <a:off x="2496620" y="2982368"/>
            <a:ext cx="7099444" cy="103482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260BE-B315-63E7-A933-368D8A218124}"/>
              </a:ext>
            </a:extLst>
          </p:cNvPr>
          <p:cNvSpPr/>
          <p:nvPr/>
        </p:nvSpPr>
        <p:spPr>
          <a:xfrm>
            <a:off x="2496620" y="4040313"/>
            <a:ext cx="7099444" cy="10348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5139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B7D9B-E536-03E4-DAB6-9F606688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E8923-4BC9-C2C6-CF2E-5DB4AAEC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/>
              <a:t>Mini-batch</a:t>
            </a:r>
            <a:r>
              <a:rPr lang="sr-Latn-BA"/>
              <a:t> gradijentni spust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2C3A9-E7EA-11C3-8BBB-666D364E41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sr-Latn-BA"/>
                  <a:t>Kod </a:t>
                </a:r>
                <a:r>
                  <a:rPr lang="sr-Latn-BA" i="1"/>
                  <a:t>mini-batch</a:t>
                </a:r>
                <a:r>
                  <a:rPr lang="sr-Latn-BA"/>
                  <a:t> gradijentnog spusta, parametri se ažuriraju na osnovu gradijenta greške nad više primjeraka. Jedan korak optimizacij</a:t>
                </a:r>
                <a:r>
                  <a:rPr lang="en-US"/>
                  <a:t>e </a:t>
                </a:r>
                <a:r>
                  <a:rPr lang="sr-Latn-BA"/>
                  <a:t>može da uzima u obzir grešku nad više primjeraka.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Naravno, učenje se sastoji iz više koraka optimizacij</a:t>
                </a:r>
                <a:r>
                  <a:rPr lang="en-US"/>
                  <a:t>e, kroz koje se iterativno pode</a:t>
                </a:r>
                <a:r>
                  <a:rPr lang="sr-Latn-BA"/>
                  <a:t>šavaju parametri.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Kada je N</a:t>
                </a:r>
                <a:r>
                  <a:rPr lang="en-US"/>
                  <a:t>=1, </a:t>
                </a:r>
                <a:r>
                  <a:rPr lang="en-US" i="1"/>
                  <a:t>m</a:t>
                </a:r>
                <a:r>
                  <a:rPr lang="sr-Latn-BA" i="1"/>
                  <a:t>ini-batch</a:t>
                </a:r>
                <a:r>
                  <a:rPr lang="sr-Latn-BA"/>
                  <a:t> gradijentni spust </a:t>
                </a:r>
                <a:r>
                  <a:rPr lang="en-US"/>
                  <a:t>postaje ekvivalentan stohasti</a:t>
                </a:r>
                <a:r>
                  <a:rPr lang="sr-Latn-BA"/>
                  <a:t>čkom gradijentnom spustu.</a:t>
                </a:r>
                <a:endParaRPr lang="en-US"/>
              </a:p>
              <a:p>
                <a:pPr algn="just">
                  <a:lnSpc>
                    <a:spcPct val="100000"/>
                  </a:lnSpc>
                </a:pPr>
                <a:r>
                  <a:rPr lang="sr-Latn-BA"/>
                  <a:t>Algoritam za ažuriranje je jednostavan: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sr-Latn-BA" sz="4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sr-Latn-BA" sz="4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0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sr-Latn-BA" sz="4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40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sr-Latn-BA" sz="4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sr-Latn-BA" sz="4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0" i="1" smtClean="0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𝛁</m:t>
                      </m:r>
                      <m:acc>
                        <m:accPr>
                          <m:chr m:val="̅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sr-Latn-BA" sz="4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r-Latn-BA" sz="4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2C3A9-E7EA-11C3-8BBB-666D364E4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401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801541"/>
            <a:ext cx="12192000" cy="2451347"/>
          </a:xfrm>
        </p:spPr>
        <p:txBody>
          <a:bodyPr/>
          <a:lstStyle/>
          <a:p>
            <a:r>
              <a:rPr lang="sr-Latn-BA" b="1"/>
              <a:t>Formalne metode u softverskom inženjerstvu</a:t>
            </a:r>
            <a:endParaRPr lang="sr-Latn-B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31098"/>
            <a:ext cx="12191999" cy="1616978"/>
          </a:xfrm>
        </p:spPr>
        <p:txBody>
          <a:bodyPr/>
          <a:lstStyle/>
          <a:p>
            <a:r>
              <a:rPr lang="sr-Latn-BA" b="1"/>
              <a:t>Implementacioni detalji za neuronske mreže</a:t>
            </a:r>
            <a:endParaRPr lang="sr-Latn-BA" b="1" dirty="0"/>
          </a:p>
        </p:txBody>
      </p:sp>
    </p:spTree>
    <p:extLst>
      <p:ext uri="{BB962C8B-B14F-4D97-AF65-F5344CB8AC3E}">
        <p14:creationId xmlns:p14="http://schemas.microsoft.com/office/powerpoint/2010/main" val="2855455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A497-7A15-2DD3-6EDD-A80F3D7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Implementacioni detalji za neuronske mreže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85C8A-9FF0-9445-C110-80986A6B0A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sr-Latn-BA"/>
                  <a:t>Mogu se napraviti moduli za posebne slojeve i aktivacije.</a:t>
                </a:r>
              </a:p>
              <a:p>
                <a:r>
                  <a:rPr lang="sr-Latn-BA" b="1"/>
                  <a:t>Linear </a:t>
                </a:r>
                <a:r>
                  <a:rPr lang="sr-Latn-BA"/>
                  <a:t>sloj sadrži matricu težina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sr-Latn-BA"/>
                  <a:t>, vektor pomjeraja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sr-Latn-BA"/>
                  <a:t>, matricu gradijenata greške po težinama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sr-Latn-BA" b="1"/>
                  <a:t> </a:t>
                </a:r>
                <a:r>
                  <a:rPr lang="sr-Latn-BA"/>
                  <a:t>i gradijent greške po pomjerajima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𝛁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sr-Latn-BA" b="1"/>
              </a:p>
              <a:p>
                <a:r>
                  <a:rPr lang="sr-Latn-BA" b="1"/>
                  <a:t>Linear</a:t>
                </a:r>
                <a:r>
                  <a:rPr lang="sr-Latn-BA"/>
                  <a:t> sloj, u </a:t>
                </a:r>
                <a:r>
                  <a:rPr lang="sr-Latn-BA" i="1"/>
                  <a:t>forward</a:t>
                </a:r>
                <a:r>
                  <a:rPr lang="sr-Latn-BA"/>
                  <a:t> prolazu, izračunava, za dato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sr-Latn-BA"/>
                  <a:t>:</a:t>
                </a:r>
              </a:p>
              <a:p>
                <a:pPr marL="0" indent="0">
                  <a:buNone/>
                </a:pPr>
                <a:r>
                  <a:rPr lang="sr-Latn-BA" b="1">
                    <a:solidFill>
                      <a:srgbClr val="008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sr-Latn-BA"/>
              </a:p>
              <a:p>
                <a:pPr marL="0" indent="0">
                  <a:buNone/>
                </a:pPr>
                <a:endParaRPr lang="sr-Latn-BA"/>
              </a:p>
              <a:p>
                <a:r>
                  <a:rPr lang="sr-Latn-BA" b="1"/>
                  <a:t>Linear</a:t>
                </a:r>
                <a:r>
                  <a:rPr lang="sr-Latn-BA"/>
                  <a:t> sloj, u </a:t>
                </a:r>
                <a:r>
                  <a:rPr lang="sr-Latn-BA" i="1"/>
                  <a:t>backward</a:t>
                </a:r>
                <a:r>
                  <a:rPr lang="sr-Latn-BA"/>
                  <a:t> prolazu, akumulira propagirane gradijente i izračunava, za propagirani gradijent greške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𝛁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BA"/>
                  <a:t>po svom izlazu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/>
                  <a:t>, gradijent gre</a:t>
                </a:r>
                <a:r>
                  <a:rPr lang="sr-Latn-BA"/>
                  <a:t>ške po svom ulazu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sr-Latn-BA"/>
                  <a:t>:</a:t>
                </a: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sr-Latn-BA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sr-Latn-BA"/>
              </a:p>
              <a:p>
                <a:pPr marL="0" indent="0">
                  <a:buNone/>
                </a:pPr>
                <a:r>
                  <a:rPr lang="en-US" b="1"/>
                  <a:t>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𝛁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𝛁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sr-Latn-BA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sub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8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acc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,∗</m:t>
                            </m:r>
                          </m:sub>
                        </m:sSub>
                      </m:e>
                    </m:nary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</m:sSub>
                    <m:sSup>
                      <m:sSupPr>
                        <m:ctrlPr>
                          <a:rPr lang="en-US" b="1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sr-Latn-BA"/>
              </a:p>
              <a:p>
                <a:endParaRPr lang="sr-Latn-BA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85C8A-9FF0-9445-C110-80986A6B0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F8A2F93-762F-D0B0-E8D0-86779058893F}"/>
              </a:ext>
            </a:extLst>
          </p:cNvPr>
          <p:cNvSpPr txBox="1"/>
          <p:nvPr/>
        </p:nvSpPr>
        <p:spPr>
          <a:xfrm>
            <a:off x="5858365" y="3164443"/>
            <a:ext cx="601959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sz="16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ndarray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-&gt;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ndarray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endParaRPr lang="sr-Latn-BA" sz="1600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matmul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endParaRPr lang="sr-Latn-BA" sz="1600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33D57-1CBF-47F0-A8C5-6B8C3841EF3F}"/>
              </a:ext>
            </a:extLst>
          </p:cNvPr>
          <p:cNvSpPr txBox="1"/>
          <p:nvPr/>
        </p:nvSpPr>
        <p:spPr>
          <a:xfrm>
            <a:off x="5858366" y="4891871"/>
            <a:ext cx="6019597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sz="16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backward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ndarray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-&gt;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ndarray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grad_w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matmul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grad_b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axis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sz="1600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matmul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882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A497-7A15-2DD3-6EDD-A80F3D7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Implementacioni detalji za neuronske mreže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85C8A-9FF0-9445-C110-80986A6B0A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Aktivacioni slojevi bi izra</a:t>
                </a:r>
                <a:r>
                  <a:rPr lang="sr-Latn-BA"/>
                  <a:t>čunavali, u </a:t>
                </a:r>
                <a:r>
                  <a:rPr lang="sr-Latn-BA" i="1"/>
                  <a:t>forward</a:t>
                </a:r>
                <a:r>
                  <a:rPr lang="sr-Latn-BA"/>
                  <a:t> prolazu, za dato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sr-Latn-BA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r-Latn-BA" b="1" i="1">
                          <a:solidFill>
                            <a:srgbClr val="4584B6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sr-Latn-B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r>
                  <a:rPr lang="en-US"/>
                  <a:t>Aktivacioni </a:t>
                </a:r>
                <a:r>
                  <a:rPr lang="sr-Latn-BA"/>
                  <a:t>sloj, u </a:t>
                </a:r>
                <a:r>
                  <a:rPr lang="sr-Latn-BA" i="1"/>
                  <a:t>backward</a:t>
                </a:r>
                <a:r>
                  <a:rPr lang="sr-Latn-BA"/>
                  <a:t> prolazu</a:t>
                </a:r>
                <a:r>
                  <a:rPr lang="en-US"/>
                  <a:t> </a:t>
                </a:r>
                <a:r>
                  <a:rPr lang="sr-Latn-BA"/>
                  <a:t>izračunava, za propagirani gradijent greške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𝛁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b="1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BA"/>
                  <a:t>po svom izlazu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, gradijent gre</a:t>
                </a:r>
                <a:r>
                  <a:rPr lang="sr-Latn-BA"/>
                  <a:t>ške po svom ulazu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𝛁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𝛁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∘</m:t>
                      </m:r>
                      <m:r>
                        <m:rPr>
                          <m:nor/>
                        </m:rPr>
                        <a:rPr lang="el-GR" b="1">
                          <a:solidFill>
                            <a:srgbClr val="008000"/>
                          </a:solidFill>
                        </a:rPr>
                        <m:t>Δ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85C8A-9FF0-9445-C110-80986A6B0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72B6686-5CEA-888A-1FAE-5BCDA2AA1BB8}"/>
              </a:ext>
            </a:extLst>
          </p:cNvPr>
          <p:cNvSpPr txBox="1"/>
          <p:nvPr/>
        </p:nvSpPr>
        <p:spPr>
          <a:xfrm>
            <a:off x="3478937" y="4676993"/>
            <a:ext cx="5234125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sz="16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Sigmoid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divide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exp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endParaRPr lang="sr-Latn-BA" sz="1600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sz="1600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backward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sr-Latn-BA" sz="1600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sz="1600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sz="1600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4173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A497-7A15-2DD3-6EDD-A80F3D7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Implementacioni detalji za neuronske mreže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85C8A-9FF0-9445-C110-80986A6B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/>
              <a:t>Neuronska mreža je modul koji se sastoji od </a:t>
            </a:r>
            <a:r>
              <a:rPr lang="en-US"/>
              <a:t>niza</a:t>
            </a:r>
            <a:r>
              <a:rPr lang="sr-Latn-BA"/>
              <a:t> slojeva</a:t>
            </a:r>
            <a:r>
              <a:rPr lang="en-US"/>
              <a:t> koji mogu biti, u na</a:t>
            </a:r>
            <a:r>
              <a:rPr lang="sr-Latn-BA"/>
              <a:t>šem ograničenom kontekstu, linearni slojevi i aktivacije:</a:t>
            </a:r>
          </a:p>
          <a:p>
            <a:endParaRPr lang="sr-Latn-BA"/>
          </a:p>
          <a:p>
            <a:endParaRPr lang="sr-Latn-BA"/>
          </a:p>
          <a:p>
            <a:endParaRPr lang="sr-Latn-BA"/>
          </a:p>
          <a:p>
            <a:r>
              <a:rPr lang="sr-Latn-BA"/>
              <a:t>Funkcija greške je isto sloj sa svojim </a:t>
            </a:r>
            <a:r>
              <a:rPr lang="sr-Latn-BA" i="1"/>
              <a:t>forward</a:t>
            </a:r>
            <a:r>
              <a:rPr lang="sr-Latn-BA"/>
              <a:t> i </a:t>
            </a:r>
            <a:r>
              <a:rPr lang="sr-Latn-BA" i="1"/>
              <a:t>backward </a:t>
            </a:r>
            <a:r>
              <a:rPr lang="sr-Latn-BA"/>
              <a:t>metodama.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286A9-647E-B201-5DAD-08A66AC9DB39}"/>
              </a:ext>
            </a:extLst>
          </p:cNvPr>
          <p:cNvSpPr txBox="1"/>
          <p:nvPr/>
        </p:nvSpPr>
        <p:spPr>
          <a:xfrm>
            <a:off x="1092488" y="2828835"/>
            <a:ext cx="438346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layer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layers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layer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.forward(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endParaRPr lang="en-US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1DEEB-AA1B-360F-9D7F-9BF189CDCC8D}"/>
              </a:ext>
            </a:extLst>
          </p:cNvPr>
          <p:cNvSpPr txBox="1"/>
          <p:nvPr/>
        </p:nvSpPr>
        <p:spPr>
          <a:xfrm>
            <a:off x="1047750" y="4810067"/>
            <a:ext cx="100965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MSELoss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backward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.shape[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diff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D5367-FDEC-434C-3A06-C86F2760C763}"/>
              </a:ext>
            </a:extLst>
          </p:cNvPr>
          <p:cNvSpPr txBox="1"/>
          <p:nvPr/>
        </p:nvSpPr>
        <p:spPr>
          <a:xfrm>
            <a:off x="6096000" y="2828834"/>
            <a:ext cx="512826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backward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reversed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.layers):</a:t>
            </a:r>
          </a:p>
          <a:p>
            <a:pPr>
              <a:buNone/>
            </a:pP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.backward(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198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A497-7A15-2DD3-6EDD-A80F3D7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Implementacioni detalji za neuronske mreže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85C8A-9FF0-9445-C110-80986A6B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/>
              <a:t>Optimizator (npr. SGD) čuva reference na sve parametre i ažurira ih u svakom koraku optimizacije:</a:t>
            </a:r>
          </a:p>
          <a:p>
            <a:endParaRPr lang="sr-Latn-B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104AF-B0B3-8661-CB5F-66E880B5B173}"/>
              </a:ext>
            </a:extLst>
          </p:cNvPr>
          <p:cNvSpPr txBox="1"/>
          <p:nvPr/>
        </p:nvSpPr>
        <p:spPr>
          <a:xfrm>
            <a:off x="2066041" y="2799556"/>
            <a:ext cx="8059917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SGD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__init__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parameters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parameters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parameters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lr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parameters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NAPOMENA: Ovdje ne može da se napiše param = param - self.lr * grad,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jer bi se time promijenila referenca na parametar, a ne njegova vrijednost.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param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sr-Latn-BA" b="1"/>
          </a:p>
        </p:txBody>
      </p:sp>
    </p:spTree>
    <p:extLst>
      <p:ext uri="{BB962C8B-B14F-4D97-AF65-F5344CB8AC3E}">
        <p14:creationId xmlns:p14="http://schemas.microsoft.com/office/powerpoint/2010/main" val="973321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A497-7A15-2DD3-6EDD-A80F3D7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Implementacioni detalji za neuronske mreže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85C8A-9FF0-9445-C110-80986A6B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/>
              <a:t>Train-validation petlja ima onoliko iteracija koliko puta se prolazi kroz čitav skup podatak (taj broj puta se naziva broj epoha).</a:t>
            </a:r>
          </a:p>
          <a:p>
            <a:r>
              <a:rPr lang="sr-Latn-BA"/>
              <a:t>U svakoj iteraciji te petlje se iterira kroz </a:t>
            </a:r>
            <a:r>
              <a:rPr lang="sr-Latn-BA" i="1"/>
              <a:t>mini-batch</a:t>
            </a:r>
            <a:r>
              <a:rPr lang="sr-Latn-BA"/>
              <a:t>eve podataka:</a:t>
            </a:r>
          </a:p>
          <a:p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286A9-647E-B201-5DAD-08A66AC9DB39}"/>
              </a:ext>
            </a:extLst>
          </p:cNvPr>
          <p:cNvSpPr txBox="1"/>
          <p:nvPr/>
        </p:nvSpPr>
        <p:spPr>
          <a:xfrm>
            <a:off x="1360602" y="3314641"/>
            <a:ext cx="947079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epoch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epochs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b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x_train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shape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batch_size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model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zero_grad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  <a:r>
              <a:rPr lang="sr-Latn-BA" b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Akumulirani gradijenti se postavljaju na 0</a:t>
            </a:r>
            <a:b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x_train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batch_size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y_train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batch_size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b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model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loss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loss_fn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loss_fn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backward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model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backward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optimizer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83108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801541"/>
            <a:ext cx="12192000" cy="2451347"/>
          </a:xfrm>
        </p:spPr>
        <p:txBody>
          <a:bodyPr/>
          <a:lstStyle/>
          <a:p>
            <a:r>
              <a:rPr lang="sr-Latn-BA" b="1"/>
              <a:t>Formalne metode u softverskom inženjerstvu</a:t>
            </a:r>
            <a:endParaRPr lang="sr-Latn-B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31098"/>
            <a:ext cx="12191999" cy="1616978"/>
          </a:xfrm>
        </p:spPr>
        <p:txBody>
          <a:bodyPr/>
          <a:lstStyle/>
          <a:p>
            <a:r>
              <a:rPr lang="en-US" b="1"/>
              <a:t>V</a:t>
            </a:r>
            <a:r>
              <a:rPr lang="sr-Latn-BA" b="1"/>
              <a:t>išeklasna klasifikacija sa neuronskim mrežama</a:t>
            </a:r>
            <a:endParaRPr lang="sr-Latn-BA" b="1" dirty="0"/>
          </a:p>
        </p:txBody>
      </p:sp>
    </p:spTree>
    <p:extLst>
      <p:ext uri="{BB962C8B-B14F-4D97-AF65-F5344CB8AC3E}">
        <p14:creationId xmlns:p14="http://schemas.microsoft.com/office/powerpoint/2010/main" val="2815426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45D3-34B9-EE95-91E4-71BAD7C2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Višeklasna klasifikacija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6CE56-6934-5904-A521-9788EFAC0B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sr-Latn-BA"/>
                  <a:t>Neka imamo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sr-Latn-BA"/>
                  <a:t> klasa i neka izlazni sloj ima </a:t>
                </a:r>
                <a14:m>
                  <m:oMath xmlns:m="http://schemas.openxmlformats.org/officeDocument/2006/math">
                    <m:r>
                      <a:rPr lang="sr-Latn-B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sr-Latn-BA"/>
                  <a:t> neurona. Kako da kao izlaz imamo uvjeren</a:t>
                </a:r>
                <a:r>
                  <a:rPr lang="en-US"/>
                  <a:t>ost</a:t>
                </a:r>
                <a:r>
                  <a:rPr lang="sr-Latn-BA"/>
                  <a:t> u pripadnost primjera klasi, u vidu procjene vjerovatnoće, po svakoj klasi? </a:t>
                </a:r>
              </a:p>
              <a:p>
                <a:pPr algn="just"/>
                <a:r>
                  <a:rPr lang="sr-Latn-BA"/>
                  <a:t>Za </a:t>
                </a:r>
                <a:r>
                  <a:rPr lang="sr-Latn-BA" i="1"/>
                  <a:t>one-hot </a:t>
                </a:r>
                <a:r>
                  <a:rPr lang="sr-Latn-BA"/>
                  <a:t>enkodovanu labelu </a:t>
                </a:r>
                <a:r>
                  <a:rPr lang="en-US"/>
                  <a:t>primjera koji pripada klasi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/>
                  <a:t> </a:t>
                </a:r>
                <a:r>
                  <a:rPr lang="sr-Latn-BA"/>
                  <a:t>važi: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sr-Latn-BA"/>
              </a:p>
              <a:p>
                <a:pPr algn="just"/>
                <a:r>
                  <a:rPr lang="sr-Latn-BA" i="1"/>
                  <a:t>Softmax </a:t>
                </a:r>
                <a:r>
                  <a:rPr lang="sr-Latn-BA"/>
                  <a:t>aktivaciona funkcija (zapravo </a:t>
                </a:r>
                <a:r>
                  <a:rPr lang="sr-Latn-BA" i="1"/>
                  <a:t>softargmax</a:t>
                </a:r>
                <a:r>
                  <a:rPr lang="sr-Latn-BA"/>
                  <a:t>):</a:t>
                </a: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sr-Latn-B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B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1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/>
              </a:p>
              <a:p>
                <a:pPr algn="just"/>
                <a:r>
                  <a:rPr lang="sr-Latn-BA"/>
                  <a:t>Predviđena klasa je ona za koju model ima najveće uvjerenje: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BA" b="1" i="0" smtClean="0"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sr-Latn-B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1"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lang="sr-Latn-B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r-Latn-BA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6CE56-6934-5904-A521-9788EFAC0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747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08AE-75FD-6E84-933E-7F8607AE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Višeklasna klasifikacija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C9975-0670-A8CB-5F95-640D88E41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/>
                  <a:t>Odredimo Jakobijevu matricu za </a:t>
                </a:r>
                <a:r>
                  <a:rPr lang="en-US" i="1"/>
                  <a:t>softmax</a:t>
                </a:r>
                <a:r>
                  <a:rPr lang="en-US"/>
                  <a:t> aktivaciju, s obzirom na njene ulaze</a:t>
                </a:r>
                <a:r>
                  <a:rPr lang="sr-Latn-BA"/>
                  <a:t>:</a:t>
                </a:r>
                <a:endParaRPr lang="en-US"/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1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3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d>
                                <m:d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num>
                                    <m:den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3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3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3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f>
                                <m:f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3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4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3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C9975-0670-A8CB-5F95-640D88E41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232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08AE-75FD-6E84-933E-7F8607AE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Višeklasna klasifikacija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C9975-0670-A8CB-5F95-640D88E41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i="1"/>
                  <a:t>Softmax</a:t>
                </a:r>
                <a:r>
                  <a:rPr lang="sr-Latn-BA"/>
                  <a:t> se</a:t>
                </a:r>
                <a:r>
                  <a:rPr lang="en-US"/>
                  <a:t> obi</a:t>
                </a:r>
                <a:r>
                  <a:rPr lang="sr-Latn-BA"/>
                  <a:t>čno kombinuje sa tzv. krosentropijskom greškom: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sr-Latn-BA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r-Latn-BA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𝒍𝒏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8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4584B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  <a:p>
                <a:pPr algn="just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584B6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sr-Latn-BA"/>
                  <a:t> </a:t>
                </a:r>
                <a:r>
                  <a:rPr lang="en-US"/>
                  <a:t>je broj </a:t>
                </a:r>
                <a:r>
                  <a:rPr lang="sr-Latn-BA"/>
                  <a:t>primjera za obučavanje.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4584B6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je broj klase kojoj pripada primjer broj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</a:t>
                </a:r>
                <a:endParaRPr lang="sr-Latn-BA"/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/>
                  <a:t> je zanemariva vrijednost koja se dodaje na elemente</a:t>
                </a:r>
                <a:r>
                  <a:rPr lang="sr-Latn-BA"/>
                  <a:t> vektora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, da se izbjegne izra</a:t>
                </a:r>
                <a:r>
                  <a:rPr lang="sr-Latn-BA"/>
                  <a:t>čunavanje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sr-Latn-BA"/>
              </a:p>
              <a:p>
                <a:pPr algn="just"/>
                <a:r>
                  <a:rPr lang="sr-Latn-BA"/>
                  <a:t>Parcijalni izvod greške po izlazu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sr-Latn-BA"/>
                  <a:t>, za neki primjer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sr-Latn-BA"/>
                  <a:t>, jeste:</a:t>
                </a: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sr-Latn-BA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solidFill>
                                                <a:srgbClr val="008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sr-Latn-BA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4584B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r-Latn-B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acc>
                        <m:accPr>
                          <m:chr m:val="̅"/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solidFill>
                                        <a:srgbClr val="008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7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solidFill>
                                              <a:srgbClr val="4584B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 smtClean="0">
                                                    <a:solidFill>
                                                      <a:srgbClr val="008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sr-Latn-BA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smtClean="0">
                                                    <a:solidFill>
                                                      <a:srgbClr val="4584B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sr-Latn-BA"/>
              </a:p>
              <a:p>
                <a:pPr algn="just"/>
                <a:r>
                  <a:rPr lang="en-US"/>
                  <a:t>Dakle, </a:t>
                </a:r>
                <a:r>
                  <a:rPr lang="sr-Latn-BA"/>
                  <a:t>greška zavisi samo od toga koliko je model uvjeren u pripadnost primjera klasi kojom je označe</a:t>
                </a:r>
                <a:r>
                  <a:rPr lang="en-US"/>
                  <a:t>n</a:t>
                </a:r>
                <a:r>
                  <a:rPr lang="sr-Latn-BA"/>
                  <a:t>. </a:t>
                </a:r>
                <a:endParaRPr lang="en-US"/>
              </a:p>
              <a:p>
                <a:pPr algn="just"/>
                <a:r>
                  <a:rPr lang="en-US"/>
                  <a:t>U</a:t>
                </a:r>
                <a:r>
                  <a:rPr lang="sr-Latn-BA"/>
                  <a:t>vjerenje</a:t>
                </a:r>
                <a:r>
                  <a:rPr lang="en-US"/>
                  <a:t> ipak </a:t>
                </a:r>
                <a:r>
                  <a:rPr lang="sr-Latn-BA"/>
                  <a:t>zavisi od svih ulaza za </a:t>
                </a:r>
                <a:r>
                  <a:rPr lang="sr-Latn-BA" i="1"/>
                  <a:t>softmax</a:t>
                </a:r>
                <a:r>
                  <a:rPr lang="sr-Latn-BA"/>
                  <a:t>, a </a:t>
                </a:r>
                <a:r>
                  <a:rPr lang="en-US"/>
                  <a:t>oni </a:t>
                </a:r>
                <a:r>
                  <a:rPr lang="sr-Latn-BA"/>
                  <a:t>predstavljaju nenormalizovan</a:t>
                </a:r>
                <a:r>
                  <a:rPr lang="en-US"/>
                  <a:t>o uvjerenje pripadnosti</a:t>
                </a:r>
                <a:r>
                  <a:rPr lang="sr-Latn-BA"/>
                  <a:t>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C9975-0670-A8CB-5F95-640D88E41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71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08AE-75FD-6E84-933E-7F8607AE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Višeklasna klasifikacija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C9975-0670-A8CB-5F95-640D88E41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/>
                  <a:t>Tvrdnja</a:t>
                </a:r>
                <a:r>
                  <a:rPr lang="en-US"/>
                  <a:t>. </a:t>
                </a:r>
                <a:r>
                  <a:rPr lang="sr-Latn-BA"/>
                  <a:t>Gradijent </a:t>
                </a:r>
                <a:r>
                  <a:rPr lang="en-US"/>
                  <a:t>krosentropijske gre</a:t>
                </a:r>
                <a:r>
                  <a:rPr lang="sr-Latn-BA"/>
                  <a:t>ške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/>
                  <a:t> po ulazu</a:t>
                </a:r>
                <a:r>
                  <a:rPr lang="sr-Latn-BA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r-Latn-BA" i="1"/>
                  <a:t>softmax</a:t>
                </a:r>
                <a:r>
                  <a:rPr lang="sr-Latn-BA"/>
                  <a:t> aktivacije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/>
                  <a:t>, za labelu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/>
                  <a:t>, </a:t>
                </a:r>
                <a:r>
                  <a:rPr lang="sr-Latn-BA"/>
                  <a:t>pojednostavljuj</a:t>
                </a:r>
                <a:r>
                  <a:rPr lang="en-US"/>
                  <a:t>e </a:t>
                </a:r>
                <a:r>
                  <a:rPr lang="sr-Latn-BA"/>
                  <a:t>se u sljedeću formu: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r-Latn-B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r-Latn-BA" b="1"/>
              </a:p>
              <a:p>
                <a:r>
                  <a:rPr lang="en-US" b="1"/>
                  <a:t>Dokaz</a:t>
                </a:r>
                <a:r>
                  <a:rPr lang="en-US"/>
                  <a:t>. …</a:t>
                </a:r>
                <a:endParaRPr lang="sr-Latn-BA">
                  <a:latin typeface="Cambria Math" panose="02040503050406030204" pitchFamily="18" charset="0"/>
                </a:endParaRPr>
              </a:p>
              <a:p>
                <a:endParaRPr lang="en-US"/>
              </a:p>
              <a:p>
                <a:pPr marL="0" indent="0">
                  <a:buNone/>
                </a:pPr>
                <a:endParaRPr lang="en-US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C9975-0670-A8CB-5F95-640D88E41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996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29CF-DA45-98E9-F941-7B365562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Višeklasna klasifikacija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4982C-E72D-3528-A82E-67B799AB7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acc>
                        <m:accPr>
                          <m:chr m:val="̅"/>
                          <m:ctrlPr>
                            <a:rPr lang="sr-Latn-B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514350" indent="-514350">
                  <a:buAutoNum type="arabicParenR"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4982C-E72D-3528-A82E-67B799AB7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48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A497-7A15-2DD3-6EDD-A80F3D7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Implementacioni detalji za višeklasnu klasifikaciju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286A9-647E-B201-5DAD-08A66AC9DB39}"/>
              </a:ext>
            </a:extLst>
          </p:cNvPr>
          <p:cNvSpPr txBox="1"/>
          <p:nvPr/>
        </p:nvSpPr>
        <p:spPr>
          <a:xfrm>
            <a:off x="1052658" y="1671925"/>
            <a:ext cx="947079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SoftmaxWithCrossEntropy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 # Oduzimamo maksimum kako bi izbjegli numeričke nestabilnosti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e_x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exp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axis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=-</a:t>
            </a:r>
            <a:r>
              <a:rPr lang="sr-Latn-BA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keepdims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e_x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e_x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axis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=-</a:t>
            </a:r>
            <a:r>
              <a:rPr lang="sr-Latn-BA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keepdims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backward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37F2A-BBA7-A2B1-ABF6-6DDB48BD770F}"/>
              </a:ext>
            </a:extLst>
          </p:cNvPr>
          <p:cNvSpPr txBox="1"/>
          <p:nvPr/>
        </p:nvSpPr>
        <p:spPr>
          <a:xfrm>
            <a:off x="2231009" y="4079047"/>
            <a:ext cx="7729981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CrossEntropyLossWithSoftmax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endParaRPr lang="sr-Latn-BA" b="1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log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1e-7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backward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y_pred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sr-Latn-BA" b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endParaRPr lang="sr-Latn-BA" b="1"/>
          </a:p>
        </p:txBody>
      </p:sp>
    </p:spTree>
    <p:extLst>
      <p:ext uri="{BB962C8B-B14F-4D97-AF65-F5344CB8AC3E}">
        <p14:creationId xmlns:p14="http://schemas.microsoft.com/office/powerpoint/2010/main" val="3407242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7658</TotalTime>
  <Words>3439</Words>
  <Application>Microsoft Office PowerPoint</Application>
  <PresentationFormat>Widescreen</PresentationFormat>
  <Paragraphs>383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Cambria Math</vt:lpstr>
      <vt:lpstr>Consolas</vt:lpstr>
      <vt:lpstr>Wingdings</vt:lpstr>
      <vt:lpstr>Office Theme</vt:lpstr>
      <vt:lpstr>Formalne metode u softverskom inženjerstvu</vt:lpstr>
      <vt:lpstr>Plan rada</vt:lpstr>
      <vt:lpstr>Neuron kao model izračunavanja</vt:lpstr>
      <vt:lpstr>Aktivacione funkcije neurona</vt:lpstr>
      <vt:lpstr>Aktivacione funkcije neurona</vt:lpstr>
      <vt:lpstr>Feedforward neuronske mreže</vt:lpstr>
      <vt:lpstr>Feedforward neuronske mreže</vt:lpstr>
      <vt:lpstr>Feedforward neuronske mreže – vektorski zapis</vt:lpstr>
      <vt:lpstr>Feedforward neuronske mreže</vt:lpstr>
      <vt:lpstr>Izvođenje formula propagacije greške</vt:lpstr>
      <vt:lpstr>Formula za izvod složene realne funkcije više varijabli </vt:lpstr>
      <vt:lpstr>Izvođenje formula propagacije greške</vt:lpstr>
      <vt:lpstr>Izvođenje formula propagacije greške</vt:lpstr>
      <vt:lpstr>Izvođenje formula propagacije greške</vt:lpstr>
      <vt:lpstr>Formule propagacije greške unazad</vt:lpstr>
      <vt:lpstr>Feedforward neuronske mreže – matrični zapis</vt:lpstr>
      <vt:lpstr>PowerPoint Presentation</vt:lpstr>
      <vt:lpstr>Matrične formule za propagaciju greške</vt:lpstr>
      <vt:lpstr>Matrične formule za propagaciju greške</vt:lpstr>
      <vt:lpstr>Matrične formule za propagaciju greške</vt:lpstr>
      <vt:lpstr>Matrične formule za propagaciju greške</vt:lpstr>
      <vt:lpstr>Stohastički gradijentni spust</vt:lpstr>
      <vt:lpstr>Feedforward neuronske mreže – batch podataka</vt:lpstr>
      <vt:lpstr>Izvođenje formula propagacije greške</vt:lpstr>
      <vt:lpstr>Matrične formule za propagaciju ukupne greške</vt:lpstr>
      <vt:lpstr>Matrične formule za propagaciju ukupne greške</vt:lpstr>
      <vt:lpstr>Mini-batch gradijentni spust</vt:lpstr>
      <vt:lpstr>Formalne metode u softverskom inženjerstvu</vt:lpstr>
      <vt:lpstr>Implementacioni detalji za neuronske mreže</vt:lpstr>
      <vt:lpstr>Implementacioni detalji za neuronske mreže</vt:lpstr>
      <vt:lpstr>Implementacioni detalji za neuronske mreže</vt:lpstr>
      <vt:lpstr>Implementacioni detalji za neuronske mreže</vt:lpstr>
      <vt:lpstr>Implementacioni detalji za neuronske mreže</vt:lpstr>
      <vt:lpstr>Formalne metode u softverskom inženjerstvu</vt:lpstr>
      <vt:lpstr>Višeklasna klasifikacija</vt:lpstr>
      <vt:lpstr>Višeklasna klasifikacija</vt:lpstr>
      <vt:lpstr>Višeklasna klasifikacija</vt:lpstr>
      <vt:lpstr>Višeklasna klasifikacija</vt:lpstr>
      <vt:lpstr>Višeklasna klasifikacija</vt:lpstr>
      <vt:lpstr>Implementacioni detalji za višeklasnu klasifikaciju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Formalne metode u softverskom inženjerstvu</dc:title>
  <dc:creator>Stefan Novaković</dc:creator>
  <cp:lastModifiedBy>Stefan Novaković</cp:lastModifiedBy>
  <cp:revision>15</cp:revision>
  <dcterms:created xsi:type="dcterms:W3CDTF">2021-09-29T13:55:43Z</dcterms:created>
  <dcterms:modified xsi:type="dcterms:W3CDTF">2025-05-21T14:58:48Z</dcterms:modified>
</cp:coreProperties>
</file>