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0"/>
  </p:notesMasterIdLst>
  <p:handoutMasterIdLst>
    <p:handoutMasterId r:id="rId101"/>
  </p:handoutMasterIdLst>
  <p:sldIdLst>
    <p:sldId id="279" r:id="rId2"/>
    <p:sldId id="319" r:id="rId3"/>
    <p:sldId id="318" r:id="rId4"/>
    <p:sldId id="287" r:id="rId5"/>
    <p:sldId id="394" r:id="rId6"/>
    <p:sldId id="397" r:id="rId7"/>
    <p:sldId id="398" r:id="rId8"/>
    <p:sldId id="416" r:id="rId9"/>
    <p:sldId id="418" r:id="rId10"/>
    <p:sldId id="419" r:id="rId11"/>
    <p:sldId id="417" r:id="rId12"/>
    <p:sldId id="354" r:id="rId13"/>
    <p:sldId id="402" r:id="rId14"/>
    <p:sldId id="320" r:id="rId15"/>
    <p:sldId id="337" r:id="rId16"/>
    <p:sldId id="358" r:id="rId17"/>
    <p:sldId id="412" r:id="rId18"/>
    <p:sldId id="403" r:id="rId19"/>
    <p:sldId id="355" r:id="rId20"/>
    <p:sldId id="420" r:id="rId21"/>
    <p:sldId id="368" r:id="rId22"/>
    <p:sldId id="373" r:id="rId23"/>
    <p:sldId id="404" r:id="rId24"/>
    <p:sldId id="370" r:id="rId25"/>
    <p:sldId id="369" r:id="rId26"/>
    <p:sldId id="314" r:id="rId27"/>
    <p:sldId id="321" r:id="rId28"/>
    <p:sldId id="335" r:id="rId29"/>
    <p:sldId id="375" r:id="rId30"/>
    <p:sldId id="325" r:id="rId31"/>
    <p:sldId id="345" r:id="rId32"/>
    <p:sldId id="388" r:id="rId33"/>
    <p:sldId id="376" r:id="rId34"/>
    <p:sldId id="346" r:id="rId35"/>
    <p:sldId id="348" r:id="rId36"/>
    <p:sldId id="349" r:id="rId37"/>
    <p:sldId id="352" r:id="rId38"/>
    <p:sldId id="350" r:id="rId39"/>
    <p:sldId id="353" r:id="rId40"/>
    <p:sldId id="332" r:id="rId41"/>
    <p:sldId id="336" r:id="rId42"/>
    <p:sldId id="356" r:id="rId43"/>
    <p:sldId id="338" r:id="rId44"/>
    <p:sldId id="411" r:id="rId45"/>
    <p:sldId id="413" r:id="rId46"/>
    <p:sldId id="357" r:id="rId47"/>
    <p:sldId id="405" r:id="rId48"/>
    <p:sldId id="378" r:id="rId49"/>
    <p:sldId id="379" r:id="rId50"/>
    <p:sldId id="380" r:id="rId51"/>
    <p:sldId id="381" r:id="rId52"/>
    <p:sldId id="391" r:id="rId53"/>
    <p:sldId id="359" r:id="rId54"/>
    <p:sldId id="339" r:id="rId55"/>
    <p:sldId id="382" r:id="rId56"/>
    <p:sldId id="326" r:id="rId57"/>
    <p:sldId id="383" r:id="rId58"/>
    <p:sldId id="389" r:id="rId59"/>
    <p:sldId id="360" r:id="rId60"/>
    <p:sldId id="362" r:id="rId61"/>
    <p:sldId id="363" r:id="rId62"/>
    <p:sldId id="364" r:id="rId63"/>
    <p:sldId id="365" r:id="rId64"/>
    <p:sldId id="366" r:id="rId65"/>
    <p:sldId id="340" r:id="rId66"/>
    <p:sldId id="342" r:id="rId67"/>
    <p:sldId id="341" r:id="rId68"/>
    <p:sldId id="414" r:id="rId69"/>
    <p:sldId id="415" r:id="rId70"/>
    <p:sldId id="384" r:id="rId71"/>
    <p:sldId id="385" r:id="rId72"/>
    <p:sldId id="392" r:id="rId73"/>
    <p:sldId id="305" r:id="rId74"/>
    <p:sldId id="324" r:id="rId75"/>
    <p:sldId id="386" r:id="rId76"/>
    <p:sldId id="387" r:id="rId77"/>
    <p:sldId id="390" r:id="rId78"/>
    <p:sldId id="323" r:id="rId79"/>
    <p:sldId id="343" r:id="rId80"/>
    <p:sldId id="409" r:id="rId81"/>
    <p:sldId id="293" r:id="rId82"/>
    <p:sldId id="395" r:id="rId83"/>
    <p:sldId id="396" r:id="rId84"/>
    <p:sldId id="310" r:id="rId85"/>
    <p:sldId id="285" r:id="rId86"/>
    <p:sldId id="286" r:id="rId87"/>
    <p:sldId id="311" r:id="rId88"/>
    <p:sldId id="312" r:id="rId89"/>
    <p:sldId id="315" r:id="rId90"/>
    <p:sldId id="316" r:id="rId91"/>
    <p:sldId id="317" r:id="rId92"/>
    <p:sldId id="289" r:id="rId93"/>
    <p:sldId id="292" r:id="rId94"/>
    <p:sldId id="393" r:id="rId95"/>
    <p:sldId id="406" r:id="rId96"/>
    <p:sldId id="407" r:id="rId97"/>
    <p:sldId id="410" r:id="rId98"/>
    <p:sldId id="421" r:id="rId9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MSI" id="{C3CF9660-D4FE-428E-821F-124F8D1AC74D}">
          <p14:sldIdLst>
            <p14:sldId id="279"/>
            <p14:sldId id="319"/>
            <p14:sldId id="318"/>
            <p14:sldId id="287"/>
            <p14:sldId id="394"/>
            <p14:sldId id="397"/>
            <p14:sldId id="398"/>
            <p14:sldId id="416"/>
            <p14:sldId id="418"/>
            <p14:sldId id="419"/>
            <p14:sldId id="417"/>
            <p14:sldId id="354"/>
            <p14:sldId id="402"/>
            <p14:sldId id="320"/>
            <p14:sldId id="337"/>
            <p14:sldId id="358"/>
            <p14:sldId id="412"/>
            <p14:sldId id="403"/>
            <p14:sldId id="355"/>
            <p14:sldId id="420"/>
            <p14:sldId id="368"/>
            <p14:sldId id="373"/>
            <p14:sldId id="404"/>
            <p14:sldId id="370"/>
            <p14:sldId id="369"/>
            <p14:sldId id="314"/>
            <p14:sldId id="321"/>
            <p14:sldId id="335"/>
            <p14:sldId id="375"/>
            <p14:sldId id="325"/>
            <p14:sldId id="345"/>
            <p14:sldId id="388"/>
            <p14:sldId id="376"/>
            <p14:sldId id="346"/>
            <p14:sldId id="348"/>
            <p14:sldId id="349"/>
            <p14:sldId id="352"/>
            <p14:sldId id="350"/>
            <p14:sldId id="353"/>
            <p14:sldId id="332"/>
            <p14:sldId id="336"/>
            <p14:sldId id="356"/>
            <p14:sldId id="338"/>
            <p14:sldId id="411"/>
            <p14:sldId id="413"/>
            <p14:sldId id="357"/>
            <p14:sldId id="405"/>
            <p14:sldId id="378"/>
            <p14:sldId id="379"/>
            <p14:sldId id="380"/>
            <p14:sldId id="381"/>
            <p14:sldId id="391"/>
            <p14:sldId id="359"/>
            <p14:sldId id="339"/>
            <p14:sldId id="382"/>
            <p14:sldId id="326"/>
            <p14:sldId id="383"/>
            <p14:sldId id="389"/>
            <p14:sldId id="360"/>
            <p14:sldId id="362"/>
            <p14:sldId id="363"/>
            <p14:sldId id="364"/>
            <p14:sldId id="365"/>
            <p14:sldId id="366"/>
            <p14:sldId id="340"/>
            <p14:sldId id="342"/>
            <p14:sldId id="341"/>
            <p14:sldId id="414"/>
            <p14:sldId id="415"/>
            <p14:sldId id="384"/>
            <p14:sldId id="385"/>
            <p14:sldId id="392"/>
            <p14:sldId id="305"/>
            <p14:sldId id="324"/>
            <p14:sldId id="386"/>
            <p14:sldId id="387"/>
            <p14:sldId id="390"/>
            <p14:sldId id="323"/>
            <p14:sldId id="343"/>
            <p14:sldId id="409"/>
            <p14:sldId id="293"/>
            <p14:sldId id="395"/>
            <p14:sldId id="396"/>
            <p14:sldId id="310"/>
            <p14:sldId id="285"/>
            <p14:sldId id="286"/>
            <p14:sldId id="311"/>
            <p14:sldId id="312"/>
            <p14:sldId id="315"/>
            <p14:sldId id="316"/>
            <p14:sldId id="317"/>
            <p14:sldId id="289"/>
            <p14:sldId id="292"/>
            <p14:sldId id="393"/>
            <p14:sldId id="406"/>
            <p14:sldId id="407"/>
            <p14:sldId id="410"/>
            <p14:sldId id="42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DE57"/>
    <a:srgbClr val="4584B6"/>
    <a:srgbClr val="646464"/>
    <a:srgbClr val="267F99"/>
    <a:srgbClr val="008000"/>
    <a:srgbClr val="001080"/>
    <a:srgbClr val="0000FF"/>
    <a:srgbClr val="795E26"/>
    <a:srgbClr val="6C8C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E7AB4C-AA62-4148-BDE1-997AD77D824D}" v="557" dt="2025-03-03T18:51:53.214"/>
    <p1510:client id="{EA1B5A69-998B-4F7A-81BB-093869152F16}" v="1" dt="2025-03-03T17:28:47.6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89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92" y="3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microsoft.com/office/2015/10/relationships/revisionInfo" Target="revisionInfo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Novaković" userId="48d5634ac72bd80c" providerId="LiveId" clId="{EA1B5A69-998B-4F7A-81BB-093869152F16}"/>
    <pc:docChg chg="modSld">
      <pc:chgData name="Stefan Novaković" userId="48d5634ac72bd80c" providerId="LiveId" clId="{EA1B5A69-998B-4F7A-81BB-093869152F16}" dt="2025-03-03T17:28:47.696" v="1" actId="20577"/>
      <pc:docMkLst>
        <pc:docMk/>
      </pc:docMkLst>
      <pc:sldChg chg="modSp">
        <pc:chgData name="Stefan Novaković" userId="48d5634ac72bd80c" providerId="LiveId" clId="{EA1B5A69-998B-4F7A-81BB-093869152F16}" dt="2025-03-03T17:28:47.696" v="1" actId="20577"/>
        <pc:sldMkLst>
          <pc:docMk/>
          <pc:sldMk cId="1874410769" sldId="293"/>
        </pc:sldMkLst>
        <pc:spChg chg="mod">
          <ac:chgData name="Stefan Novaković" userId="48d5634ac72bd80c" providerId="LiveId" clId="{EA1B5A69-998B-4F7A-81BB-093869152F16}" dt="2025-03-03T17:28:47.696" v="1" actId="20577"/>
          <ac:spMkLst>
            <pc:docMk/>
            <pc:sldMk cId="1874410769" sldId="293"/>
            <ac:spMk id="3" creationId="{5830BB0E-3F5B-E9C4-CF4F-1CB4364A315F}"/>
          </ac:spMkLst>
        </pc:spChg>
      </pc:sldChg>
      <pc:sldChg chg="modAnim">
        <pc:chgData name="Stefan Novaković" userId="48d5634ac72bd80c" providerId="LiveId" clId="{EA1B5A69-998B-4F7A-81BB-093869152F16}" dt="2025-02-26T15:22:31.046" v="0"/>
        <pc:sldMkLst>
          <pc:docMk/>
          <pc:sldMk cId="448486586" sldId="394"/>
        </pc:sldMkLst>
      </pc:sldChg>
    </pc:docChg>
  </pc:docChgLst>
  <pc:docChgLst>
    <pc:chgData name="Stefan Novaković" userId="48d5634ac72bd80c" providerId="LiveId" clId="{6AE7AB4C-AA62-4148-BDE1-997AD77D824D}"/>
    <pc:docChg chg="undo custSel addSld delSld modSld sldOrd modSection">
      <pc:chgData name="Stefan Novaković" userId="48d5634ac72bd80c" providerId="LiveId" clId="{6AE7AB4C-AA62-4148-BDE1-997AD77D824D}" dt="2025-03-03T18:52:16.684" v="1158" actId="1076"/>
      <pc:docMkLst>
        <pc:docMk/>
      </pc:docMkLst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426644663" sldId="279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426644663" sldId="279"/>
            <ac:spMk id="2" creationId="{8FF5D54A-1EF9-4411-9599-80FE8C1B12A2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426644663" sldId="279"/>
            <ac:spMk id="3" creationId="{8035EEB5-5D68-4E7E-B791-D67A4F98FCC3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2494160341" sldId="285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494160341" sldId="285"/>
            <ac:spMk id="2" creationId="{0D3B5479-B7B6-F7D4-346E-5DA075892930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494160341" sldId="285"/>
            <ac:spMk id="3" creationId="{F94A8C3E-D5D2-AE33-343E-7F4CEE8C03A9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3309986587" sldId="286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309986587" sldId="286"/>
            <ac:spMk id="2" creationId="{8DC454B6-3718-F795-6312-E32D47460627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309986587" sldId="286"/>
            <ac:spMk id="3" creationId="{D00A1A97-2A0E-7F01-06C7-059A06B5251C}"/>
          </ac:spMkLst>
        </pc:spChg>
      </pc:sldChg>
      <pc:sldChg chg="modSp mod modAnim">
        <pc:chgData name="Stefan Novaković" userId="48d5634ac72bd80c" providerId="LiveId" clId="{6AE7AB4C-AA62-4148-BDE1-997AD77D824D}" dt="2025-02-26T14:40:31.912" v="984" actId="20577"/>
        <pc:sldMkLst>
          <pc:docMk/>
          <pc:sldMk cId="525146962" sldId="287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525146962" sldId="287"/>
            <ac:spMk id="2" creationId="{0D3B5479-B7B6-F7D4-346E-5DA075892930}"/>
          </ac:spMkLst>
        </pc:spChg>
        <pc:spChg chg="mod">
          <ac:chgData name="Stefan Novaković" userId="48d5634ac72bd80c" providerId="LiveId" clId="{6AE7AB4C-AA62-4148-BDE1-997AD77D824D}" dt="2025-02-26T14:40:31.912" v="984" actId="20577"/>
          <ac:spMkLst>
            <pc:docMk/>
            <pc:sldMk cId="525146962" sldId="287"/>
            <ac:spMk id="3" creationId="{F94A8C3E-D5D2-AE33-343E-7F4CEE8C03A9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125045127" sldId="289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25045127" sldId="289"/>
            <ac:spMk id="2" creationId="{DD8A2962-2C72-E28E-B191-6AB900E60905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25045127" sldId="289"/>
            <ac:spMk id="3" creationId="{D2D846BC-7B65-9CF5-33A4-4D94784B7A59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3199367233" sldId="292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199367233" sldId="292"/>
            <ac:spMk id="2" creationId="{5EE8CE92-D38E-CFE8-610C-724D315B0ADC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199367233" sldId="292"/>
            <ac:spMk id="3" creationId="{9F57DB69-E6B0-3725-7E10-2176BFAA33BF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1874410769" sldId="293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874410769" sldId="293"/>
            <ac:spMk id="2" creationId="{A4AD0757-B156-B03A-29AD-5BFB20CD2388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874410769" sldId="293"/>
            <ac:spMk id="3" creationId="{5830BB0E-3F5B-E9C4-CF4F-1CB4364A315F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52159254" sldId="305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52159254" sldId="305"/>
            <ac:spMk id="2" creationId="{6F08982B-8845-70A4-7019-D49EB3DF9C8D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52159254" sldId="305"/>
            <ac:spMk id="3" creationId="{121CA00C-C8EB-4ACF-AD02-CAD4D1488A92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3820281875" sldId="310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820281875" sldId="310"/>
            <ac:spMk id="2" creationId="{2330323B-2633-AE16-2971-F68E9FC37471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820281875" sldId="310"/>
            <ac:spMk id="3" creationId="{5823A3EB-38E6-71B6-EAFA-6B594B9AFFA2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1362307468" sldId="311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362307468" sldId="311"/>
            <ac:spMk id="2" creationId="{EA0AD6D2-A474-2CF6-5461-BDE2B4DE9133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362307468" sldId="311"/>
            <ac:spMk id="3" creationId="{673321E7-3C72-E640-7A71-6333F0D3F8CC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362307468" sldId="311"/>
            <ac:spMk id="5" creationId="{700EC841-87D7-11F1-4E9D-7B77CFCD259C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3455813534" sldId="312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455813534" sldId="312"/>
            <ac:spMk id="2" creationId="{E796626A-497C-6C31-1D90-1AEC9C7BFAE2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455813534" sldId="312"/>
            <ac:spMk id="3" creationId="{CE23F8E9-633D-2A5C-E777-915319013E67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455813534" sldId="312"/>
            <ac:spMk id="5" creationId="{F9CFF660-624E-2F1B-811D-34C02FF63545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3016366821" sldId="314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016366821" sldId="314"/>
            <ac:spMk id="2" creationId="{670AFAE0-03A8-07D8-14C9-E023FD33E95A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016366821" sldId="314"/>
            <ac:spMk id="3" creationId="{66F1B271-AFB6-B746-1C4A-DE5D3E092877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2362711426" sldId="315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362711426" sldId="315"/>
            <ac:spMk id="2" creationId="{8DA004E8-84E5-4C4C-49D7-DEEAD4EAEFB6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362711426" sldId="315"/>
            <ac:spMk id="3" creationId="{8EDBD4EF-38BB-8B0A-9619-F6765489F69B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362711426" sldId="315"/>
            <ac:spMk id="5" creationId="{CAB2662A-02FA-B8A7-FFA5-0A23C967C8BE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2636390376" sldId="316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636390376" sldId="316"/>
            <ac:spMk id="2" creationId="{37706567-B293-E1C4-01CE-BA0BD62BD06C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636390376" sldId="316"/>
            <ac:spMk id="3" creationId="{D71785BA-58C8-FCF8-2C88-E353EBB65A48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636390376" sldId="316"/>
            <ac:spMk id="5" creationId="{C3FB85E3-A688-7380-D275-A456A1B33CB2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2157528034" sldId="317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157528034" sldId="317"/>
            <ac:spMk id="2" creationId="{8039024B-87FF-D827-CDEA-C7EEB743BEB9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157528034" sldId="317"/>
            <ac:spMk id="3" creationId="{A82F6C99-25F2-BF57-81B1-24E1974EEC7C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157528034" sldId="317"/>
            <ac:spMk id="5" creationId="{AA0280F2-65EE-F4F0-6EE7-751AB07FD0A4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2774928567" sldId="318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774928567" sldId="318"/>
            <ac:spMk id="2" creationId="{169A6C24-1AA2-187D-DD39-7DF69B7CF58A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774928567" sldId="318"/>
            <ac:spMk id="3" creationId="{7E80E484-003E-DF74-81CA-DE0F7162CB03}"/>
          </ac:spMkLst>
        </pc:spChg>
      </pc:sldChg>
      <pc:sldChg chg="modSp mod">
        <pc:chgData name="Stefan Novaković" userId="48d5634ac72bd80c" providerId="LiveId" clId="{6AE7AB4C-AA62-4148-BDE1-997AD77D824D}" dt="2025-02-26T11:52:51.771" v="410" actId="123"/>
        <pc:sldMkLst>
          <pc:docMk/>
          <pc:sldMk cId="1775075882" sldId="319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775075882" sldId="319"/>
            <ac:spMk id="2" creationId="{AA6283F5-C224-D4D7-5FA7-9F8A7D2A7294}"/>
          </ac:spMkLst>
        </pc:spChg>
        <pc:spChg chg="mod">
          <ac:chgData name="Stefan Novaković" userId="48d5634ac72bd80c" providerId="LiveId" clId="{6AE7AB4C-AA62-4148-BDE1-997AD77D824D}" dt="2025-02-26T11:52:51.771" v="410" actId="123"/>
          <ac:spMkLst>
            <pc:docMk/>
            <pc:sldMk cId="1775075882" sldId="319"/>
            <ac:spMk id="3" creationId="{C9C944A0-7935-C026-3A4A-04A173BEC55D}"/>
          </ac:spMkLst>
        </pc:spChg>
      </pc:sldChg>
      <pc:sldChg chg="modSp mod modAnim">
        <pc:chgData name="Stefan Novaković" userId="48d5634ac72bd80c" providerId="LiveId" clId="{6AE7AB4C-AA62-4148-BDE1-997AD77D824D}" dt="2025-02-26T12:35:35.096" v="958" actId="20577"/>
        <pc:sldMkLst>
          <pc:docMk/>
          <pc:sldMk cId="4052284403" sldId="320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4052284403" sldId="320"/>
            <ac:spMk id="2" creationId="{5317F899-B6AB-BFD3-E0B2-228F4A0A5A11}"/>
          </ac:spMkLst>
        </pc:spChg>
        <pc:spChg chg="mod">
          <ac:chgData name="Stefan Novaković" userId="48d5634ac72bd80c" providerId="LiveId" clId="{6AE7AB4C-AA62-4148-BDE1-997AD77D824D}" dt="2025-02-26T12:35:35.096" v="958" actId="20577"/>
          <ac:spMkLst>
            <pc:docMk/>
            <pc:sldMk cId="4052284403" sldId="320"/>
            <ac:spMk id="3" creationId="{719DDF91-FDCC-D213-6B72-39F29B179F60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1459874357" sldId="321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459874357" sldId="321"/>
            <ac:spMk id="2" creationId="{70DBD594-950F-652B-F371-69EFCA2FE711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459874357" sldId="321"/>
            <ac:spMk id="3" creationId="{CBBCDF67-11D5-B80C-22D1-CD67F67CEDEB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2433364315" sldId="323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433364315" sldId="323"/>
            <ac:spMk id="2" creationId="{51211BBA-87A2-40CD-9B06-45716D7DFAD9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433364315" sldId="323"/>
            <ac:spMk id="3" creationId="{A60DF919-2E46-2F99-7732-5C55098A5EC9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2102449293" sldId="324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102449293" sldId="324"/>
            <ac:spMk id="2" creationId="{C8C9A6A7-3615-D98B-A8DE-DA8040C708FA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102449293" sldId="324"/>
            <ac:spMk id="3" creationId="{34E2741A-2AD4-C707-75AF-9D24AFF95631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751973367" sldId="325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751973367" sldId="325"/>
            <ac:spMk id="2" creationId="{5D08741C-A907-829E-B9BB-FAC407C48EEC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751973367" sldId="325"/>
            <ac:spMk id="3" creationId="{8FF3E566-7EA0-8118-B4B8-09A1A2CF7660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745061078" sldId="326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745061078" sldId="326"/>
            <ac:spMk id="2" creationId="{4920EEFF-EBC1-0609-9ACF-F2D0FCFB91B3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745061078" sldId="326"/>
            <ac:spMk id="3" creationId="{516129CB-228A-999E-6B66-B535EBC6FCE8}"/>
          </ac:spMkLst>
        </pc:spChg>
      </pc:sldChg>
      <pc:sldChg chg="modSp mod modAnim">
        <pc:chgData name="Stefan Novaković" userId="48d5634ac72bd80c" providerId="LiveId" clId="{6AE7AB4C-AA62-4148-BDE1-997AD77D824D}" dt="2025-02-26T14:37:54.533" v="982" actId="20577"/>
        <pc:sldMkLst>
          <pc:docMk/>
          <pc:sldMk cId="2612786953" sldId="332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612786953" sldId="332"/>
            <ac:spMk id="2" creationId="{88F08D0E-120A-A1E1-9662-BFF99477DB37}"/>
          </ac:spMkLst>
        </pc:spChg>
        <pc:spChg chg="mod">
          <ac:chgData name="Stefan Novaković" userId="48d5634ac72bd80c" providerId="LiveId" clId="{6AE7AB4C-AA62-4148-BDE1-997AD77D824D}" dt="2025-02-26T14:37:54.533" v="982" actId="20577"/>
          <ac:spMkLst>
            <pc:docMk/>
            <pc:sldMk cId="2612786953" sldId="332"/>
            <ac:spMk id="3" creationId="{7BBF065A-A4ED-7F84-659B-0468E7A039BF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2727303768" sldId="335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727303768" sldId="335"/>
            <ac:spMk id="2" creationId="{6E207661-B753-C027-D814-304C7FD6352B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727303768" sldId="335"/>
            <ac:spMk id="3" creationId="{73D6B34D-17ED-DB04-9962-B5BD6B480DF7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3752506218" sldId="336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752506218" sldId="336"/>
            <ac:spMk id="2" creationId="{449CBCAE-66C2-81AB-F5D5-16AAE64CA33B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752506218" sldId="336"/>
            <ac:spMk id="3" creationId="{B79A463B-28DB-CCDA-F7A8-A06812366767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1599475686" sldId="337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599475686" sldId="337"/>
            <ac:spMk id="2" creationId="{C349E51D-FFE6-9842-2A27-9791D937B8EC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599475686" sldId="337"/>
            <ac:spMk id="3" creationId="{A2480678-B6D8-EB9F-3C23-352F903B6ECA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2479318220" sldId="338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479318220" sldId="338"/>
            <ac:spMk id="2" creationId="{7308C378-216A-FB98-1468-1656A1111A23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479318220" sldId="338"/>
            <ac:spMk id="3" creationId="{41B7729D-5408-3BE5-CB65-2C5EAD99A40D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3191506437" sldId="339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191506437" sldId="339"/>
            <ac:spMk id="2" creationId="{6DE192FB-CC64-50A3-37DB-EB1854FAF0AE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191506437" sldId="339"/>
            <ac:spMk id="3" creationId="{D42D2A8D-D45E-33E8-9B0B-0CB6E17A27DC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3869599406" sldId="340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869599406" sldId="340"/>
            <ac:spMk id="2" creationId="{12A4D8B6-765E-D119-CE3C-9B436936ED10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869599406" sldId="340"/>
            <ac:spMk id="3" creationId="{7EB2D2B8-EC9F-4819-627C-3F6471A3175D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3850422311" sldId="341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850422311" sldId="341"/>
            <ac:spMk id="2" creationId="{652407B3-C7F6-006D-01B5-79333615A104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850422311" sldId="341"/>
            <ac:spMk id="3" creationId="{91F4F85B-8640-8E56-60CC-F01A55A22FD4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3415746099" sldId="342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415746099" sldId="342"/>
            <ac:spMk id="2" creationId="{B78FB60C-9F97-ADCA-00A3-BF60CEFA27B5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415746099" sldId="342"/>
            <ac:spMk id="3" creationId="{6FF432B4-4A07-89AA-36F1-51FE97F89431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2508944214" sldId="343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508944214" sldId="343"/>
            <ac:spMk id="2" creationId="{52B6D065-9280-0181-9CF0-0049291CFFA0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508944214" sldId="343"/>
            <ac:spMk id="3" creationId="{BC5523B5-90B0-31D3-BAE6-624BD6AF6B43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2358127531" sldId="345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358127531" sldId="345"/>
            <ac:spMk id="2" creationId="{22CDD21C-3FE8-A1DF-BAD2-C2FFB8A679DE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358127531" sldId="345"/>
            <ac:spMk id="3" creationId="{40286B06-63AD-9DA1-2553-21A906A740DB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468367555" sldId="346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468367555" sldId="346"/>
            <ac:spMk id="2" creationId="{7B2DA039-6AA1-A00A-9F78-8625C398CD23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468367555" sldId="346"/>
            <ac:spMk id="3" creationId="{854CC4D4-9519-22DA-780B-F5F0EB696EF5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1810116844" sldId="348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810116844" sldId="348"/>
            <ac:spMk id="2" creationId="{0CFBF125-2F2B-2065-7DB3-202A73A40840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810116844" sldId="348"/>
            <ac:spMk id="3" creationId="{9E1D6D0C-8EEE-3300-AE91-2BF4EF24DE13}"/>
          </ac:spMkLst>
        </pc:spChg>
      </pc:sldChg>
      <pc:sldChg chg="modSp mod">
        <pc:chgData name="Stefan Novaković" userId="48d5634ac72bd80c" providerId="LiveId" clId="{6AE7AB4C-AA62-4148-BDE1-997AD77D824D}" dt="2025-03-03T11:50:32.195" v="992" actId="400"/>
        <pc:sldMkLst>
          <pc:docMk/>
          <pc:sldMk cId="713482652" sldId="349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713482652" sldId="349"/>
            <ac:spMk id="2" creationId="{C5DAF932-DDC8-FA3B-272D-7767D337482F}"/>
          </ac:spMkLst>
        </pc:spChg>
        <pc:spChg chg="mod">
          <ac:chgData name="Stefan Novaković" userId="48d5634ac72bd80c" providerId="LiveId" clId="{6AE7AB4C-AA62-4148-BDE1-997AD77D824D}" dt="2025-03-03T11:50:32.195" v="992" actId="400"/>
          <ac:spMkLst>
            <pc:docMk/>
            <pc:sldMk cId="713482652" sldId="349"/>
            <ac:spMk id="3" creationId="{22AD2D03-2D76-85C7-4482-97BCC8BE2523}"/>
          </ac:spMkLst>
        </pc:spChg>
      </pc:sldChg>
      <pc:sldChg chg="modSp mod modShow">
        <pc:chgData name="Stefan Novaković" userId="48d5634ac72bd80c" providerId="LiveId" clId="{6AE7AB4C-AA62-4148-BDE1-997AD77D824D}" dt="2025-03-03T18:48:42.767" v="994" actId="729"/>
        <pc:sldMkLst>
          <pc:docMk/>
          <pc:sldMk cId="120453954" sldId="350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20453954" sldId="350"/>
            <ac:spMk id="2" creationId="{AEF0259B-110E-2A8A-26E6-C6BB5DB6643C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20453954" sldId="350"/>
            <ac:spMk id="3" creationId="{60BD784E-02E9-6B63-206A-2CE09B47B314}"/>
          </ac:spMkLst>
        </pc:spChg>
      </pc:sldChg>
      <pc:sldChg chg="modSp mod modShow">
        <pc:chgData name="Stefan Novaković" userId="48d5634ac72bd80c" providerId="LiveId" clId="{6AE7AB4C-AA62-4148-BDE1-997AD77D824D}" dt="2025-03-03T18:48:42.767" v="994" actId="729"/>
        <pc:sldMkLst>
          <pc:docMk/>
          <pc:sldMk cId="2432510373" sldId="352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432510373" sldId="352"/>
            <ac:spMk id="2" creationId="{BC512630-8F05-BD88-7081-4FB4911BEA61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432510373" sldId="352"/>
            <ac:spMk id="3" creationId="{F12AAF2A-AD90-130A-C4D4-E3A800D5FE68}"/>
          </ac:spMkLst>
        </pc:spChg>
      </pc:sldChg>
      <pc:sldChg chg="modSp mod modShow">
        <pc:chgData name="Stefan Novaković" userId="48d5634ac72bd80c" providerId="LiveId" clId="{6AE7AB4C-AA62-4148-BDE1-997AD77D824D}" dt="2025-03-03T18:48:42.767" v="994" actId="729"/>
        <pc:sldMkLst>
          <pc:docMk/>
          <pc:sldMk cId="1526661988" sldId="353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526661988" sldId="353"/>
            <ac:spMk id="2" creationId="{8D6F4D76-7577-EE6E-8E0F-437AF0719BB5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526661988" sldId="353"/>
            <ac:spMk id="3" creationId="{CEC3C626-45D4-C0BA-4726-6C000D1FD7E1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1161218464" sldId="354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161218464" sldId="354"/>
            <ac:spMk id="2" creationId="{829CE23B-4FAD-AF2A-3E3A-C2448BC3727D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161218464" sldId="354"/>
            <ac:spMk id="3" creationId="{A95BBD92-DD3B-2ADB-6078-6CA488D59B94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3638427650" sldId="355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638427650" sldId="355"/>
            <ac:spMk id="2" creationId="{BD647512-E969-058B-4D7E-C146110BB64E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638427650" sldId="355"/>
            <ac:spMk id="3" creationId="{470A7D6A-E2D7-5F8B-1EAE-5C7FA6F6BDF5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3949437276" sldId="356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949437276" sldId="356"/>
            <ac:spMk id="2" creationId="{E44DF405-F7B6-D28B-1E5E-FE386B8C7BFA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949437276" sldId="356"/>
            <ac:spMk id="3" creationId="{0D15C6E6-C377-0316-86BD-880E5525F2EC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1334393458" sldId="357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334393458" sldId="357"/>
            <ac:spMk id="2" creationId="{BD647512-E969-058B-4D7E-C146110BB64E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334393458" sldId="357"/>
            <ac:spMk id="3" creationId="{470A7D6A-E2D7-5F8B-1EAE-5C7FA6F6BDF5}"/>
          </ac:spMkLst>
        </pc:spChg>
      </pc:sldChg>
      <pc:sldChg chg="modSp mod modAnim">
        <pc:chgData name="Stefan Novaković" userId="48d5634ac72bd80c" providerId="LiveId" clId="{6AE7AB4C-AA62-4148-BDE1-997AD77D824D}" dt="2025-02-26T14:17:55.706" v="969" actId="20577"/>
        <pc:sldMkLst>
          <pc:docMk/>
          <pc:sldMk cId="1410116310" sldId="358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410116310" sldId="358"/>
            <ac:spMk id="2" creationId="{2A5BBDAC-77E6-2CB9-CC11-C472D65F7792}"/>
          </ac:spMkLst>
        </pc:spChg>
        <pc:spChg chg="mod">
          <ac:chgData name="Stefan Novaković" userId="48d5634ac72bd80c" providerId="LiveId" clId="{6AE7AB4C-AA62-4148-BDE1-997AD77D824D}" dt="2025-02-26T14:17:55.706" v="969" actId="20577"/>
          <ac:spMkLst>
            <pc:docMk/>
            <pc:sldMk cId="1410116310" sldId="358"/>
            <ac:spMk id="3" creationId="{9CEEB55E-5F36-68A6-037A-243DD02280CB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4142592310" sldId="359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4142592310" sldId="359"/>
            <ac:spMk id="2" creationId="{5995E340-A49F-F6C6-3F12-F13182FAC6EC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4142592310" sldId="359"/>
            <ac:spMk id="3" creationId="{D5721493-53EA-BCDE-BB96-36AD1C27F902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99505147" sldId="360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99505147" sldId="360"/>
            <ac:spMk id="2" creationId="{22CDD21C-3FE8-A1DF-BAD2-C2FFB8A679DE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99505147" sldId="360"/>
            <ac:spMk id="3" creationId="{40286B06-63AD-9DA1-2553-21A906A740DB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1196968051" sldId="362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196968051" sldId="362"/>
            <ac:spMk id="2" creationId="{0CFBF125-2F2B-2065-7DB3-202A73A40840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196968051" sldId="362"/>
            <ac:spMk id="3" creationId="{9E1D6D0C-8EEE-3300-AE91-2BF4EF24DE13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2955049571" sldId="363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955049571" sldId="363"/>
            <ac:spMk id="2" creationId="{C5DAF932-DDC8-FA3B-272D-7767D337482F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955049571" sldId="363"/>
            <ac:spMk id="3" creationId="{22AD2D03-2D76-85C7-4482-97BCC8BE2523}"/>
          </ac:spMkLst>
        </pc:spChg>
      </pc:sldChg>
      <pc:sldChg chg="modSp mod modShow">
        <pc:chgData name="Stefan Novaković" userId="48d5634ac72bd80c" providerId="LiveId" clId="{6AE7AB4C-AA62-4148-BDE1-997AD77D824D}" dt="2025-03-03T18:48:53.318" v="995" actId="729"/>
        <pc:sldMkLst>
          <pc:docMk/>
          <pc:sldMk cId="2605830442" sldId="364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605830442" sldId="364"/>
            <ac:spMk id="2" creationId="{BC512630-8F05-BD88-7081-4FB4911BEA61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605830442" sldId="364"/>
            <ac:spMk id="3" creationId="{F12AAF2A-AD90-130A-C4D4-E3A800D5FE68}"/>
          </ac:spMkLst>
        </pc:spChg>
      </pc:sldChg>
      <pc:sldChg chg="modSp mod modShow">
        <pc:chgData name="Stefan Novaković" userId="48d5634ac72bd80c" providerId="LiveId" clId="{6AE7AB4C-AA62-4148-BDE1-997AD77D824D}" dt="2025-03-03T18:48:53.318" v="995" actId="729"/>
        <pc:sldMkLst>
          <pc:docMk/>
          <pc:sldMk cId="875157611" sldId="365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875157611" sldId="365"/>
            <ac:spMk id="2" creationId="{AEF0259B-110E-2A8A-26E6-C6BB5DB6643C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875157611" sldId="365"/>
            <ac:spMk id="3" creationId="{60BD784E-02E9-6B63-206A-2CE09B47B314}"/>
          </ac:spMkLst>
        </pc:spChg>
      </pc:sldChg>
      <pc:sldChg chg="modSp mod modShow">
        <pc:chgData name="Stefan Novaković" userId="48d5634ac72bd80c" providerId="LiveId" clId="{6AE7AB4C-AA62-4148-BDE1-997AD77D824D}" dt="2025-03-03T18:48:53.318" v="995" actId="729"/>
        <pc:sldMkLst>
          <pc:docMk/>
          <pc:sldMk cId="4041648855" sldId="366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4041648855" sldId="366"/>
            <ac:spMk id="2" creationId="{8D6F4D76-7577-EE6E-8E0F-437AF0719BB5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4041648855" sldId="366"/>
            <ac:spMk id="3" creationId="{CEC3C626-45D4-C0BA-4726-6C000D1FD7E1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3123261944" sldId="368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123261944" sldId="368"/>
            <ac:spMk id="2" creationId="{00AED212-E66F-09C5-3AFF-54D67A84D63C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123261944" sldId="368"/>
            <ac:spMk id="3" creationId="{BFD7D676-F171-4B49-6EDD-4D83755CD424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2994195486" sldId="369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994195486" sldId="369"/>
            <ac:spMk id="2" creationId="{6E9302AD-C828-DCDC-0036-C75642090129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994195486" sldId="369"/>
            <ac:spMk id="3" creationId="{C61946FB-025C-28E7-444C-679DCF1E971A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1334403033" sldId="370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334403033" sldId="370"/>
            <ac:spMk id="2" creationId="{27D5154A-491A-6D90-9847-75B650D160BE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334403033" sldId="370"/>
            <ac:spMk id="3" creationId="{2E7C670A-6F04-E38B-F513-9E88AEA1383E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77512422" sldId="373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77512422" sldId="373"/>
            <ac:spMk id="2" creationId="{A6C6075E-257D-E36A-64BB-99C3C9C62C95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77512422" sldId="373"/>
            <ac:spMk id="3" creationId="{AF2C6B6F-678A-86BD-3CDC-25A5059F84BC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2648680276" sldId="375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648680276" sldId="375"/>
            <ac:spMk id="2" creationId="{EB34DF6F-3A3D-FD60-9575-91CAC1422403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648680276" sldId="375"/>
            <ac:spMk id="3" creationId="{8FE1A6BA-7BDE-4018-85D6-4D52AFDCC90A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1908073595" sldId="376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908073595" sldId="376"/>
            <ac:spMk id="2" creationId="{D5F4D33E-B35E-19AC-B5C2-70097EA51D94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908073595" sldId="376"/>
            <ac:spMk id="3" creationId="{A10612C2-46BD-C602-6B91-7BA97376C96B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3319940861" sldId="378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319940861" sldId="378"/>
            <ac:spMk id="2" creationId="{BD49E54A-DF97-3F66-889F-09968DAE085C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319940861" sldId="378"/>
            <ac:spMk id="3" creationId="{1CD14EC1-3DBC-458F-CBF1-02E98AD76A12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665541419" sldId="379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665541419" sldId="379"/>
            <ac:spMk id="2" creationId="{800DF1AD-12ED-4B81-3A92-C26F23315DDB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665541419" sldId="379"/>
            <ac:spMk id="3" creationId="{D99D609A-9512-9421-D662-E8B275B9FF89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666524717" sldId="380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666524717" sldId="380"/>
            <ac:spMk id="2" creationId="{C1C4D84A-2D32-36FC-58CA-536299DE8EB0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666524717" sldId="380"/>
            <ac:spMk id="3" creationId="{A1C84F73-272D-96FF-D386-9BD8935F29B1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3372355888" sldId="381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372355888" sldId="381"/>
            <ac:spMk id="2" creationId="{EE3C2CE9-89C3-934D-DBC4-CD8E88DA4EA2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372355888" sldId="381"/>
            <ac:spMk id="3" creationId="{4A10B987-D755-2A57-800F-9019FE963462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1128736961" sldId="382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128736961" sldId="382"/>
            <ac:spMk id="2" creationId="{08F5DBDF-AE18-2ACD-358D-AC1F47CECACA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128736961" sldId="382"/>
            <ac:spMk id="3" creationId="{18028916-0A81-FD9C-23E5-DAC9B04126A1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3238659826" sldId="383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238659826" sldId="383"/>
            <ac:spMk id="2" creationId="{22CDD21C-3FE8-A1DF-BAD2-C2FFB8A679DE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238659826" sldId="383"/>
            <ac:spMk id="3" creationId="{40286B06-63AD-9DA1-2553-21A906A740DB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3397489530" sldId="384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397489530" sldId="384"/>
            <ac:spMk id="2" creationId="{00AED212-E66F-09C5-3AFF-54D67A84D63C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397489530" sldId="384"/>
            <ac:spMk id="3" creationId="{BFD7D676-F171-4B49-6EDD-4D83755CD424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1759664043" sldId="385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759664043" sldId="385"/>
            <ac:spMk id="2" creationId="{E0E9132D-A9C2-67E1-86BE-21703EAFCE9E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759664043" sldId="385"/>
            <ac:spMk id="3" creationId="{3680DAE3-AF39-AC08-3CA3-CC2A4E89EC2A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2215221459" sldId="386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215221459" sldId="386"/>
            <ac:spMk id="2" creationId="{EB34DF6F-3A3D-FD60-9575-91CAC1422403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215221459" sldId="386"/>
            <ac:spMk id="3" creationId="{8FE1A6BA-7BDE-4018-85D6-4D52AFDCC90A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612451815" sldId="387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612451815" sldId="387"/>
            <ac:spMk id="2" creationId="{22CDD21C-3FE8-A1DF-BAD2-C2FFB8A679DE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612451815" sldId="387"/>
            <ac:spMk id="3" creationId="{40286B06-63AD-9DA1-2553-21A906A740DB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738059785" sldId="388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738059785" sldId="388"/>
            <ac:spMk id="2" creationId="{55ED03AB-557F-B272-7D12-8C70ECDCB93F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738059785" sldId="388"/>
            <ac:spMk id="3" creationId="{C229F33E-FD3E-5CFA-CBFA-06B2F56B4B2B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834119809" sldId="389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834119809" sldId="389"/>
            <ac:spMk id="2" creationId="{32C7BB62-80C1-3175-8DAB-B8FA66E529AB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834119809" sldId="389"/>
            <ac:spMk id="3" creationId="{9DFBA83C-6853-5F9C-21F5-3B3F84A17323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595603952" sldId="390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595603952" sldId="390"/>
            <ac:spMk id="2" creationId="{A46CB6FA-2583-1D52-FB9B-08070F611AFA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595603952" sldId="390"/>
            <ac:spMk id="3" creationId="{634CB7B9-F201-FA00-E704-0DE0E34F55F1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825119750" sldId="391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825119750" sldId="391"/>
            <ac:spMk id="2" creationId="{229AC1FA-43B4-CF46-7FE9-C8120EFD354E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825119750" sldId="391"/>
            <ac:spMk id="3" creationId="{550DB26B-96E0-F334-F30F-ECE43907EC51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1027970536" sldId="392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027970536" sldId="392"/>
            <ac:spMk id="2" creationId="{4D0BC046-AC45-F0C1-891E-3A3B6DAF520B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027970536" sldId="392"/>
            <ac:spMk id="3" creationId="{F0CA096D-280F-0CB6-939E-0E4AB9FE7034}"/>
          </ac:spMkLst>
        </pc:spChg>
      </pc:sldChg>
      <pc:sldChg chg="modSp mod">
        <pc:chgData name="Stefan Novaković" userId="48d5634ac72bd80c" providerId="LiveId" clId="{6AE7AB4C-AA62-4148-BDE1-997AD77D824D}" dt="2025-03-03T12:46:54.991" v="993" actId="123"/>
        <pc:sldMkLst>
          <pc:docMk/>
          <pc:sldMk cId="3768787326" sldId="393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768787326" sldId="393"/>
            <ac:spMk id="2" creationId="{3A3E33EB-12A9-DBF3-35F5-437ADD07EA38}"/>
          </ac:spMkLst>
        </pc:spChg>
        <pc:spChg chg="mod">
          <ac:chgData name="Stefan Novaković" userId="48d5634ac72bd80c" providerId="LiveId" clId="{6AE7AB4C-AA62-4148-BDE1-997AD77D824D}" dt="2025-03-03T12:46:54.991" v="993" actId="123"/>
          <ac:spMkLst>
            <pc:docMk/>
            <pc:sldMk cId="3768787326" sldId="393"/>
            <ac:spMk id="3" creationId="{B9D14852-D213-1A9D-63C6-97F223BF3A99}"/>
          </ac:spMkLst>
        </pc:spChg>
      </pc:sldChg>
      <pc:sldChg chg="modSp mod modAnim">
        <pc:chgData name="Stefan Novaković" userId="48d5634ac72bd80c" providerId="LiveId" clId="{6AE7AB4C-AA62-4148-BDE1-997AD77D824D}" dt="2025-02-26T12:33:30.235" v="951" actId="1076"/>
        <pc:sldMkLst>
          <pc:docMk/>
          <pc:sldMk cId="448486586" sldId="394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448486586" sldId="394"/>
            <ac:spMk id="2" creationId="{27F54932-8B8B-DFF9-61A3-B9DBF0EF35DD}"/>
          </ac:spMkLst>
        </pc:spChg>
        <pc:spChg chg="mod">
          <ac:chgData name="Stefan Novaković" userId="48d5634ac72bd80c" providerId="LiveId" clId="{6AE7AB4C-AA62-4148-BDE1-997AD77D824D}" dt="2025-02-26T12:33:19.375" v="948" actId="20577"/>
          <ac:spMkLst>
            <pc:docMk/>
            <pc:sldMk cId="448486586" sldId="394"/>
            <ac:spMk id="3" creationId="{E8C0D4C5-139F-FF26-07B5-5F8205935BDA}"/>
          </ac:spMkLst>
        </pc:spChg>
        <pc:spChg chg="mod">
          <ac:chgData name="Stefan Novaković" userId="48d5634ac72bd80c" providerId="LiveId" clId="{6AE7AB4C-AA62-4148-BDE1-997AD77D824D}" dt="2025-02-26T12:33:30.235" v="951" actId="1076"/>
          <ac:spMkLst>
            <pc:docMk/>
            <pc:sldMk cId="448486586" sldId="394"/>
            <ac:spMk id="5" creationId="{6BB62B41-6673-4C6C-1D80-CECE07204F21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2080221117" sldId="395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080221117" sldId="395"/>
            <ac:spMk id="2" creationId="{F200D3BB-8E05-2734-8958-5CCD5869EF6D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080221117" sldId="395"/>
            <ac:spMk id="3" creationId="{727FCA97-CE1F-8393-0FC5-D284182BE911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2864512760" sldId="396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864512760" sldId="396"/>
            <ac:spMk id="2" creationId="{2C5372B4-2F3F-72C3-84FF-355FA8AED343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864512760" sldId="396"/>
            <ac:spMk id="8" creationId="{6FA800AC-5A78-7875-F277-6C974B271E5E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864512760" sldId="396"/>
            <ac:spMk id="11" creationId="{D70CD854-99E5-A886-C65E-92DB57131D53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864512760" sldId="396"/>
            <ac:spMk id="18" creationId="{C5C4C8A3-A98E-2AEF-8D18-735DB9B38046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1998590507" sldId="397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998590507" sldId="397"/>
            <ac:spMk id="2" creationId="{8EDB0C70-BC0A-5A5F-EC97-928BB3111EBF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998590507" sldId="397"/>
            <ac:spMk id="3" creationId="{209061A0-FDAC-37F5-B2E6-765A3287BEDF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4035374530" sldId="398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4035374530" sldId="398"/>
            <ac:spMk id="2" creationId="{D4FDDB31-BA35-8CE1-D188-AF9252074F20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4035374530" sldId="398"/>
            <ac:spMk id="3" creationId="{24C3F1DE-289B-BA01-CF14-449D7EAD8CD0}"/>
          </ac:spMkLst>
        </pc:spChg>
      </pc:sldChg>
      <pc:sldChg chg="addSp modSp del mod">
        <pc:chgData name="Stefan Novaković" userId="48d5634ac72bd80c" providerId="LiveId" clId="{6AE7AB4C-AA62-4148-BDE1-997AD77D824D}" dt="2025-02-26T12:33:46.933" v="952" actId="47"/>
        <pc:sldMkLst>
          <pc:docMk/>
          <pc:sldMk cId="2142275219" sldId="399"/>
        </pc:sldMkLst>
      </pc:sldChg>
      <pc:sldChg chg="addSp modSp del mod">
        <pc:chgData name="Stefan Novaković" userId="48d5634ac72bd80c" providerId="LiveId" clId="{6AE7AB4C-AA62-4148-BDE1-997AD77D824D}" dt="2025-02-26T17:53:45.745" v="988" actId="47"/>
        <pc:sldMkLst>
          <pc:docMk/>
          <pc:sldMk cId="3018702927" sldId="400"/>
        </pc:sldMkLst>
      </pc:sldChg>
      <pc:sldChg chg="modSp del mod">
        <pc:chgData name="Stefan Novaković" userId="48d5634ac72bd80c" providerId="LiveId" clId="{6AE7AB4C-AA62-4148-BDE1-997AD77D824D}" dt="2025-02-26T17:53:53.982" v="989" actId="47"/>
        <pc:sldMkLst>
          <pc:docMk/>
          <pc:sldMk cId="601548193" sldId="401"/>
        </pc:sldMkLst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3128910295" sldId="402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128910295" sldId="402"/>
            <ac:spMk id="2" creationId="{D7D743E4-A24E-AFF5-BB27-A286D27D3471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128910295" sldId="402"/>
            <ac:spMk id="3" creationId="{82150948-6FCD-17A7-2794-7CA95DE5C248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3122503218" sldId="403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122503218" sldId="403"/>
            <ac:spMk id="2" creationId="{08A78BA3-8578-4E02-37A8-BD22FBB43B8F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122503218" sldId="403"/>
            <ac:spMk id="3" creationId="{1B3970D8-F4D2-74B4-B806-73492DE38DAF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1717282671" sldId="404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717282671" sldId="404"/>
            <ac:spMk id="2" creationId="{6B2E5AAD-5A60-22D4-626C-133B713E5211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717282671" sldId="404"/>
            <ac:spMk id="3" creationId="{E13F7C3E-B339-E01F-D670-88A6942AB630}"/>
          </ac:spMkLst>
        </pc:spChg>
      </pc:sldChg>
      <pc:sldChg chg="modSp mod">
        <pc:chgData name="Stefan Novaković" userId="48d5634ac72bd80c" providerId="LiveId" clId="{6AE7AB4C-AA62-4148-BDE1-997AD77D824D}" dt="2025-02-26T17:54:12.618" v="990" actId="6549"/>
        <pc:sldMkLst>
          <pc:docMk/>
          <pc:sldMk cId="2082583235" sldId="405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082583235" sldId="405"/>
            <ac:spMk id="2" creationId="{7C06A677-4257-83F9-179D-528EE6745CD3}"/>
          </ac:spMkLst>
        </pc:spChg>
        <pc:spChg chg="mod">
          <ac:chgData name="Stefan Novaković" userId="48d5634ac72bd80c" providerId="LiveId" clId="{6AE7AB4C-AA62-4148-BDE1-997AD77D824D}" dt="2025-02-26T17:54:12.618" v="990" actId="6549"/>
          <ac:spMkLst>
            <pc:docMk/>
            <pc:sldMk cId="2082583235" sldId="405"/>
            <ac:spMk id="3" creationId="{ADCAEEA2-F788-CE72-DFD2-05B8254F7838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868051008" sldId="406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868051008" sldId="406"/>
            <ac:spMk id="2" creationId="{3E51F518-B16F-A7C9-C2A2-9B640AE36871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868051008" sldId="406"/>
            <ac:spMk id="3" creationId="{39C58688-7F3D-8423-6CAE-DCCF568772A1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868051008" sldId="406"/>
            <ac:spMk id="6" creationId="{0868E2DA-92A9-E683-3DC1-F644090C7832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2655958849" sldId="407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655958849" sldId="407"/>
            <ac:spMk id="2" creationId="{66F3528D-8FA7-BFB0-FF25-213ACE00F406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655958849" sldId="407"/>
            <ac:spMk id="3" creationId="{2DFD3993-A08F-26D9-A3FF-DF454040B0A4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655958849" sldId="407"/>
            <ac:spMk id="4" creationId="{200525ED-05A4-B54F-6336-289A4CF009CA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655958849" sldId="407"/>
            <ac:spMk id="5" creationId="{055A3D5D-8840-170B-B7EE-65829C0886FA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655958849" sldId="407"/>
            <ac:spMk id="6" creationId="{EE490F4F-BB82-CCAF-D84F-AA949EBDC447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1347425418" sldId="409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347425418" sldId="409"/>
            <ac:spMk id="2" creationId="{B1D30F81-48CC-B0CB-7E65-8F37BF2A67D2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347425418" sldId="409"/>
            <ac:spMk id="3" creationId="{831E6008-73E1-6486-30F4-069FDA550B93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1984928229" sldId="410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984928229" sldId="410"/>
            <ac:spMk id="2" creationId="{7E02D87B-6AA2-6650-1135-555EFB8FFE99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984928229" sldId="410"/>
            <ac:spMk id="3" creationId="{4C999727-3936-2BB9-03B8-0F30BBF35DA8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984928229" sldId="410"/>
            <ac:spMk id="4" creationId="{EE45349B-3C66-0671-FC4E-10A2153735E8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984928229" sldId="410"/>
            <ac:spMk id="6" creationId="{8C3C3585-26B0-3A95-1F4A-2459B13179B5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984928229" sldId="410"/>
            <ac:spMk id="7" creationId="{45326BB2-59DA-B8D1-167D-6CCFD058A44F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984928229" sldId="410"/>
            <ac:spMk id="22" creationId="{E22E72AA-D2ED-DEFA-15F0-CBB16FD4A4D9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984928229" sldId="410"/>
            <ac:spMk id="23" creationId="{F63096D5-F24C-569B-E7C7-D5AB17004922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984928229" sldId="410"/>
            <ac:spMk id="26" creationId="{C4204BD1-3972-9A7D-DFB5-24F8E73749A9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1642921853" sldId="411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642921853" sldId="411"/>
            <ac:spMk id="2" creationId="{2A5BBDAC-77E6-2CB9-CC11-C472D65F7792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1642921853" sldId="411"/>
            <ac:spMk id="3" creationId="{9CEEB55E-5F36-68A6-037A-243DD02280CB}"/>
          </ac:spMkLst>
        </pc:spChg>
      </pc:sldChg>
      <pc:sldChg chg="modSp mod modAnim">
        <pc:chgData name="Stefan Novaković" userId="48d5634ac72bd80c" providerId="LiveId" clId="{6AE7AB4C-AA62-4148-BDE1-997AD77D824D}" dt="2025-02-26T14:17:59.964" v="970" actId="20577"/>
        <pc:sldMkLst>
          <pc:docMk/>
          <pc:sldMk cId="2297169661" sldId="412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297169661" sldId="412"/>
            <ac:spMk id="2" creationId="{2A5BBDAC-77E6-2CB9-CC11-C472D65F7792}"/>
          </ac:spMkLst>
        </pc:spChg>
        <pc:spChg chg="mod">
          <ac:chgData name="Stefan Novaković" userId="48d5634ac72bd80c" providerId="LiveId" clId="{6AE7AB4C-AA62-4148-BDE1-997AD77D824D}" dt="2025-02-26T14:17:59.964" v="970" actId="20577"/>
          <ac:spMkLst>
            <pc:docMk/>
            <pc:sldMk cId="2297169661" sldId="412"/>
            <ac:spMk id="3" creationId="{9CEEB55E-5F36-68A6-037A-243DD02280CB}"/>
          </ac:spMkLst>
        </pc:spChg>
      </pc:sldChg>
      <pc:sldChg chg="modSp mod">
        <pc:chgData name="Stefan Novaković" userId="48d5634ac72bd80c" providerId="LiveId" clId="{6AE7AB4C-AA62-4148-BDE1-997AD77D824D}" dt="2025-03-03T18:49:54.099" v="1014" actId="20577"/>
        <pc:sldMkLst>
          <pc:docMk/>
          <pc:sldMk cId="3200504236" sldId="413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200504236" sldId="413"/>
            <ac:spMk id="2" creationId="{2A5BBDAC-77E6-2CB9-CC11-C472D65F7792}"/>
          </ac:spMkLst>
        </pc:spChg>
        <pc:spChg chg="mod">
          <ac:chgData name="Stefan Novaković" userId="48d5634ac72bd80c" providerId="LiveId" clId="{6AE7AB4C-AA62-4148-BDE1-997AD77D824D}" dt="2025-03-03T18:49:54.099" v="1014" actId="20577"/>
          <ac:spMkLst>
            <pc:docMk/>
            <pc:sldMk cId="3200504236" sldId="413"/>
            <ac:spMk id="3" creationId="{9CEEB55E-5F36-68A6-037A-243DD02280CB}"/>
          </ac:spMkLst>
        </pc:spChg>
      </pc:sldChg>
      <pc:sldChg chg="modSp mod">
        <pc:chgData name="Stefan Novaković" userId="48d5634ac72bd80c" providerId="LiveId" clId="{6AE7AB4C-AA62-4148-BDE1-997AD77D824D}" dt="2025-02-26T11:52:42.634" v="409" actId="790"/>
        <pc:sldMkLst>
          <pc:docMk/>
          <pc:sldMk cId="3963438831" sldId="414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963438831" sldId="414"/>
            <ac:spMk id="2" creationId="{2A5BBDAC-77E6-2CB9-CC11-C472D65F7792}"/>
          </ac:spMkLst>
        </pc:spChg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3963438831" sldId="414"/>
            <ac:spMk id="3" creationId="{9CEEB55E-5F36-68A6-037A-243DD02280CB}"/>
          </ac:spMkLst>
        </pc:spChg>
      </pc:sldChg>
      <pc:sldChg chg="modSp mod">
        <pc:chgData name="Stefan Novaković" userId="48d5634ac72bd80c" providerId="LiveId" clId="{6AE7AB4C-AA62-4148-BDE1-997AD77D824D}" dt="2025-03-03T18:49:40.223" v="1008" actId="20577"/>
        <pc:sldMkLst>
          <pc:docMk/>
          <pc:sldMk cId="2154749547" sldId="415"/>
        </pc:sldMkLst>
        <pc:spChg chg="mod">
          <ac:chgData name="Stefan Novaković" userId="48d5634ac72bd80c" providerId="LiveId" clId="{6AE7AB4C-AA62-4148-BDE1-997AD77D824D}" dt="2025-02-26T11:52:42.634" v="409" actId="790"/>
          <ac:spMkLst>
            <pc:docMk/>
            <pc:sldMk cId="2154749547" sldId="415"/>
            <ac:spMk id="2" creationId="{2A5BBDAC-77E6-2CB9-CC11-C472D65F7792}"/>
          </ac:spMkLst>
        </pc:spChg>
        <pc:spChg chg="mod">
          <ac:chgData name="Stefan Novaković" userId="48d5634ac72bd80c" providerId="LiveId" clId="{6AE7AB4C-AA62-4148-BDE1-997AD77D824D}" dt="2025-03-03T18:49:40.223" v="1008" actId="20577"/>
          <ac:spMkLst>
            <pc:docMk/>
            <pc:sldMk cId="2154749547" sldId="415"/>
            <ac:spMk id="3" creationId="{9CEEB55E-5F36-68A6-037A-243DD02280CB}"/>
          </ac:spMkLst>
        </pc:spChg>
      </pc:sldChg>
      <pc:sldChg chg="add">
        <pc:chgData name="Stefan Novaković" userId="48d5634ac72bd80c" providerId="LiveId" clId="{6AE7AB4C-AA62-4148-BDE1-997AD77D824D}" dt="2025-02-26T11:59:25.882" v="608"/>
        <pc:sldMkLst>
          <pc:docMk/>
          <pc:sldMk cId="803835112" sldId="416"/>
        </pc:sldMkLst>
      </pc:sldChg>
      <pc:sldChg chg="addSp delSp modSp add mod">
        <pc:chgData name="Stefan Novaković" userId="48d5634ac72bd80c" providerId="LiveId" clId="{6AE7AB4C-AA62-4148-BDE1-997AD77D824D}" dt="2025-02-26T12:28:55.321" v="819" actId="20577"/>
        <pc:sldMkLst>
          <pc:docMk/>
          <pc:sldMk cId="233783495" sldId="417"/>
        </pc:sldMkLst>
        <pc:spChg chg="add mod">
          <ac:chgData name="Stefan Novaković" userId="48d5634ac72bd80c" providerId="LiveId" clId="{6AE7AB4C-AA62-4148-BDE1-997AD77D824D}" dt="2025-02-26T12:16:00.735" v="804" actId="1076"/>
          <ac:spMkLst>
            <pc:docMk/>
            <pc:sldMk cId="233783495" sldId="417"/>
            <ac:spMk id="6" creationId="{A9CEAAEA-C76A-D876-ED1A-A6CE823C4947}"/>
          </ac:spMkLst>
        </pc:spChg>
        <pc:spChg chg="add mod">
          <ac:chgData name="Stefan Novaković" userId="48d5634ac72bd80c" providerId="LiveId" clId="{6AE7AB4C-AA62-4148-BDE1-997AD77D824D}" dt="2025-02-26T12:28:55.321" v="819" actId="20577"/>
          <ac:spMkLst>
            <pc:docMk/>
            <pc:sldMk cId="233783495" sldId="417"/>
            <ac:spMk id="9" creationId="{1B8DFF23-FCE6-5035-D301-A8F5DC4D5C6D}"/>
          </ac:spMkLst>
        </pc:spChg>
        <pc:picChg chg="add mod">
          <ac:chgData name="Stefan Novaković" userId="48d5634ac72bd80c" providerId="LiveId" clId="{6AE7AB4C-AA62-4148-BDE1-997AD77D824D}" dt="2025-02-26T11:59:58.269" v="612" actId="1076"/>
          <ac:picMkLst>
            <pc:docMk/>
            <pc:sldMk cId="233783495" sldId="417"/>
            <ac:picMk id="5" creationId="{57129EF0-19BB-4079-088B-BB811B2E16D5}"/>
          </ac:picMkLst>
        </pc:picChg>
      </pc:sldChg>
      <pc:sldChg chg="addSp delSp modSp add mod ord">
        <pc:chgData name="Stefan Novaković" userId="48d5634ac72bd80c" providerId="LiveId" clId="{6AE7AB4C-AA62-4148-BDE1-997AD77D824D}" dt="2025-02-26T12:31:51.545" v="838" actId="20577"/>
        <pc:sldMkLst>
          <pc:docMk/>
          <pc:sldMk cId="791088228" sldId="418"/>
        </pc:sldMkLst>
        <pc:spChg chg="add mod">
          <ac:chgData name="Stefan Novaković" userId="48d5634ac72bd80c" providerId="LiveId" clId="{6AE7AB4C-AA62-4148-BDE1-997AD77D824D}" dt="2025-02-26T12:14:41.501" v="785" actId="1076"/>
          <ac:spMkLst>
            <pc:docMk/>
            <pc:sldMk cId="791088228" sldId="418"/>
            <ac:spMk id="8" creationId="{64C545EE-6DBC-F924-2B49-8C9271D76FC6}"/>
          </ac:spMkLst>
        </pc:spChg>
        <pc:spChg chg="mod">
          <ac:chgData name="Stefan Novaković" userId="48d5634ac72bd80c" providerId="LiveId" clId="{6AE7AB4C-AA62-4148-BDE1-997AD77D824D}" dt="2025-02-26T12:31:51.545" v="838" actId="20577"/>
          <ac:spMkLst>
            <pc:docMk/>
            <pc:sldMk cId="791088228" sldId="418"/>
            <ac:spMk id="9" creationId="{6DBCB1C6-AF9A-0230-E931-FBAC973D3FE8}"/>
          </ac:spMkLst>
        </pc:spChg>
        <pc:picChg chg="add mod">
          <ac:chgData name="Stefan Novaković" userId="48d5634ac72bd80c" providerId="LiveId" clId="{6AE7AB4C-AA62-4148-BDE1-997AD77D824D}" dt="2025-02-26T12:14:37.663" v="783" actId="1076"/>
          <ac:picMkLst>
            <pc:docMk/>
            <pc:sldMk cId="791088228" sldId="418"/>
            <ac:picMk id="7" creationId="{F486D1E6-1219-6055-5014-9CE038945EDC}"/>
          </ac:picMkLst>
        </pc:picChg>
      </pc:sldChg>
      <pc:sldChg chg="addSp delSp modSp add mod">
        <pc:chgData name="Stefan Novaković" userId="48d5634ac72bd80c" providerId="LiveId" clId="{6AE7AB4C-AA62-4148-BDE1-997AD77D824D}" dt="2025-02-26T12:31:49.320" v="837" actId="115"/>
        <pc:sldMkLst>
          <pc:docMk/>
          <pc:sldMk cId="1356185126" sldId="419"/>
        </pc:sldMkLst>
        <pc:spChg chg="add mod">
          <ac:chgData name="Stefan Novaković" userId="48d5634ac72bd80c" providerId="LiveId" clId="{6AE7AB4C-AA62-4148-BDE1-997AD77D824D}" dt="2025-02-26T12:31:00.860" v="828" actId="20577"/>
          <ac:spMkLst>
            <pc:docMk/>
            <pc:sldMk cId="1356185126" sldId="419"/>
            <ac:spMk id="6" creationId="{15F8A9D3-4509-BAB6-AF16-E4C9A383E95B}"/>
          </ac:spMkLst>
        </pc:spChg>
        <pc:spChg chg="mod">
          <ac:chgData name="Stefan Novaković" userId="48d5634ac72bd80c" providerId="LiveId" clId="{6AE7AB4C-AA62-4148-BDE1-997AD77D824D}" dt="2025-02-26T12:31:49.320" v="837" actId="115"/>
          <ac:spMkLst>
            <pc:docMk/>
            <pc:sldMk cId="1356185126" sldId="419"/>
            <ac:spMk id="9" creationId="{5EB6EC2E-1029-F833-0675-2FB8C492E295}"/>
          </ac:spMkLst>
        </pc:spChg>
        <pc:picChg chg="add mod">
          <ac:chgData name="Stefan Novaković" userId="48d5634ac72bd80c" providerId="LiveId" clId="{6AE7AB4C-AA62-4148-BDE1-997AD77D824D}" dt="2025-02-26T12:30:59.493" v="826" actId="1076"/>
          <ac:picMkLst>
            <pc:docMk/>
            <pc:sldMk cId="1356185126" sldId="419"/>
            <ac:picMk id="5" creationId="{E75CEC70-75E8-4174-D5BC-30678753967F}"/>
          </ac:picMkLst>
        </pc:picChg>
      </pc:sldChg>
      <pc:sldChg chg="add">
        <pc:chgData name="Stefan Novaković" userId="48d5634ac72bd80c" providerId="LiveId" clId="{6AE7AB4C-AA62-4148-BDE1-997AD77D824D}" dt="2025-02-26T17:53:44.675" v="987"/>
        <pc:sldMkLst>
          <pc:docMk/>
          <pc:sldMk cId="783721775" sldId="420"/>
        </pc:sldMkLst>
      </pc:sldChg>
      <pc:sldChg chg="addSp delSp modSp add mod addAnim delAnim">
        <pc:chgData name="Stefan Novaković" userId="48d5634ac72bd80c" providerId="LiveId" clId="{6AE7AB4C-AA62-4148-BDE1-997AD77D824D}" dt="2025-03-03T18:52:16.684" v="1158" actId="1076"/>
        <pc:sldMkLst>
          <pc:docMk/>
          <pc:sldMk cId="3309252773" sldId="421"/>
        </pc:sldMkLst>
        <pc:spChg chg="add del mod">
          <ac:chgData name="Stefan Novaković" userId="48d5634ac72bd80c" providerId="LiveId" clId="{6AE7AB4C-AA62-4148-BDE1-997AD77D824D}" dt="2025-03-03T18:51:53.214" v="1130" actId="6549"/>
          <ac:spMkLst>
            <pc:docMk/>
            <pc:sldMk cId="3309252773" sldId="421"/>
            <ac:spMk id="3" creationId="{62366EC9-00F6-6D2F-4FD4-75201D6241F9}"/>
          </ac:spMkLst>
        </pc:spChg>
        <pc:spChg chg="del">
          <ac:chgData name="Stefan Novaković" userId="48d5634ac72bd80c" providerId="LiveId" clId="{6AE7AB4C-AA62-4148-BDE1-997AD77D824D}" dt="2025-03-03T18:51:56.501" v="1132" actId="478"/>
          <ac:spMkLst>
            <pc:docMk/>
            <pc:sldMk cId="3309252773" sldId="421"/>
            <ac:spMk id="4" creationId="{B9B3F0A4-84C6-AB26-2413-97782D8E6A0E}"/>
          </ac:spMkLst>
        </pc:spChg>
        <pc:spChg chg="mod">
          <ac:chgData name="Stefan Novaković" userId="48d5634ac72bd80c" providerId="LiveId" clId="{6AE7AB4C-AA62-4148-BDE1-997AD77D824D}" dt="2025-03-03T18:52:16.684" v="1158" actId="1076"/>
          <ac:spMkLst>
            <pc:docMk/>
            <pc:sldMk cId="3309252773" sldId="421"/>
            <ac:spMk id="6" creationId="{C09629F5-EA22-6FEB-79ED-FE757C5C3CCB}"/>
          </ac:spMkLst>
        </pc:spChg>
        <pc:spChg chg="del">
          <ac:chgData name="Stefan Novaković" userId="48d5634ac72bd80c" providerId="LiveId" clId="{6AE7AB4C-AA62-4148-BDE1-997AD77D824D}" dt="2025-03-03T18:51:57.446" v="1133" actId="478"/>
          <ac:spMkLst>
            <pc:docMk/>
            <pc:sldMk cId="3309252773" sldId="421"/>
            <ac:spMk id="7" creationId="{105058A5-A018-B33F-958C-31D6F14133CA}"/>
          </ac:spMkLst>
        </pc:spChg>
        <pc:spChg chg="add del mod">
          <ac:chgData name="Stefan Novaković" userId="48d5634ac72bd80c" providerId="LiveId" clId="{6AE7AB4C-AA62-4148-BDE1-997AD77D824D}" dt="2025-03-03T18:51:50.229" v="1129" actId="478"/>
          <ac:spMkLst>
            <pc:docMk/>
            <pc:sldMk cId="3309252773" sldId="421"/>
            <ac:spMk id="8" creationId="{1E9B9D58-2081-6C4A-9E0B-0BFE469145DB}"/>
          </ac:spMkLst>
        </pc:spChg>
        <pc:spChg chg="del">
          <ac:chgData name="Stefan Novaković" userId="48d5634ac72bd80c" providerId="LiveId" clId="{6AE7AB4C-AA62-4148-BDE1-997AD77D824D}" dt="2025-03-03T18:51:58.984" v="1136" actId="478"/>
          <ac:spMkLst>
            <pc:docMk/>
            <pc:sldMk cId="3309252773" sldId="421"/>
            <ac:spMk id="22" creationId="{9218316F-24E1-13D8-2D15-7C0BB6AC295E}"/>
          </ac:spMkLst>
        </pc:spChg>
        <pc:spChg chg="del">
          <ac:chgData name="Stefan Novaković" userId="48d5634ac72bd80c" providerId="LiveId" clId="{6AE7AB4C-AA62-4148-BDE1-997AD77D824D}" dt="2025-03-03T18:51:59.271" v="1137" actId="478"/>
          <ac:spMkLst>
            <pc:docMk/>
            <pc:sldMk cId="3309252773" sldId="421"/>
            <ac:spMk id="23" creationId="{5EE449FB-0209-31A4-C295-8A7523B37F2C}"/>
          </ac:spMkLst>
        </pc:spChg>
        <pc:spChg chg="add del">
          <ac:chgData name="Stefan Novaković" userId="48d5634ac72bd80c" providerId="LiveId" clId="{6AE7AB4C-AA62-4148-BDE1-997AD77D824D}" dt="2025-03-03T18:51:55.491" v="1131" actId="478"/>
          <ac:spMkLst>
            <pc:docMk/>
            <pc:sldMk cId="3309252773" sldId="421"/>
            <ac:spMk id="26" creationId="{DF9235C7-F6C6-E2C9-8650-6C5AFAE5B1A2}"/>
          </ac:spMkLst>
        </pc:spChg>
        <pc:cxnChg chg="del mod">
          <ac:chgData name="Stefan Novaković" userId="48d5634ac72bd80c" providerId="LiveId" clId="{6AE7AB4C-AA62-4148-BDE1-997AD77D824D}" dt="2025-03-03T18:51:58.651" v="1135" actId="478"/>
          <ac:cxnSpMkLst>
            <pc:docMk/>
            <pc:sldMk cId="3309252773" sldId="421"/>
            <ac:cxnSpMk id="11" creationId="{CB88D494-FC39-DFAC-A450-218E980825F6}"/>
          </ac:cxnSpMkLst>
        </pc:cxnChg>
        <pc:cxnChg chg="del mod">
          <ac:chgData name="Stefan Novaković" userId="48d5634ac72bd80c" providerId="LiveId" clId="{6AE7AB4C-AA62-4148-BDE1-997AD77D824D}" dt="2025-03-03T18:51:58.209" v="1134" actId="478"/>
          <ac:cxnSpMkLst>
            <pc:docMk/>
            <pc:sldMk cId="3309252773" sldId="421"/>
            <ac:cxnSpMk id="13" creationId="{785B5828-B541-494C-A422-F2D078282A0F}"/>
          </ac:cxnSpMkLst>
        </pc:cxnChg>
        <pc:cxnChg chg="del">
          <ac:chgData name="Stefan Novaković" userId="48d5634ac72bd80c" providerId="LiveId" clId="{6AE7AB4C-AA62-4148-BDE1-997AD77D824D}" dt="2025-03-03T18:52:01.779" v="1141" actId="478"/>
          <ac:cxnSpMkLst>
            <pc:docMk/>
            <pc:sldMk cId="3309252773" sldId="421"/>
            <ac:cxnSpMk id="27" creationId="{8515DC6E-B7CC-B64F-B534-09BF24177DBC}"/>
          </ac:cxnSpMkLst>
        </pc:cxnChg>
        <pc:cxnChg chg="del">
          <ac:chgData name="Stefan Novaković" userId="48d5634ac72bd80c" providerId="LiveId" clId="{6AE7AB4C-AA62-4148-BDE1-997AD77D824D}" dt="2025-03-03T18:52:01.215" v="1140" actId="478"/>
          <ac:cxnSpMkLst>
            <pc:docMk/>
            <pc:sldMk cId="3309252773" sldId="421"/>
            <ac:cxnSpMk id="29" creationId="{558075DA-AFEB-B946-B479-F142B2DA1479}"/>
          </ac:cxnSpMkLst>
        </pc:cxnChg>
        <pc:cxnChg chg="del">
          <ac:chgData name="Stefan Novaković" userId="48d5634ac72bd80c" providerId="LiveId" clId="{6AE7AB4C-AA62-4148-BDE1-997AD77D824D}" dt="2025-03-03T18:52:00.564" v="1139" actId="478"/>
          <ac:cxnSpMkLst>
            <pc:docMk/>
            <pc:sldMk cId="3309252773" sldId="421"/>
            <ac:cxnSpMk id="33" creationId="{C7B7A34A-0872-BB80-9787-3EA79364D4A0}"/>
          </ac:cxnSpMkLst>
        </pc:cxnChg>
        <pc:cxnChg chg="del">
          <ac:chgData name="Stefan Novaković" userId="48d5634ac72bd80c" providerId="LiveId" clId="{6AE7AB4C-AA62-4148-BDE1-997AD77D824D}" dt="2025-03-03T18:51:59.971" v="1138" actId="478"/>
          <ac:cxnSpMkLst>
            <pc:docMk/>
            <pc:sldMk cId="3309252773" sldId="421"/>
            <ac:cxnSpMk id="35" creationId="{7BBBA680-5945-DBEE-FD5D-430CF39EC66E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53FD0D-53EA-4156-87B3-00DE8A27B9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77B1C3-D0FD-418E-8F92-166EA49A40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CC2C5-AC71-4AC6-9D56-24920C502298}" type="datetimeFigureOut">
              <a:rPr lang="sr-Latn-BA" smtClean="0"/>
              <a:t>3.3.2025.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D16ABB-E343-4BB2-BC10-2EC9D6418A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6FBE67-D0B6-45EF-B3C7-FA4ED7B724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5D60E-2914-4885-B08E-45DED078B390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148881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49CC56-C9D4-41BA-8806-E3F46E7A213B}" type="datetimeFigureOut">
              <a:rPr lang="sr-Latn-BA" smtClean="0"/>
              <a:t>3.3.2025.</a:t>
            </a:fld>
            <a:endParaRPr lang="sr-Latn-B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Latn-B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C36ED-5897-49D7-8DBE-3249514D1EC4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075453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954356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26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370966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BB495-8666-7AB0-AF97-B138D4E12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E7273B-C11B-5A03-C666-8BF22DB0AA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C3A95B-6F79-27D7-D051-BF68FBB9F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B6637-3367-84EF-3EAE-54B9C1019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52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568631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40A06-638B-8FBF-9EF0-8333FB679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A0DA64-AD25-A211-45AA-D08B2EFCB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4A2AEC-FCD6-8DF0-1E76-C3D2B9AE5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D1B41-BB88-B22D-101D-6CC128B28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72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117705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2EC4A-530C-463F-95C3-E2EB00435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 anchor="b">
            <a:normAutofit/>
          </a:bodyPr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0F2FB-FB41-4CB7-B03A-5A03DF9AD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7C9BC-C56D-477A-97FE-CFFCD3C7E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3.3.2025.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97633-7597-4227-917A-60CE0BBD6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53615-2017-4B2A-B6AA-D94E90AD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582484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0AE6B-C71A-4C1B-A58B-DF561C681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sr-Latn-BA" noProof="1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BBBB3-4680-44DA-ACD5-5037B1BA1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  <a:lvl3pPr>
              <a:spcBef>
                <a:spcPts val="600"/>
              </a:spcBef>
              <a:spcAft>
                <a:spcPts val="600"/>
              </a:spcAft>
              <a:defRPr/>
            </a:lvl3pPr>
            <a:lvl4pPr>
              <a:spcBef>
                <a:spcPts val="600"/>
              </a:spcBef>
              <a:spcAft>
                <a:spcPts val="600"/>
              </a:spcAft>
              <a:defRPr/>
            </a:lvl4pPr>
            <a:lvl5pPr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sr-Latn-BA" noProof="1"/>
              <a:t>Click to edit Master text styles</a:t>
            </a:r>
          </a:p>
          <a:p>
            <a:pPr lvl="1"/>
            <a:r>
              <a:rPr lang="sr-Latn-BA" noProof="1"/>
              <a:t>Second level</a:t>
            </a:r>
          </a:p>
          <a:p>
            <a:pPr lvl="2"/>
            <a:r>
              <a:rPr lang="sr-Latn-BA" noProof="1"/>
              <a:t>Third level</a:t>
            </a:r>
          </a:p>
          <a:p>
            <a:pPr lvl="3"/>
            <a:r>
              <a:rPr lang="sr-Latn-BA" noProof="1"/>
              <a:t>Fourth level</a:t>
            </a:r>
          </a:p>
          <a:p>
            <a:pPr lvl="4"/>
            <a:r>
              <a:rPr lang="sr-Latn-BA" noProof="1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6E18A-1FDA-44D6-B937-3EF8E8864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3.3.2025.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01DBF-6FC7-4132-B53C-5F39D509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E1731-349D-4130-98EA-4572AFC9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AC23EB-4212-40AB-A49C-86B49E94DDA9}"/>
              </a:ext>
            </a:extLst>
          </p:cNvPr>
          <p:cNvSpPr/>
          <p:nvPr userDrawn="1"/>
        </p:nvSpPr>
        <p:spPr>
          <a:xfrm>
            <a:off x="933450" y="1463994"/>
            <a:ext cx="10515600" cy="45719"/>
          </a:xfrm>
          <a:prstGeom prst="rect">
            <a:avLst/>
          </a:prstGeom>
          <a:gradFill flip="none" rotWithShape="1">
            <a:gsLst>
              <a:gs pos="100000">
                <a:srgbClr val="FFDE57">
                  <a:alpha val="0"/>
                </a:srgbClr>
              </a:gs>
              <a:gs pos="0">
                <a:srgbClr val="FFC000">
                  <a:alpha val="99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420773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02C5C-802F-45C9-B5A7-A66CC88D7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D4D21-891B-4BC8-83BE-8D9ABAF2C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8D756-69C0-4FE1-8D7F-B6230B1E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3.3.2025.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5F3F9-7259-40E9-96FE-F4E653925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4AA99-9D3F-422E-A0DE-99DB6D297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85920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9217A-5537-4C89-AE43-B1A51A93D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97AA8-87DF-437B-80B8-5DD7603DD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D37DC-49FE-4401-9DF6-2AADCB7FD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FC9D9-C154-43E0-A9D8-8B627632D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3.3.2025.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67D34-A195-4FF5-AB5A-F1876AFCD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F3D23-EC8C-495A-880C-29723E0B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38039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6ED45-B90A-476B-9501-685308437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0B1D3-CF4B-48B6-B952-4B98A965A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77671-83D4-4347-BCDC-9109ACDB5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3D430-A307-4FC4-AF36-E73C3294A6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14753-39D8-4E10-8387-6D73E8E9A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9E62E2-35A8-41BA-9063-163C68B7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3.3.2025.</a:t>
            </a:fld>
            <a:endParaRPr lang="sr-Latn-B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0AAF9C-9B04-40AE-AE6B-BACB4231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E9DC54-993B-4AB1-BA6A-0D338220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97183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22C3-DC86-4EBD-874B-B826EAA0E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5E63F-D50E-431E-A45B-D5330EAB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3.3.2025.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391840-A27B-4A34-9C77-6E1C1EE89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7B2B0-78A3-4BD8-A3B7-8FB4C0FC3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113186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D03290-8FD0-4E42-938A-6FB02797C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3.3.2025.</a:t>
            </a:fld>
            <a:endParaRPr lang="sr-Latn-B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D01556-0B01-464D-9EBB-8CD71E05E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3B4E8-9982-4B39-BDE3-D07863F7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482704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FFCB2-3647-434C-8BB7-A00DA40A0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3C51B-018A-4F2A-A6E2-8DA84A299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E0313-A0E0-4F8C-B24A-C5C00AB21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64951-3CC5-403E-A700-6C271D590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3.3.2025.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2A1CB-6BB8-44FC-ACE6-A6CEBD1CA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C08A5-ED43-4EDF-926D-490BF182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85350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2E8B8-D8DA-4F20-877A-41C277D40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6A4D4B-63A4-4C27-81E9-36D821E746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ED0FE-09BE-4D94-9AB8-57D43FC34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FC025-7C63-42D3-91DD-E6C585C0C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3.3.2025.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48971-22F4-47DF-AB2D-F5AC4043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6BC86-F3B4-4339-B9A3-22AE1353F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1965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A0868-CD47-4812-86AD-CA040F94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1463F-30CC-45E2-A399-A3766663F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2760F-BEDA-4D12-BA74-AD403B2B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3.3.2025.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A38AC-C8FC-466C-B3F2-9E14F5F43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45C5E-0437-404A-840F-85FC067A8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8012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B052A9-9741-4C79-93A6-E0571DAFCF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455A5-BA97-48B5-AF75-45E4653B9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10C1F-031A-46D2-8B94-22F0BAEC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3.3.2025.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996DB-0E9D-4F0B-881F-07854D84D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370F0-CFEF-4B8D-B5F2-C5A7E30C8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784871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416CCB-F5F3-44D3-B67D-79D4DFD72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4F06D-072A-459E-9020-B40920A97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B6AF4-DB71-41A3-9FE7-E3FA462CB3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DB40B-0DB3-4FC3-BBF9-685DF91EB901}" type="datetimeFigureOut">
              <a:rPr lang="sr-Latn-BA" smtClean="0"/>
              <a:t>3.3.2025.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5A537-F9E8-4434-8B77-90DE4D90C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32ECE-36A6-4823-A12A-0712EB7F3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04895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trepo.tuni.fi/bitstream/handle/10024/114475/rutanen_1427.pdf?sequence=1&amp;isAllowed=y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gif"/><Relationship Id="rId5" Type="http://schemas.openxmlformats.org/officeDocument/2006/relationships/image" Target="../media/image49.gif"/><Relationship Id="rId4" Type="http://schemas.openxmlformats.org/officeDocument/2006/relationships/image" Target="../media/image87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54A-1EF9-4411-9599-80FE8C1B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801541"/>
            <a:ext cx="12192000" cy="2451347"/>
          </a:xfrm>
        </p:spPr>
        <p:txBody>
          <a:bodyPr/>
          <a:lstStyle/>
          <a:p>
            <a:r>
              <a:rPr lang="en-US" b="1" noProof="1"/>
              <a:t>Formalne metode u softverskom inženjerstvu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5EEB5-5D68-4E7E-B791-D67A4F98F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431098"/>
            <a:ext cx="12191999" cy="1616978"/>
          </a:xfrm>
        </p:spPr>
        <p:txBody>
          <a:bodyPr/>
          <a:lstStyle/>
          <a:p>
            <a:r>
              <a:rPr lang="en-US" b="1" noProof="1"/>
              <a:t>Analiza kompleksnosti algoritama</a:t>
            </a:r>
          </a:p>
        </p:txBody>
      </p:sp>
    </p:spTree>
    <p:extLst>
      <p:ext uri="{BB962C8B-B14F-4D97-AF65-F5344CB8AC3E}">
        <p14:creationId xmlns:p14="http://schemas.microsoft.com/office/powerpoint/2010/main" val="426644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83F5-C224-D4D7-5FA7-9F8A7D2A7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Literatura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944A0-7935-C026-3A4A-04A173BEC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noProof="1"/>
              <a:t>O-notation in Algorithm Analysis, Kalle Rutanen, doktorska teza (</a:t>
            </a:r>
            <a:r>
              <a:rPr lang="en-US" noProof="1">
                <a:hlinkClick r:id="rId2"/>
              </a:rPr>
              <a:t>https://trepo.tuni.fi/bitstream/handle/10024/114475/rutanen_1427.pdf?sequence=1&amp;isAllowed=y</a:t>
            </a:r>
            <a:r>
              <a:rPr lang="en-US" noProof="1"/>
              <a:t>)</a:t>
            </a:r>
          </a:p>
          <a:p>
            <a:pPr algn="just"/>
            <a:r>
              <a:rPr lang="en-US" noProof="1"/>
              <a:t>Prezentacija je izvedena na osnovu sadržaja iz navedene literature.</a:t>
            </a:r>
          </a:p>
          <a:p>
            <a:pPr algn="just"/>
            <a:r>
              <a:rPr lang="en-US" noProof="1"/>
              <a:t>Sadržaj ove prezentacije je prilagođen za nivo matematike koji je obrađen na dosadašnjim kursevima.</a:t>
            </a:r>
          </a:p>
          <a:p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75075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A6C24-1AA2-187D-DD39-7DF69B7CF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noProof="1"/>
              <a:t>Zašto nas interesuje analiza kompleksnosti algoritama?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0E484-003E-DF74-81CA-DE0F7162C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noProof="1"/>
              <a:t>Evaluacija performansi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noProof="1"/>
              <a:t>Adekvatniji odabir struktura podataka i algoritama za obradu istih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noProof="1"/>
              <a:t>Poređenje algoritama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noProof="1"/>
              <a:t>Razumijevanje ograničenja pri rješavanju problema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noProof="1"/>
              <a:t>Estimacija potrebnih resursa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noProof="1"/>
              <a:t>Dizajn algoritama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noProof="1"/>
              <a:t>Optimizacija postojećeg koda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noProof="1"/>
              <a:t>Analiza skalabilnosti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noProof="1"/>
              <a:t>Razumijevanje teorijskih osnova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noProof="1"/>
              <a:t>Razvoj vještina rješavanja problema</a:t>
            </a:r>
          </a:p>
        </p:txBody>
      </p:sp>
    </p:spTree>
    <p:extLst>
      <p:ext uri="{BB962C8B-B14F-4D97-AF65-F5344CB8AC3E}">
        <p14:creationId xmlns:p14="http://schemas.microsoft.com/office/powerpoint/2010/main" val="2774928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B5479-B7B6-F7D4-346E-5DA075892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Analiza kompleksnosti algoritama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4A8C3E-D5D2-AE33-343E-7F4CEE8C03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b="1" noProof="1"/>
                  <a:t>Algoritam </a:t>
                </a:r>
                <a:r>
                  <a:rPr lang="en-US" noProof="1"/>
                  <a:t>– smatraćemo da je to, neformalno, svaki konačan niz instrukcija koji se izvršava u konačnom broju koraka izračunavanja.</a:t>
                </a:r>
              </a:p>
              <a:p>
                <a:pPr algn="just"/>
                <a:r>
                  <a:rPr lang="en-US" noProof="1"/>
                  <a:t>Bitni </a:t>
                </a:r>
                <a:r>
                  <a:rPr lang="en-US" b="1" noProof="1"/>
                  <a:t>resursi za izračunavanje</a:t>
                </a:r>
                <a:r>
                  <a:rPr lang="en-US" noProof="1"/>
                  <a:t>: </a:t>
                </a:r>
                <a:r>
                  <a:rPr lang="en-US" b="1" noProof="1"/>
                  <a:t>vrijeme</a:t>
                </a:r>
                <a:r>
                  <a:rPr lang="en-US" noProof="1"/>
                  <a:t> i </a:t>
                </a:r>
                <a:r>
                  <a:rPr lang="en-US" b="1" noProof="1"/>
                  <a:t>memorijski prostor</a:t>
                </a:r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Vrijeme i zauzeće memorije zavise od ulaznih podataka.</a:t>
                </a:r>
              </a:p>
              <a:p>
                <a:pPr algn="just"/>
                <a:r>
                  <a:rPr lang="en-US" noProof="1"/>
                  <a:t>Vrijeme </a:t>
                </a:r>
                <a:r>
                  <a:rPr lang="en-US" noProof="1">
                    <a:sym typeface="Wingdings" panose="05000000000000000000" pitchFamily="2" charset="2"/>
                  </a:rPr>
                  <a:t> b</a:t>
                </a:r>
                <a:r>
                  <a:rPr lang="en-US" noProof="1"/>
                  <a:t>roj koraka izračunavanja (broj izvršenih instrukcija).</a:t>
                </a:r>
              </a:p>
              <a:p>
                <a:pPr algn="just"/>
                <a:r>
                  <a:rPr lang="en-US" noProof="1"/>
                  <a:t>Razmatramo algoritme za čiju se potrošnju resursa, koja zavisi od ulaznih podataka, mogu utvrditi ograničenja funkcijama iz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 (pozitivni nizovi).</a:t>
                </a:r>
              </a:p>
              <a:p>
                <a:pPr algn="just"/>
                <a:r>
                  <a:rPr lang="en-US" noProof="1"/>
                  <a:t>Argument tih funkcija nazivamo </a:t>
                </a:r>
                <a:r>
                  <a:rPr lang="en-US" b="1" noProof="1"/>
                  <a:t>veličina ulaza</a:t>
                </a:r>
                <a:r>
                  <a:rPr lang="en-US" noProof="1"/>
                  <a:t>.</a:t>
                </a:r>
                <a:endParaRPr lang="sr-Latn-BA" noProof="1"/>
              </a:p>
              <a:p>
                <a:pPr algn="just"/>
                <a:r>
                  <a:rPr lang="sr-Latn-BA" noProof="1"/>
                  <a:t>Za algoritme sa </a:t>
                </a:r>
                <a14:m>
                  <m:oMath xmlns:m="http://schemas.openxmlformats.org/officeDocument/2006/math">
                    <m:r>
                      <a:rPr lang="sr-Latn-BA" b="0" i="1" noProof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sr-Latn-BA" noProof="1"/>
                  <a:t> ulaza, možemo ist</a:t>
                </a:r>
                <a:r>
                  <a:rPr lang="en-US" noProof="1"/>
                  <a:t>o</a:t>
                </a:r>
                <a:r>
                  <a:rPr lang="sr-Latn-BA" noProof="1"/>
                  <a:t> razmatrati </a:t>
                </a:r>
                <a:r>
                  <a:rPr lang="en-US" noProof="1"/>
                  <a:t>funkcijama iz </a:t>
                </a:r>
                <a14:m>
                  <m:oMath xmlns:m="http://schemas.openxmlformats.org/officeDocument/2006/math">
                    <m:r>
                      <a:rPr lang="en-US" i="1" noProof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sr-Latn-BA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  <m:r>
                      <a:rPr lang="en-US" i="1" noProof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endParaRPr lang="en-US" b="1" noProof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4A8C3E-D5D2-AE33-343E-7F4CEE8C03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5146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5E23B-4C71-53A0-D9E4-35497807A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54932-8B8B-DFF9-61A3-B9DBF0EF3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Analiza kompleksnosti algoritama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C0D4C5-139F-FF26-07B5-5F8205935B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n-US" b="1" noProof="1"/>
                  <a:t>Primjer. </a:t>
                </a:r>
                <a:r>
                  <a:rPr lang="en-US" noProof="1"/>
                  <a:t>Odrediti vremensku kompleksnost datog algoritma.</a:t>
                </a:r>
              </a:p>
              <a:p>
                <a:pPr algn="just"/>
                <a:endParaRPr lang="en-US" b="1" noProof="1"/>
              </a:p>
              <a:p>
                <a:pPr algn="just"/>
                <a:endParaRPr lang="en-US" b="1" noProof="1"/>
              </a:p>
              <a:p>
                <a:pPr algn="just">
                  <a:spcBef>
                    <a:spcPts val="1800"/>
                  </a:spcBef>
                </a:pPr>
                <a:r>
                  <a:rPr lang="sr-Latn-BA" noProof="1"/>
                  <a:t>S</a:t>
                </a:r>
                <a:r>
                  <a:rPr lang="en-US" noProof="1"/>
                  <a:t>abiranje se vrši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noProof="1"/>
                  <a:t> puta. Uzimajući da je veličina ulaza </a:t>
                </a:r>
                <a:r>
                  <a:rPr lang="en-US" b="1" noProof="1">
                    <a:latin typeface="Consolas" panose="020B0609020204030204" pitchFamily="49" charset="0"/>
                  </a:rPr>
                  <a:t>n</a:t>
                </a:r>
                <a:r>
                  <a:rPr lang="en-US" noProof="1"/>
                  <a:t>, vremenska kompleksnost se može predstaviti kao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noProof="1"/>
                  <a:t>. Imamo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noProof="1"/>
                  <a:t> zbog konstantnog doprinosa, 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1"/>
                  <a:t> za svaku iteraciju petlje.</a:t>
                </a:r>
                <a:endParaRPr lang="en-US" i="1" noProof="1"/>
              </a:p>
              <a:p>
                <a:pPr algn="just"/>
                <a:r>
                  <a:rPr lang="en-US" noProof="1"/>
                  <a:t>Primijetimo da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noProof="1"/>
                  <a:t> raste sa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noProof="1"/>
                  <a:t>, te</a:t>
                </a:r>
                <a:r>
                  <a:rPr lang="sr-Latn-BA" noProof="1"/>
                  <a:t> eventualno</a:t>
                </a:r>
                <a:r>
                  <a:rPr lang="en-US" noProof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noProof="1"/>
                  <a:t> pri tome postaj</a:t>
                </a:r>
                <a:r>
                  <a:rPr lang="sr-Latn-BA" noProof="1"/>
                  <a:t>e</a:t>
                </a:r>
                <a:r>
                  <a:rPr lang="en-US" noProof="1"/>
                  <a:t> zanemarivo. Ono što nam je bitno je da ovo vrijeme raste linearno sa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noProof="1"/>
                  <a:t> – mo</a:t>
                </a:r>
                <a:r>
                  <a:rPr lang="sr-Latn-BA" noProof="1"/>
                  <a:t>žemo reći da je linearna funkcija </a:t>
                </a:r>
                <a14:m>
                  <m:oMath xmlns:m="http://schemas.openxmlformats.org/officeDocument/2006/math">
                    <m:r>
                      <a:rPr lang="en-US" i="1" noProof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sr-Latn-BA" noProof="1"/>
                  <a:t> vremenska kompleksnost.</a:t>
                </a:r>
                <a:endParaRPr lang="en-US" noProof="1"/>
              </a:p>
              <a:p>
                <a:pPr algn="just"/>
                <a:r>
                  <a:rPr lang="en-US" noProof="1"/>
                  <a:t>Konkretne vrijednosti za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noProof="1"/>
                  <a:t>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1"/>
                  <a:t> zavise od hardvera, kompajlera i izvršnog okruženja. Nas interesuje ono što važi bez obzira na hardver, a to je, u ovom slučaju, linearni rast. U nastavku ćemo ovo formalizovati.</a:t>
                </a:r>
              </a:p>
              <a:p>
                <a:pPr algn="just"/>
                <a:endParaRPr lang="en-US" b="1" noProof="1"/>
              </a:p>
              <a:p>
                <a:pPr marL="0" indent="0" algn="just">
                  <a:buNone/>
                </a:pPr>
                <a:endParaRPr lang="en-US" b="1" noProof="1"/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C0D4C5-139F-FF26-07B5-5F8205935B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221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BB62B41-6673-4C6C-1D80-CECE07204F21}"/>
              </a:ext>
            </a:extLst>
          </p:cNvPr>
          <p:cNvSpPr txBox="1"/>
          <p:nvPr/>
        </p:nvSpPr>
        <p:spPr>
          <a:xfrm>
            <a:off x="8949124" y="1239774"/>
            <a:ext cx="2259650" cy="18466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noProof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noProof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600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600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600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</a:p>
          <a:p>
            <a:r>
              <a:rPr lang="en-US" sz="1600" b="0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600" b="1" noProof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1" noProof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600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600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600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600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endParaRPr lang="en-US" sz="1600" b="1" noProof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600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600" b="1" noProof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1" noProof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endParaRPr lang="en-US" sz="1600" b="1" noProof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486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2C94D-6AEE-4D78-F351-71256B9C6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B0C70-BC0A-5A5F-EC97-928BB3111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Vizualizacija funkcija razli</a:t>
            </a:r>
            <a:r>
              <a:rPr lang="en-US" noProof="1">
                <a:solidFill>
                  <a:prstClr val="black"/>
                </a:solidFill>
                <a:latin typeface="Calibri" panose="020F0502020204030204"/>
              </a:rPr>
              <a:t>čitog stepena rasta</a:t>
            </a:r>
            <a:endParaRPr lang="en-US" noProof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061A0-FDAC-37F5-B2E6-765A3287B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noProof="1"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noProof="1"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b="1" noProof="1">
              <a:ea typeface="Cambria Math" panose="02040503050406030204" pitchFamily="18" charset="0"/>
            </a:endParaRPr>
          </a:p>
          <a:p>
            <a:pPr algn="just"/>
            <a:endParaRPr lang="en-US" noProof="1">
              <a:ea typeface="Cambria Math" panose="02040503050406030204" pitchFamily="18" charset="0"/>
            </a:endParaRPr>
          </a:p>
        </p:txBody>
      </p:sp>
      <p:pic>
        <p:nvPicPr>
          <p:cNvPr id="9" name="Picture 8" descr="A line graph with different colored lines&#10;&#10;Description automatically generated">
            <a:extLst>
              <a:ext uri="{FF2B5EF4-FFF2-40B4-BE49-F238E27FC236}">
                <a16:creationId xmlns:a16="http://schemas.microsoft.com/office/drawing/2014/main" id="{A982315C-77FF-C140-02A7-E35C7DAFFD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972" y="2317118"/>
            <a:ext cx="6522056" cy="33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590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52155-961A-9489-11DA-154F3221F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DDB31-BA35-8CE1-D188-AF9252074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Vizualizacija funkcija razli</a:t>
            </a:r>
            <a:r>
              <a:rPr lang="en-US" noProof="1">
                <a:solidFill>
                  <a:prstClr val="black"/>
                </a:solidFill>
                <a:latin typeface="Calibri" panose="020F0502020204030204"/>
              </a:rPr>
              <a:t>čitog stepena rasta</a:t>
            </a:r>
            <a:endParaRPr lang="en-US" noProof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3F1DE-289B-BA01-CF14-449D7EAD8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noProof="1"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noProof="1"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b="1" noProof="1">
              <a:ea typeface="Cambria Math" panose="02040503050406030204" pitchFamily="18" charset="0"/>
            </a:endParaRPr>
          </a:p>
          <a:p>
            <a:pPr algn="just"/>
            <a:endParaRPr lang="en-US" noProof="1">
              <a:ea typeface="Cambria Math" panose="02040503050406030204" pitchFamily="18" charset="0"/>
            </a:endParaRPr>
          </a:p>
        </p:txBody>
      </p:sp>
      <p:pic>
        <p:nvPicPr>
          <p:cNvPr id="5" name="Picture 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FE125A30-3EC7-A0D9-106D-D8AE591C5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753" y="2317118"/>
            <a:ext cx="6652493" cy="336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374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E2EC3-B65A-6B04-88CB-9955F6474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E0B9A-8FD3-EF7F-26DB-E19951211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Vizualizacija funkcija razli</a:t>
            </a:r>
            <a:r>
              <a:rPr lang="en-US" noProof="1">
                <a:solidFill>
                  <a:prstClr val="black"/>
                </a:solidFill>
                <a:latin typeface="Calibri" panose="020F0502020204030204"/>
              </a:rPr>
              <a:t>čitog stepena rasta</a:t>
            </a:r>
            <a:endParaRPr lang="en-US" noProof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52E64-B725-B64C-122C-A748E4D07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noProof="1"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noProof="1"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b="1" noProof="1">
              <a:ea typeface="Cambria Math" panose="02040503050406030204" pitchFamily="18" charset="0"/>
            </a:endParaRPr>
          </a:p>
          <a:p>
            <a:pPr algn="just"/>
            <a:endParaRPr lang="en-US" noProof="1">
              <a:ea typeface="Cambria Math" panose="02040503050406030204" pitchFamily="18" charset="0"/>
            </a:endParaRPr>
          </a:p>
        </p:txBody>
      </p:sp>
      <p:pic>
        <p:nvPicPr>
          <p:cNvPr id="8" name="Picture 7" descr="A graph of a number of objects&#10;&#10;Description automatically generated">
            <a:extLst>
              <a:ext uri="{FF2B5EF4-FFF2-40B4-BE49-F238E27FC236}">
                <a16:creationId xmlns:a16="http://schemas.microsoft.com/office/drawing/2014/main" id="{DFBAF270-6848-3C57-E5DB-78706ADB1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193" y="2338015"/>
            <a:ext cx="6361613" cy="332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835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9CF0A-75A2-6781-ECED-F1583734D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7AB71-F3D2-CA92-5BE9-E4A62B68A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Vizualizacija funkcija razli</a:t>
            </a:r>
            <a:r>
              <a:rPr lang="en-US" noProof="1">
                <a:solidFill>
                  <a:prstClr val="black"/>
                </a:solidFill>
                <a:latin typeface="Calibri" panose="020F0502020204030204"/>
              </a:rPr>
              <a:t>čitog stepena rasta</a:t>
            </a:r>
            <a:endParaRPr lang="en-US" noProof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9CC70-19E6-A3A0-E1DA-97C39E82D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noProof="1"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noProof="1"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b="1" noProof="1">
              <a:ea typeface="Cambria Math" panose="02040503050406030204" pitchFamily="18" charset="0"/>
            </a:endParaRPr>
          </a:p>
          <a:p>
            <a:pPr algn="just"/>
            <a:endParaRPr lang="en-US" noProof="1">
              <a:ea typeface="Cambria Math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BCB1C6-AF9A-0230-E931-FBAC973D3FE8}"/>
              </a:ext>
            </a:extLst>
          </p:cNvPr>
          <p:cNvSpPr txBox="1"/>
          <p:nvPr/>
        </p:nvSpPr>
        <p:spPr>
          <a:xfrm>
            <a:off x="2713703" y="5987533"/>
            <a:ext cx="5997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1ns po </a:t>
            </a:r>
            <a:r>
              <a:rPr lang="en-US" b="1" dirty="0" err="1"/>
              <a:t>instrukciji</a:t>
            </a:r>
            <a:r>
              <a:rPr lang="en-US" b="1" dirty="0"/>
              <a:t> =&gt; Za n=</a:t>
            </a:r>
            <a:r>
              <a:rPr lang="sr-Latn-BA" b="1" dirty="0"/>
              <a:t>70</a:t>
            </a:r>
            <a:r>
              <a:rPr lang="en-US" b="1" dirty="0"/>
              <a:t> </a:t>
            </a:r>
            <a:r>
              <a:rPr lang="en-US" b="1" dirty="0" err="1"/>
              <a:t>treba</a:t>
            </a:r>
            <a:r>
              <a:rPr lang="en-US" b="1" dirty="0"/>
              <a:t> </a:t>
            </a:r>
            <a:r>
              <a:rPr lang="sr-Latn-BA" b="1" u="sng" dirty="0"/>
              <a:t>40</a:t>
            </a:r>
            <a:r>
              <a:rPr lang="en-US" b="1" u="sng" dirty="0"/>
              <a:t> </a:t>
            </a:r>
            <a:r>
              <a:rPr lang="sr-Latn-BA" b="1" u="sng" dirty="0"/>
              <a:t>000</a:t>
            </a:r>
            <a:r>
              <a:rPr lang="en-US" b="1" u="sng" dirty="0"/>
              <a:t> </a:t>
            </a:r>
            <a:r>
              <a:rPr lang="en-US" b="1" u="sng" dirty="0" err="1"/>
              <a:t>godina</a:t>
            </a:r>
            <a:r>
              <a:rPr lang="en-US" b="1" dirty="0"/>
              <a:t> da se </a:t>
            </a:r>
            <a:r>
              <a:rPr lang="en-US" b="1" dirty="0" err="1"/>
              <a:t>zavr</a:t>
            </a:r>
            <a:r>
              <a:rPr lang="sr-Latn-BA" b="1" dirty="0"/>
              <a:t>ši.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86D1E6-1219-6055-5014-9CE038945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084" y="1825625"/>
            <a:ext cx="7309246" cy="40951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C545EE-6DBC-F924-2B49-8C9271D76FC6}"/>
                  </a:ext>
                </a:extLst>
              </p:cNvPr>
              <p:cNvSpPr txBox="1"/>
              <p:nvPr/>
            </p:nvSpPr>
            <p:spPr>
              <a:xfrm>
                <a:off x="8401665" y="2359742"/>
                <a:ext cx="115529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r-Latn-BA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C545EE-6DBC-F924-2B49-8C9271D76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1665" y="2359742"/>
                <a:ext cx="1155290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1088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BE61A-4B12-B209-17E0-CF7C00547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8F5A2-0DAA-D498-9E99-14CDAF21C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Vizualizacija funkcija razli</a:t>
            </a:r>
            <a:r>
              <a:rPr lang="en-US" noProof="1">
                <a:solidFill>
                  <a:prstClr val="black"/>
                </a:solidFill>
                <a:latin typeface="Calibri" panose="020F0502020204030204"/>
              </a:rPr>
              <a:t>čitog stepena rasta</a:t>
            </a:r>
            <a:endParaRPr lang="en-US" noProof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35182-85E4-6E26-9D30-C8ECF5962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noProof="1"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noProof="1"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b="1" noProof="1">
              <a:ea typeface="Cambria Math" panose="02040503050406030204" pitchFamily="18" charset="0"/>
            </a:endParaRPr>
          </a:p>
          <a:p>
            <a:pPr algn="just"/>
            <a:endParaRPr lang="en-US" noProof="1">
              <a:ea typeface="Cambria Math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B6EC2E-1029-F833-0675-2FB8C492E295}"/>
              </a:ext>
            </a:extLst>
          </p:cNvPr>
          <p:cNvSpPr txBox="1"/>
          <p:nvPr/>
        </p:nvSpPr>
        <p:spPr>
          <a:xfrm>
            <a:off x="2566218" y="5987533"/>
            <a:ext cx="629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1ns po </a:t>
            </a:r>
            <a:r>
              <a:rPr lang="en-US" b="1" dirty="0" err="1"/>
              <a:t>instrukciji</a:t>
            </a:r>
            <a:r>
              <a:rPr lang="en-US" b="1" dirty="0"/>
              <a:t> =&gt; Za n=23 </a:t>
            </a:r>
            <a:r>
              <a:rPr lang="en-US" b="1" dirty="0" err="1"/>
              <a:t>treba</a:t>
            </a:r>
            <a:r>
              <a:rPr lang="en-US" b="1" dirty="0"/>
              <a:t> </a:t>
            </a:r>
            <a:r>
              <a:rPr lang="en-US" b="1" u="sng" dirty="0"/>
              <a:t>80</a:t>
            </a:r>
            <a:r>
              <a:rPr lang="sr-Latn-BA" b="1" u="sng" dirty="0"/>
              <a:t>0</a:t>
            </a:r>
            <a:r>
              <a:rPr lang="en-US" b="1" u="sng" dirty="0"/>
              <a:t> </a:t>
            </a:r>
            <a:r>
              <a:rPr lang="sr-Latn-BA" b="1" u="sng" dirty="0"/>
              <a:t>000</a:t>
            </a:r>
            <a:r>
              <a:rPr lang="en-US" b="1" u="sng" dirty="0"/>
              <a:t> </a:t>
            </a:r>
            <a:r>
              <a:rPr lang="en-US" b="1" u="sng" dirty="0" err="1"/>
              <a:t>godina</a:t>
            </a:r>
            <a:r>
              <a:rPr lang="en-US" b="1" dirty="0"/>
              <a:t> da se </a:t>
            </a:r>
            <a:r>
              <a:rPr lang="en-US" b="1" dirty="0" err="1"/>
              <a:t>zavr</a:t>
            </a:r>
            <a:r>
              <a:rPr lang="sr-Latn-BA" b="1" dirty="0"/>
              <a:t>ši.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5CEC70-75E8-4174-D5BC-306787539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509" y="1654151"/>
            <a:ext cx="7440063" cy="41534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F8A9D3-4509-BAB6-AF16-E4C9A383E95B}"/>
                  </a:ext>
                </a:extLst>
              </p:cNvPr>
              <p:cNvSpPr txBox="1"/>
              <p:nvPr/>
            </p:nvSpPr>
            <p:spPr>
              <a:xfrm>
                <a:off x="8401665" y="2359742"/>
                <a:ext cx="115529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F8A9D3-4509-BAB6-AF16-E4C9A383E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1665" y="2359742"/>
                <a:ext cx="1155290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6185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4BD2E-A301-37AB-22FC-705800AC6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375C4-D86A-039A-D48B-EDA6B1210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Vizualizacija funkcija razli</a:t>
            </a:r>
            <a:r>
              <a:rPr lang="en-US" noProof="1">
                <a:solidFill>
                  <a:prstClr val="black"/>
                </a:solidFill>
                <a:latin typeface="Calibri" panose="020F0502020204030204"/>
              </a:rPr>
              <a:t>čitog stepena rasta</a:t>
            </a:r>
            <a:endParaRPr lang="en-US" noProof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06390-EEDC-E77D-C645-0E83D1E68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noProof="1"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noProof="1"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b="1" noProof="1">
              <a:ea typeface="Cambria Math" panose="02040503050406030204" pitchFamily="18" charset="0"/>
            </a:endParaRPr>
          </a:p>
          <a:p>
            <a:pPr algn="just"/>
            <a:endParaRPr lang="en-US" noProof="1">
              <a:ea typeface="Cambria Math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129EF0-19BB-4079-088B-BB811B2E1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100" y="2015054"/>
            <a:ext cx="7525800" cy="39724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CEAAEA-C76A-D876-ED1A-A6CE823C4947}"/>
                  </a:ext>
                </a:extLst>
              </p:cNvPr>
              <p:cNvSpPr txBox="1"/>
              <p:nvPr/>
            </p:nvSpPr>
            <p:spPr>
              <a:xfrm>
                <a:off x="8711380" y="2399072"/>
                <a:ext cx="115529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r-Latn-BA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CEAAEA-C76A-D876-ED1A-A6CE823C4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1380" y="2399072"/>
                <a:ext cx="1155290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B8DFF23-FCE6-5035-D301-A8F5DC4D5C6D}"/>
              </a:ext>
            </a:extLst>
          </p:cNvPr>
          <p:cNvSpPr txBox="1"/>
          <p:nvPr/>
        </p:nvSpPr>
        <p:spPr>
          <a:xfrm>
            <a:off x="2497394" y="5987533"/>
            <a:ext cx="643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1ns po </a:t>
            </a:r>
            <a:r>
              <a:rPr lang="en-US" b="1" dirty="0" err="1"/>
              <a:t>instrukciji</a:t>
            </a:r>
            <a:r>
              <a:rPr lang="en-US" b="1" dirty="0"/>
              <a:t> =&gt; Za n=18 </a:t>
            </a:r>
            <a:r>
              <a:rPr lang="en-US" b="1" dirty="0" err="1"/>
              <a:t>treba</a:t>
            </a:r>
            <a:r>
              <a:rPr lang="en-US" b="1" dirty="0"/>
              <a:t> </a:t>
            </a:r>
            <a:r>
              <a:rPr lang="en-US" b="1" u="sng" dirty="0"/>
              <a:t>1 00</a:t>
            </a:r>
            <a:r>
              <a:rPr lang="sr-Latn-BA" b="1" u="sng" dirty="0"/>
              <a:t>0</a:t>
            </a:r>
            <a:r>
              <a:rPr lang="en-US" b="1" u="sng" dirty="0"/>
              <a:t> </a:t>
            </a:r>
            <a:r>
              <a:rPr lang="sr-Latn-BA" b="1" u="sng" dirty="0"/>
              <a:t>000</a:t>
            </a:r>
            <a:r>
              <a:rPr lang="en-US" b="1" u="sng" dirty="0"/>
              <a:t> </a:t>
            </a:r>
            <a:r>
              <a:rPr lang="en-US" b="1" u="sng" dirty="0" err="1"/>
              <a:t>godina</a:t>
            </a:r>
            <a:r>
              <a:rPr lang="en-US" b="1" dirty="0"/>
              <a:t> da se </a:t>
            </a:r>
            <a:r>
              <a:rPr lang="en-US" b="1" dirty="0" err="1"/>
              <a:t>zavr</a:t>
            </a:r>
            <a:r>
              <a:rPr lang="sr-Latn-BA" b="1" dirty="0"/>
              <a:t>ši.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3783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FE4E1-7223-4DA7-E9D7-3BF3858B1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CE23B-4FAD-AF2A-3E3A-C2448BC37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Asimptotska notacija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5BBD92-DD3B-2ADB-6078-6CA488D59B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algn="just"/>
                <a:r>
                  <a:rPr lang="en-US" noProof="1"/>
                  <a:t>Neka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noProof="1"/>
                  <a:t> (u daljnjem tekstu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noProof="1"/>
                  <a:t>) i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 Definišemo sljedeće skupove:</a:t>
                </a:r>
              </a:p>
              <a:p>
                <a:pPr algn="just"/>
                <a:r>
                  <a:rPr lang="en-US" noProof="1"/>
                  <a:t>Skup funkcija,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/>
                  <a:t>, za koje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/>
                  <a:t> gornja granica asimptotske kompleksnosti:</a:t>
                </a:r>
                <a:endParaRPr lang="en-US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noProof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𝑐𝑓</m:t>
                          </m:r>
                        </m:e>
                      </m:d>
                    </m:oMath>
                  </m:oMathPara>
                </a14:m>
                <a:endParaRPr lang="en-US" noProof="1"/>
              </a:p>
              <a:p>
                <a:pPr algn="just"/>
                <a:r>
                  <a:rPr lang="en-US" noProof="1"/>
                  <a:t>Skup funkcija,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/>
                  <a:t>, za koje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/>
                  <a:t> donja granica asimptotske kompleksnosti:</a:t>
                </a:r>
                <a:endParaRPr lang="en-US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noProof="1" dirty="0" smtClean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noProof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  <m:d>
                            <m:dPr>
                              <m:ctrlP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noProof="1"/>
              </a:p>
              <a:p>
                <a:pPr algn="just"/>
                <a:r>
                  <a:rPr lang="en-US" noProof="1"/>
                  <a:t>Skup funkcija,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/>
                  <a:t>, za koje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/>
                  <a:t> uska granica asimptotske kompleksnosti:</a:t>
                </a:r>
                <a:endParaRPr lang="en-US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noProof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noProof="1"/>
              </a:p>
              <a:p>
                <a:pPr algn="just"/>
                <a:r>
                  <a:rPr lang="en-US" noProof="1"/>
                  <a:t>Skup funkcija,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/>
                  <a:t>, za koje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/>
                  <a:t> labava gornja granica asimptotske kompleksnosti:</a:t>
                </a:r>
                <a:endParaRPr lang="en-US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noProof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1"/>
              </a:p>
              <a:p>
                <a:pPr algn="just"/>
                <a:r>
                  <a:rPr lang="en-US" noProof="1"/>
                  <a:t>Skup funkcija,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/>
                  <a:t>, za koje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/>
                  <a:t> labava donja granica asimptotske kompleksnosti:</a:t>
                </a:r>
                <a:endParaRPr lang="en-US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noProof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en-US" noProof="1" dirty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1"/>
              </a:p>
              <a:p>
                <a:pPr algn="just"/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5BBD92-DD3B-2ADB-6078-6CA488D59B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1218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DF0F6-AB0F-157B-1653-B5F6F63C4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743E4-A24E-AFF5-BB27-A286D27D3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Asimptotska notacija – primjeri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150948-6FCD-17A7-2794-7CA95DE5C2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numCol="2">
                <a:normAutofit fontScale="70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noProof="1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noProof="1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noProof="1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noProof="1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noProof="1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noProof="1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noProof="1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1" noProof="1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noProof="1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noProof="1">
                  <a:ea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noProof="1">
                  <a:ea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0" noProof="1">
                  <a:ea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1" noProof="1" dirty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1" noProof="1" dirty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noProof="1">
                  <a:ea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1" noProof="1" dirty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1" noProof="1" dirty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noProof="1">
                  <a:ea typeface="Cambria Math" panose="02040503050406030204" pitchFamily="18" charset="0"/>
                </a:endParaRPr>
              </a:p>
              <a:p>
                <a:pPr algn="just"/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150948-6FCD-17A7-2794-7CA95DE5C2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8910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4EBBF-700F-1A3B-9090-AE29B0E74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7F899-B6AB-BFD3-E0B2-228F4A0A5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O 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9DDF91-FDCC-D213-6B72-39F29B179F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noProof="1"/>
                  <a:t>Neka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noProof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∃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𝑐𝑓</m:t>
                        </m:r>
                      </m:e>
                    </m:d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noProof="1">
                    <a:ea typeface="Cambria Math" panose="02040503050406030204" pitchFamily="18" charset="0"/>
                  </a:rPr>
                  <a:t>Relacija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, nad </a:t>
                </a:r>
                <a14:m>
                  <m:oMath xmlns:m="http://schemas.openxmlformats.org/officeDocument/2006/math">
                    <m:r>
                      <a:rPr lang="sr-Latn-BA" b="0" i="0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sr-Latn-BA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sr-Latn-BA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sr-Latn-BA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, čita se “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 je ograničeno odozgo sa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”.</a:t>
                </a:r>
              </a:p>
              <a:p>
                <a:pPr algn="just"/>
                <a:r>
                  <a:rPr lang="en-US" u="sng" noProof="1">
                    <a:ea typeface="Cambria Math" panose="02040503050406030204" pitchFamily="18" charset="0"/>
                  </a:rPr>
                  <a:t>Refleksivnost.</a:t>
                </a:r>
                <a:r>
                  <a:rPr lang="en-US" noProof="1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. </a:t>
                </a:r>
                <a:r>
                  <a:rPr lang="en-US" b="1" noProof="1">
                    <a:ea typeface="Cambria Math" panose="02040503050406030204" pitchFamily="18" charset="0"/>
                  </a:rPr>
                  <a:t>Dokaz.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≤1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u="sng" noProof="1">
                    <a:ea typeface="Cambria Math" panose="02040503050406030204" pitchFamily="18" charset="0"/>
                  </a:rPr>
                  <a:t>Tranzitivnost.</a:t>
                </a:r>
                <a:r>
                  <a:rPr lang="en-US" noProof="1">
                    <a:ea typeface="Cambria Math" panose="02040503050406030204" pitchFamily="18" charset="0"/>
                  </a:rPr>
                  <a:t> Neka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noProof="1"/>
                  <a:t>. </a:t>
                </a:r>
              </a:p>
              <a:p>
                <a:pPr algn="just"/>
                <a:r>
                  <a:rPr lang="en-US" noProof="1"/>
                  <a:t>Tada važi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b="1" noProof="1">
                    <a:ea typeface="Cambria Math" panose="02040503050406030204" pitchFamily="18" charset="0"/>
                  </a:rPr>
                  <a:t>Dokaz.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 ∧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endParaRPr lang="en-US" b="0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∃</m:t>
                          </m:r>
                          <m:sSub>
                            <m:sSubPr>
                              <m:ctrlP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 ∧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i="1" noProof="1">
                  <a:latin typeface="Cambria Math" panose="02040503050406030204" pitchFamily="18" charset="0"/>
                </a:endParaRPr>
              </a:p>
              <a:p>
                <a:pPr algn="just"/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noProof="1"/>
              </a:p>
              <a:p>
                <a:pPr algn="just"/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9DDF91-FDCC-D213-6B72-39F29B179F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228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765FE-E24C-73FE-736B-0539BBA44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9E51D-FFE6-9842-2A27-9791D937B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O 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480678-B6D8-EB9F-3C23-352F903B6E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n-US" u="sng" noProof="1">
                    <a:ea typeface="Cambria Math" panose="02040503050406030204" pitchFamily="18" charset="0"/>
                  </a:rPr>
                  <a:t>Inkluzivnost.</a:t>
                </a:r>
                <a:r>
                  <a:rPr lang="en-US" noProof="1">
                    <a:ea typeface="Cambria Math" panose="02040503050406030204" pitchFamily="18" charset="0"/>
                  </a:rPr>
                  <a:t> </a:t>
                </a:r>
              </a:p>
              <a:p>
                <a:pPr algn="just"/>
                <a:r>
                  <a:rPr lang="en-US" noProof="1">
                    <a:ea typeface="Cambria Math" panose="02040503050406030204" pitchFamily="18" charset="0"/>
                  </a:rPr>
                  <a:t>(1)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noProof="1" dirty="0" smtClean="0"/>
                      <m:t>Neka</m:t>
                    </m:r>
                    <m:r>
                      <m:rPr>
                        <m:nor/>
                      </m:rPr>
                      <a:rPr lang="en-US" noProof="1" dirty="0" smtClean="0"/>
                      <m:t> </m:t>
                    </m:r>
                    <m:r>
                      <m:rPr>
                        <m:nor/>
                      </m:rPr>
                      <a:rPr lang="en-US" noProof="1" dirty="0" smtClean="0"/>
                      <m:t>va</m:t>
                    </m:r>
                    <m:r>
                      <m:rPr>
                        <m:nor/>
                      </m:rPr>
                      <a:rPr lang="en-US" noProof="1" dirty="0" smtClean="0"/>
                      <m:t>ž</m:t>
                    </m:r>
                    <m:r>
                      <m:rPr>
                        <m:nor/>
                      </m:rPr>
                      <a:rPr lang="en-US" noProof="1" dirty="0" smtClean="0"/>
                      <m:t>i</m:t>
                    </m:r>
                    <m:r>
                      <m:rPr>
                        <m:nor/>
                      </m:rPr>
                      <a:rPr lang="en-US" noProof="1" dirty="0" smtClean="0"/>
                      <m:t> 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 Tada,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. </a:t>
                </a:r>
              </a:p>
              <a:p>
                <a:pPr algn="just"/>
                <a:r>
                  <a:rPr lang="en-US" b="1" noProof="1"/>
                  <a:t>Dokaz. </a:t>
                </a:r>
              </a:p>
              <a:p>
                <a:pPr algn="just"/>
                <a:r>
                  <a:rPr lang="en-US" noProof="1"/>
                  <a:t>Neka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.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 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noProof="1"/>
                  <a:t>(2) Neka važi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Tada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</a:p>
              <a:p>
                <a:pPr algn="just"/>
                <a14:m>
                  <m:oMath xmlns:m="http://schemas.openxmlformats.org/officeDocument/2006/math">
                    <m:d>
                      <m:dPr>
                        <m:ctrlPr>
                          <a:rPr lang="en-US" b="1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⊆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⊆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d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i="1" noProof="1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i="1" noProof="1">
                  <a:latin typeface="Cambria Math" panose="02040503050406030204" pitchFamily="18" charset="0"/>
                </a:endParaRPr>
              </a:p>
              <a:p>
                <a:pPr algn="just"/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noProof="1"/>
              </a:p>
              <a:p>
                <a:pPr algn="just"/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480678-B6D8-EB9F-3C23-352F903B6E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947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9DA64-FF4E-7301-4905-2A48EB20B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BBDAC-77E6-2CB9-CC11-C472D65F7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O 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EEB55E-5F36-68A6-037A-243DD02280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u="sng" noProof="1">
                    <a:solidFill>
                      <a:prstClr val="black"/>
                    </a:solidFill>
                  </a:rPr>
                  <a:t>Konstantnost gornjih granica u slučaju konačnog domena.</a:t>
                </a:r>
                <a:endParaRPr lang="en-US" u="sng" noProof="1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noProof="1" dirty="0" smtClean="0"/>
                      <m:t>Neka</m:t>
                    </m:r>
                    <m:r>
                      <m:rPr>
                        <m:nor/>
                      </m:rPr>
                      <a:rPr lang="en-US" noProof="1" dirty="0" smtClean="0"/>
                      <m:t> </m:t>
                    </m:r>
                    <m:r>
                      <m:rPr>
                        <m:nor/>
                      </m:rPr>
                      <a:rPr lang="en-US" b="0" i="0" noProof="1" dirty="0" smtClean="0"/>
                      <m:t>je</m:t>
                    </m:r>
                    <m:r>
                      <m:rPr>
                        <m:nor/>
                      </m:rPr>
                      <a:rPr lang="en-US" noProof="1" dirty="0" smtClean="0"/>
                      <m:t> 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sr-Latn-BA" b="0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 i neka je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r-Latn-BA" b="0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1) Tada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func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noProof="1"/>
                  <a:t>2) Tada je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</a:t>
                </a:r>
              </a:p>
              <a:p>
                <a:pPr algn="just"/>
                <a:endParaRPr lang="en-US" noProof="1"/>
              </a:p>
              <a:p>
                <a:pPr algn="just"/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i="1" noProof="1">
                  <a:latin typeface="Cambria Math" panose="02040503050406030204" pitchFamily="18" charset="0"/>
                </a:endParaRPr>
              </a:p>
              <a:p>
                <a:pPr algn="just"/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noProof="1"/>
              </a:p>
              <a:p>
                <a:pPr algn="just"/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EEB55E-5F36-68A6-037A-243DD02280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011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9DA64-FF4E-7301-4905-2A48EB20B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BBDAC-77E6-2CB9-CC11-C472D65F7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O 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EEB55E-5F36-68A6-037A-243DD02280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u="sng" noProof="1">
                    <a:solidFill>
                      <a:prstClr val="black"/>
                    </a:solidFill>
                  </a:rPr>
                  <a:t>Nerazlikovanje skupa gornjih granica u slučaju konačnog domena.</a:t>
                </a:r>
                <a:endParaRPr lang="en-US" u="sng" noProof="1"/>
              </a:p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 i neka je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r-Latn-BA" b="0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1) Tada je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func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𝑖𝑛</m:t>
                              </m:r>
                            </m:fName>
                            <m:e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</m:func>
                        </m:den>
                      </m:f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noProof="1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</m:func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𝑖𝑛</m:t>
                              </m:r>
                            </m:fName>
                            <m:e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func>
                        </m:den>
                      </m:f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noProof="1"/>
              </a:p>
              <a:p>
                <a:pPr marL="0" indent="0" algn="just">
                  <a:buNone/>
                </a:pPr>
                <a:endParaRPr lang="en-US" noProof="1"/>
              </a:p>
              <a:p>
                <a:pPr algn="just"/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i="1" noProof="1">
                  <a:latin typeface="Cambria Math" panose="02040503050406030204" pitchFamily="18" charset="0"/>
                </a:endParaRPr>
              </a:p>
              <a:p>
                <a:pPr algn="just"/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noProof="1"/>
              </a:p>
              <a:p>
                <a:pPr algn="just"/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EEB55E-5F36-68A6-037A-243DD02280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716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25FBF-3C55-1801-6B93-81A72D655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78BA3-8578-4E02-37A8-BD22FBB43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Asimptotska notacija – primjer granica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3970D8-F4D2-74B4-B806-73492DE38D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b="1" noProof="1">
                    <a:latin typeface="Consolas" panose="020B0609020204030204" pitchFamily="49" charset="0"/>
                  </a:rPr>
                  <a:t>DiscretePlot[(n mod 2)*n^2 + (1 - n mod 2)*n, {n, 1, 8}]</a:t>
                </a:r>
              </a:p>
              <a:p>
                <a:endParaRPr lang="en-US" sz="2400" b="1" noProof="1">
                  <a:latin typeface="Consolas" panose="020B0609020204030204" pitchFamily="49" charset="0"/>
                </a:endParaRPr>
              </a:p>
              <a:p>
                <a:endParaRPr lang="en-US" sz="2400" b="1" noProof="1">
                  <a:latin typeface="Consolas" panose="020B0609020204030204" pitchFamily="49" charset="0"/>
                </a:endParaRPr>
              </a:p>
              <a:p>
                <a:endParaRPr lang="en-US" sz="2400" b="1" noProof="1">
                  <a:latin typeface="Consolas" panose="020B0609020204030204" pitchFamily="49" charset="0"/>
                </a:endParaRPr>
              </a:p>
              <a:p>
                <a:endParaRPr lang="en-US" sz="2400" b="1" noProof="1">
                  <a:latin typeface="Consolas" panose="020B0609020204030204" pitchFamily="49" charset="0"/>
                </a:endParaRPr>
              </a:p>
              <a:p>
                <a:endParaRPr lang="en-US" sz="2400" b="1" noProof="1">
                  <a:latin typeface="Consolas" panose="020B0609020204030204" pitchFamily="49" charset="0"/>
                </a:endParaRPr>
              </a:p>
              <a:p>
                <a:endParaRPr lang="en-US" sz="2400" b="1" noProof="1">
                  <a:latin typeface="Consolas" panose="020B0609020204030204" pitchFamily="49" charset="0"/>
                </a:endParaRPr>
              </a:p>
              <a:p>
                <a:endParaRPr lang="en-US" sz="2400" b="1" noProof="1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noProof="1">
                    <a:latin typeface="Consolas" panose="020B0609020204030204" pitchFamily="49" charset="0"/>
                  </a:rPr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3970D8-F4D2-74B4-B806-73492DE38D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 b="-3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DFAEA21-4CB8-5A69-4ABE-C82A812CF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062" y="2429669"/>
            <a:ext cx="509587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503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EF578-2899-AC94-E105-557C48652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7512-E969-058B-4D7E-C146110BB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O 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0A7D6A-E2D7-5F8B-1EAE-5C7FA6F6BD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algn="just"/>
                <a:r>
                  <a:rPr lang="en-US" u="sng" noProof="1">
                    <a:solidFill>
                      <a:prstClr val="black"/>
                    </a:solidFill>
                  </a:rPr>
                  <a:t>Nasljeđivanje više gornje granice od restrikcija na podskupove iz binarne particije domena.</a:t>
                </a:r>
                <a:endParaRPr lang="en-US" u="sng" noProof="1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noProof="1" dirty="0" smtClean="0"/>
                      <m:t>Neka</m:t>
                    </m:r>
                    <m:r>
                      <m:rPr>
                        <m:nor/>
                      </m:rPr>
                      <a:rPr lang="en-US" noProof="1" dirty="0" smtClean="0"/>
                      <m:t> </m:t>
                    </m:r>
                    <m:r>
                      <m:rPr>
                        <m:nor/>
                      </m:rPr>
                      <a:rPr lang="en-US" b="0" i="0" noProof="1" dirty="0" smtClean="0"/>
                      <m:t>su</m:t>
                    </m:r>
                    <m:r>
                      <m:rPr>
                        <m:nor/>
                      </m:rPr>
                      <a:rPr lang="en-US" noProof="1" dirty="0" smtClean="0"/>
                      <m:t> 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noProof="1"/>
                  <a:t> i neka je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Neka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t.d.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noProof="1"/>
                  <a:t>Neka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∖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t.d.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∖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∖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noProof="1"/>
                  <a:t>Neka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t.d.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noProof="1"/>
                  <a:t>Neka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t.d.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noProof="1"/>
                  <a:t>Neka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∖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t.d.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∖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∖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noProof="1"/>
                  <a:t>Ako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∖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∖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noProof="1"/>
                  <a:t>, onda je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∃</m:t>
                        </m:r>
                        <m:sSub>
                          <m:sSub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∃</m:t>
                          </m:r>
                          <m:sSub>
                            <m:sSub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∖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∖</m:t>
                              </m:r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d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∃</m:t>
                          </m:r>
                          <m:sSub>
                            <m:sSub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∖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∖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</a:endParaRPr>
              </a:p>
              <a:p>
                <a:pPr algn="just"/>
                <a:r>
                  <a:rPr lang="en-US" noProof="1"/>
                  <a:t>Slijedi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,</a:t>
                </a:r>
                <a:r>
                  <a:rPr lang="en-US" noProof="1"/>
                  <a:t> pa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i="1" noProof="1">
                  <a:latin typeface="Cambria Math" panose="02040503050406030204" pitchFamily="18" charset="0"/>
                </a:endParaRPr>
              </a:p>
              <a:p>
                <a:pPr algn="just"/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noProof="1"/>
              </a:p>
              <a:p>
                <a:pPr algn="just"/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0A7D6A-E2D7-5F8B-1EAE-5C7FA6F6BD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8427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058EF-9F67-D4DF-04C8-D6AD2F75C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Asimptotska notacija – primjer granica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0846C8-0914-CF84-E1D0-5FF2EE75AB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b="1" noProof="1">
                    <a:latin typeface="Consolas" panose="020B0609020204030204" pitchFamily="49" charset="0"/>
                  </a:rPr>
                  <a:t>DiscretePlot[(n mod 2)*n^2 + (1 - n mod 2)*n, {n, 1, 8}]</a:t>
                </a:r>
                <a:endParaRPr lang="sr-Latn-BA" sz="2400" b="1" noProof="1">
                  <a:latin typeface="Consolas" panose="020B0609020204030204" pitchFamily="49" charset="0"/>
                </a:endParaRPr>
              </a:p>
              <a:p>
                <a:endParaRPr lang="sr-Latn-BA" sz="2400" b="1" noProof="1">
                  <a:latin typeface="Consolas" panose="020B0609020204030204" pitchFamily="49" charset="0"/>
                </a:endParaRPr>
              </a:p>
              <a:p>
                <a:endParaRPr lang="sr-Latn-BA" sz="2400" b="1" noProof="1">
                  <a:latin typeface="Consolas" panose="020B0609020204030204" pitchFamily="49" charset="0"/>
                </a:endParaRPr>
              </a:p>
              <a:p>
                <a:endParaRPr lang="sr-Latn-BA" sz="2400" b="1" noProof="1">
                  <a:latin typeface="Consolas" panose="020B0609020204030204" pitchFamily="49" charset="0"/>
                </a:endParaRPr>
              </a:p>
              <a:p>
                <a:endParaRPr lang="sr-Latn-BA" sz="2400" b="1" noProof="1">
                  <a:latin typeface="Consolas" panose="020B0609020204030204" pitchFamily="49" charset="0"/>
                </a:endParaRPr>
              </a:p>
              <a:p>
                <a:endParaRPr lang="sr-Latn-BA" sz="2400" b="1" noProof="1">
                  <a:latin typeface="Consolas" panose="020B0609020204030204" pitchFamily="49" charset="0"/>
                </a:endParaRPr>
              </a:p>
              <a:p>
                <a:endParaRPr lang="sr-Latn-BA" sz="2400" b="1" noProof="1">
                  <a:latin typeface="Consolas" panose="020B0609020204030204" pitchFamily="49" charset="0"/>
                </a:endParaRPr>
              </a:p>
              <a:p>
                <a:r>
                  <a:rPr lang="sr-Latn-BA" sz="2400" noProof="1">
                    <a:solidFill>
                      <a:prstClr val="black"/>
                    </a:solidFill>
                  </a:rPr>
                  <a:t>P</a:t>
                </a:r>
                <a:r>
                  <a:rPr lang="en-US" sz="2400" noProof="1">
                    <a:solidFill>
                      <a:prstClr val="black"/>
                    </a:solidFill>
                  </a:rPr>
                  <a:t>articioni</a:t>
                </a:r>
                <a:r>
                  <a:rPr lang="sr-Latn-BA" sz="2400" noProof="1">
                    <a:solidFill>
                      <a:prstClr val="black"/>
                    </a:solidFill>
                  </a:rPr>
                  <a:t>šemo na parne i neparne. Iz restrikcije na neparne možemo zaključiti:</a:t>
                </a:r>
                <a:endParaRPr lang="en-US" sz="2400" b="1" noProof="1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sr-Latn-BA" b="0" noProof="1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endParaRPr lang="en-US" b="0" noProof="1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endParaRPr lang="en-US" noProof="1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0846C8-0914-CF84-E1D0-5FF2EE75AB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6EA16D0E-2D30-9A2C-1BD4-531D24460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065" y="2410213"/>
            <a:ext cx="4227870" cy="260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721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7805A-BFC9-1990-46E0-7CE3B3417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ED212-E66F-09C5-3AFF-54D67A84D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O – svojstva – v</a:t>
            </a:r>
            <a:r>
              <a:rPr kumimoji="0" lang="en-US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eza sa graničnim procesima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D7D676-F171-4B49-6EDD-4D83755CD4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noProof="1" dirty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  <m:r>
                              <a:rPr lang="en-US" b="0" i="0" noProof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noProof="1" dirty="0" smtClean="0">
                                <a:latin typeface="Cambria Math" panose="02040503050406030204" pitchFamily="18" charset="0"/>
                              </a:rPr>
                              <m:t>sup</m:t>
                            </m:r>
                          </m:e>
                          <m:lim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num>
                          <m:den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≥0</m:t>
                        </m:r>
                      </m:sup>
                    </m:sSup>
                  </m:oMath>
                </a14:m>
                <a:r>
                  <a:rPr lang="en-US" noProof="1"/>
                  <a:t>. Tada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:r>
                  <a:rPr lang="en-US" noProof="1"/>
                  <a:t>Prema definicija limesa: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∃</m:t>
                        </m:r>
                        <m:sSub>
                          <m:sSub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noProof="1"/>
                  <a:t>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⇒−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&lt;</m:t>
                      </m:r>
                      <m:limLow>
                        <m:limLow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noProof="1" dirty="0" smtClean="0">
                              <a:latin typeface="Cambria Math" panose="02040503050406030204" pitchFamily="18" charset="0"/>
                            </a:rPr>
                            <m:t>sup</m:t>
                          </m:r>
                        </m:e>
                        <m:lim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Low>
                      <m:f>
                        <m:f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num>
                        <m:den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den>
                      </m:f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m:rPr>
                          <m:nor/>
                        </m:rPr>
                        <a:rPr lang="en-US" noProof="1" dirty="0" smtClean="0"/>
                        <m:t> </m:t>
                      </m:r>
                    </m:oMath>
                  </m:oMathPara>
                </a14:m>
                <a:endParaRPr lang="en-US" b="0" noProof="1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0&lt;</m:t>
                      </m:r>
                      <m:f>
                        <m:f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num>
                        <m:den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den>
                      </m:f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limLow>
                        <m:limLow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noProof="1" dirty="0" smtClean="0">
                              <a:latin typeface="Cambria Math" panose="02040503050406030204" pitchFamily="18" charset="0"/>
                            </a:rPr>
                            <m:t>sup</m:t>
                          </m:r>
                        </m:e>
                        <m:lim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Low>
                      <m:f>
                        <m:f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num>
                        <m:den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den>
                      </m:f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⇒0&lt;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noProof="1"/>
              </a:p>
              <a:p>
                <a:pPr algn="just"/>
                <a:r>
                  <a:rPr lang="en-US" noProof="1"/>
                  <a:t>Neka je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noProof="1"/>
                  <a:t>. Prema svojstvu </a:t>
                </a:r>
                <a:r>
                  <a:rPr lang="en-US" noProof="1">
                    <a:solidFill>
                      <a:prstClr val="black"/>
                    </a:solidFill>
                  </a:rPr>
                  <a:t>nasljeđivanja više gornje granice od restrikcija na podskupove iz binarne particije domena i svojstvu konstantnosti gornjih granica u slučaju konačnog domena (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noProof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b="0" i="0" noProof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/>
                  <a:t> nasljeđuje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noProof="1"/>
                  <a:t> kao gornju granicu iz restrikcije na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noProof="1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D7D676-F171-4B49-6EDD-4D83755CD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928" t="-1120" r="-986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326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13665-90B5-01FE-76D7-3D326A4CB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6075E-257D-E36A-64BB-99C3C9C62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O – svojstva – v</a:t>
            </a:r>
            <a:r>
              <a:rPr kumimoji="0" lang="en-US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eza sa graničnim procesima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2C6B6F-678A-86BD-3CDC-25A5059F84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 fontScale="77500" lnSpcReduction="20000"/>
              </a:bodyPr>
              <a:lstStyle/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noProof="1" dirty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  <m:r>
                              <a:rPr lang="en-US" b="0" i="0" noProof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noProof="1" dirty="0" smtClean="0">
                                <a:latin typeface="Cambria Math" panose="02040503050406030204" pitchFamily="18" charset="0"/>
                              </a:rPr>
                              <m:t>inf</m:t>
                            </m:r>
                          </m:e>
                          <m:lim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num>
                          <m:den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 Tada je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:r>
                  <a:rPr lang="en-US" noProof="1"/>
                  <a:t>Prema definicija limesa: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∃</m:t>
                        </m:r>
                        <m:sSub>
                          <m:sSub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noProof="1"/>
                  <a:t>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endParaRPr lang="en-US" noProof="1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&lt;</m:t>
                      </m:r>
                      <m:limLow>
                        <m:limLow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noProof="1" dirty="0" smtClean="0">
                              <a:latin typeface="Cambria Math" panose="02040503050406030204" pitchFamily="18" charset="0"/>
                            </a:rPr>
                            <m:t>inf</m:t>
                          </m:r>
                        </m:e>
                        <m:lim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Low>
                      <m:f>
                        <m:f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num>
                        <m:den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den>
                      </m:f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&lt;</m:t>
                      </m:r>
                      <m:limLow>
                        <m:limLow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noProof="1" dirty="0" smtClean="0">
                              <a:latin typeface="Cambria Math" panose="02040503050406030204" pitchFamily="18" charset="0"/>
                            </a:rPr>
                            <m:t>inf</m:t>
                          </m:r>
                        </m:e>
                        <m:lim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Low>
                      <m:f>
                        <m:f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num>
                        <m:den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den>
                      </m:f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num>
                        <m:den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den>
                      </m:f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num>
                        <m:den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noProof="1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den>
                      </m:f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noProof="1"/>
              </a:p>
              <a:p>
                <a:pPr algn="just"/>
                <a:r>
                  <a:rPr lang="en-US" noProof="1"/>
                  <a:t>Neka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noProof="1"/>
                  <a:t>. Prema svojstvu </a:t>
                </a:r>
                <a:r>
                  <a:rPr lang="en-US" noProof="1">
                    <a:solidFill>
                      <a:prstClr val="black"/>
                    </a:solidFill>
                  </a:rPr>
                  <a:t>nasljeđivanja više gornje granice od restrikcija na podskupove iz binarne particije domena i svojstvu konstantnosti gornjih granica u slučaju konačnog domena (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noProof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r>
                      <m:rPr>
                        <m:sty m:val="p"/>
                      </m:rPr>
                      <a:rPr lang="en-US" noProof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noProof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noProof="1"/>
                  <a:t> nasljeđuje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/>
                  <a:t> kao gornju granicu iz restrikcije na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noProof="1"/>
                  <a:t>.</a:t>
                </a:r>
                <a:endParaRPr lang="en-US" b="1" noProof="1"/>
              </a:p>
              <a:p>
                <a:pPr algn="just"/>
                <a:endParaRPr lang="en-US" b="1" noProof="1"/>
              </a:p>
              <a:p>
                <a:pPr algn="just"/>
                <a:endParaRPr lang="en-US" b="1" noProof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2C6B6F-678A-86BD-3CDC-25A5059F84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696" t="-154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512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7E20F-4DD3-8E3E-2322-D42E1A3C7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E5AAD-5A60-22D4-626C-133B713E5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Asimptotska notacija – primjer granica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3F7C3E-B339-E01F-D670-88A6942AB6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b="1" noProof="1">
                    <a:latin typeface="Consolas" panose="020B0609020204030204" pitchFamily="49" charset="0"/>
                  </a:rPr>
                  <a:t>DiscretePlot[(n mod 2)*n^2 + (1 - n mod 2)*n, {n, 1, 8}]</a:t>
                </a:r>
              </a:p>
              <a:p>
                <a:endParaRPr lang="en-US" sz="2400" b="1" noProof="1">
                  <a:latin typeface="Consolas" panose="020B0609020204030204" pitchFamily="49" charset="0"/>
                </a:endParaRPr>
              </a:p>
              <a:p>
                <a:endParaRPr lang="en-US" sz="2400" b="1" noProof="1">
                  <a:latin typeface="Consolas" panose="020B0609020204030204" pitchFamily="49" charset="0"/>
                </a:endParaRPr>
              </a:p>
              <a:p>
                <a:endParaRPr lang="en-US" sz="2400" b="1" noProof="1">
                  <a:latin typeface="Consolas" panose="020B0609020204030204" pitchFamily="49" charset="0"/>
                </a:endParaRPr>
              </a:p>
              <a:p>
                <a:endParaRPr lang="en-US" sz="2400" b="1" noProof="1">
                  <a:latin typeface="Consolas" panose="020B0609020204030204" pitchFamily="49" charset="0"/>
                </a:endParaRPr>
              </a:p>
              <a:p>
                <a:endParaRPr lang="en-US" sz="2400" b="1" noProof="1">
                  <a:latin typeface="Consolas" panose="020B0609020204030204" pitchFamily="49" charset="0"/>
                </a:endParaRPr>
              </a:p>
              <a:p>
                <a:endParaRPr lang="en-US" sz="2400" b="1" noProof="1">
                  <a:latin typeface="Consolas" panose="020B0609020204030204" pitchFamily="49" charset="0"/>
                </a:endParaRPr>
              </a:p>
              <a:p>
                <a:endParaRPr lang="en-US" sz="2400" b="1" noProof="1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noProof="1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3F7C3E-B339-E01F-D670-88A6942AB6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1894CFA-D68C-4E87-83B2-84A70280D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062" y="2429669"/>
            <a:ext cx="509587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282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D9EC5-2178-13C8-7585-BC8407B7B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5154A-491A-6D90-9847-75B650D16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O – svojstva – v</a:t>
            </a:r>
            <a:r>
              <a:rPr kumimoji="0" lang="en-US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eza sa graničnim procesima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7C670A-6F04-E38B-F513-9E88AEA138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 fontScale="77500" lnSpcReduction="20000"/>
              </a:bodyPr>
              <a:lstStyle/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num>
                          <m:den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noProof="1"/>
                  <a:t>. Tada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:r>
                  <a:rPr lang="en-US" noProof="1"/>
                  <a:t>Prema definicija limesa:</a:t>
                </a:r>
                <a:endParaRPr lang="en-US" b="1" noProof="1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∃</m:t>
                          </m:r>
                          <m:sSub>
                            <m:sSubPr>
                              <m:ctrlP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⇒−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num>
                        <m:den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den>
                      </m:f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0&lt;</m:t>
                      </m:r>
                      <m:f>
                        <m:f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num>
                        <m:den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den>
                      </m:f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⇒0&lt;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den>
                      </m:f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b="0" noProof="1"/>
              </a:p>
              <a:p>
                <a:pPr algn="just"/>
                <a:r>
                  <a:rPr lang="en-US" noProof="1"/>
                  <a:t>S obzirom na to da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den>
                        </m:f>
                      </m:e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važi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∃</m:t>
                              </m:r>
                              <m:sSub>
                                <m:sSubPr>
                                  <m:ctrlPr>
                                    <a:rPr lang="en-US" b="0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𝑐𝑓</m:t>
                          </m:r>
                          <m:d>
                            <m:dPr>
                              <m:ctrlP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⇒¬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𝑐𝑓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∉</m:t>
                      </m:r>
                      <m:r>
                        <m:rPr>
                          <m:sty m:val="p"/>
                        </m:rPr>
                        <a:rPr lang="en-US" noProof="1" dirty="0" smtClean="0"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noProof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7C670A-6F04-E38B-F513-9E88AEA138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696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403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1B918-C7B9-9DEF-A301-B7985E655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302AD-C828-DCDC-0036-C7564209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O – svojstva – v</a:t>
            </a:r>
            <a:r>
              <a:rPr kumimoji="0" lang="en-US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eza sa graničnim procesima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1946FB-025C-28E7-444C-679DCF1E97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num>
                          <m:den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Tada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noProof="1" dirty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i="1" noProof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noProof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 noProof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noProof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a:rPr lang="en-US" b="0" i="0" noProof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noProof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1946FB-025C-28E7-444C-679DCF1E97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4195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54A6E-52EC-4C71-DB2F-DB8D91BE5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AFAE0-03A8-07D8-14C9-E023FD33E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O – svojstva – s</a:t>
            </a:r>
            <a:r>
              <a:rPr kumimoji="0" lang="en-US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endvič </a:t>
            </a:r>
            <a:r>
              <a:rPr kumimoji="0" lang="en-US" b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teorema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F1B271-AFB6-B746-1C4A-DE5D3E0928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Ako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  <m:sSub>
                          <m:sSub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, onda: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en-US" noProof="1"/>
              </a:p>
              <a:p>
                <a:pPr algn="just"/>
                <a:r>
                  <a:rPr lang="en-US" b="1" noProof="1"/>
                  <a:t>Dokaz. </a:t>
                </a:r>
                <a:endParaRPr lang="en-US" noProof="1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𝑐𝑔</m:t>
                      </m:r>
                    </m:oMath>
                  </m:oMathPara>
                </a14:m>
                <a:endParaRPr lang="en-US" b="1" noProof="1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𝑐𝑔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𝑐𝑓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b="1" noProof="1"/>
              </a:p>
              <a:p>
                <a:pPr algn="just"/>
                <a:r>
                  <a:rPr lang="en-US" noProof="1"/>
                  <a:t>Neka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noProof="1"/>
                  <a:t>. Prema svojstvu </a:t>
                </a:r>
                <a:r>
                  <a:rPr lang="en-US" noProof="1">
                    <a:solidFill>
                      <a:prstClr val="black"/>
                    </a:solidFill>
                  </a:rPr>
                  <a:t>nasljeđivanja više gornje granice od restrikcija na podskupove iz binarne particije domena i svojstvu konstantnosti gornjih granica u slučaju konačnog domena (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noProof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r>
                      <m:rPr>
                        <m:sty m:val="p"/>
                      </m:rPr>
                      <a:rPr lang="en-US" noProof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noProof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>
                    <a:solidFill>
                      <a:prstClr val="black"/>
                    </a:solidFill>
                  </a:rPr>
                  <a:t>, </a:t>
                </a:r>
                <a:r>
                  <a:rPr lang="en-US" noProof="1"/>
                  <a:t>iz restrikcije na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noProof="1"/>
                  <a:t> će se naslijediti gornje granice, t.d.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  <a:endParaRPr lang="en-US" b="1" noProof="1"/>
              </a:p>
              <a:p>
                <a:pPr marL="0" indent="0" algn="just">
                  <a:buNone/>
                </a:pPr>
                <a:endParaRPr lang="en-US" b="1" noProof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F1B271-AFB6-B746-1C4A-DE5D3E0928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3"/>
                <a:stretch>
                  <a:fillRect l="-928" t="-2941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6366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2CDAF-8234-F5BA-D123-6DDD5867A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BD594-950F-652B-F371-69EFCA2FE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O – svojstva</a:t>
            </a:r>
            <a:endParaRPr lang="en-US" noProof="1"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BCDF67-11D5-B80C-22D1-CD67F67CED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Invarijantnost pod pozitivnim skaliranjem.</a:t>
                </a:r>
                <a:endParaRPr lang="en-US" u="sng" noProof="1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noProof="1"/>
                  <a:t>Neka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 i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. Tada je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b="1" noProof="1">
                    <a:ea typeface="Cambria Math" panose="02040503050406030204" pitchFamily="18" charset="0"/>
                  </a:rPr>
                  <a:t>Dokaz.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𝐶𝑓</m:t>
                          </m:r>
                        </m:e>
                      </m:d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𝐶𝑓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BCDF67-11D5-B80C-22D1-CD67F67CED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9874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84458-D50B-FE99-01DA-F63F98A29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07661-B753-C027-D814-304C7FD63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O 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D6B34D-17ED-DB04-9962-B5BD6B480D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u="sng" noProof="1"/>
                  <a:t>Pravilo sabiranja.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noProof="1" dirty="0" smtClean="0"/>
                      <m:t>Neka</m:t>
                    </m:r>
                    <m:r>
                      <m:rPr>
                        <m:nor/>
                      </m:rPr>
                      <a:rPr lang="en-US" b="0" i="0" noProof="1" dirty="0" smtClean="0"/>
                      <m:t> </m:t>
                    </m:r>
                    <m:r>
                      <m:rPr>
                        <m:nor/>
                      </m:rPr>
                      <a:rPr lang="en-US" b="0" i="0" noProof="1" dirty="0" smtClean="0"/>
                      <m:t>va</m:t>
                    </m:r>
                    <m:r>
                      <m:rPr>
                        <m:nor/>
                      </m:rPr>
                      <a:rPr lang="en-US" b="0" i="0" noProof="1" dirty="0" smtClean="0"/>
                      <m:t>ž</m:t>
                    </m:r>
                    <m:r>
                      <m:rPr>
                        <m:nor/>
                      </m:rPr>
                      <a:rPr lang="en-US" b="0" i="0" noProof="1" dirty="0" smtClean="0"/>
                      <m:t>i</m:t>
                    </m:r>
                    <m:r>
                      <m:rPr>
                        <m:nor/>
                      </m:rPr>
                      <a:rPr lang="en-US" noProof="1" dirty="0" smtClean="0"/>
                      <m:t> 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Tada je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noProof="1"/>
              </a:p>
              <a:p>
                <a:pPr algn="just"/>
                <a:r>
                  <a:rPr lang="en-US" b="1" noProof="1"/>
                  <a:t>Dokaz. </a:t>
                </a:r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𝑐𝑓</m:t>
                      </m:r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𝑐𝑓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𝑐𝑓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0" i="1" noProof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D6B34D-17ED-DB04-9962-B5BD6B480D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7303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9DFE-8E62-3519-A8A7-1F9B9542B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4DF6F-3A3D-FD60-9575-91CAC1422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O 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E1A6BA-7BDE-4018-85D6-4D52AFDCC9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Pravilo sabiranja.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noProof="1" dirty="0" smtClean="0"/>
                      <m:t>Neka</m:t>
                    </m:r>
                    <m:r>
                      <m:rPr>
                        <m:nor/>
                      </m:rPr>
                      <a:rPr lang="en-US" b="0" i="0" noProof="1" dirty="0" smtClean="0"/>
                      <m:t> </m:t>
                    </m:r>
                    <m:r>
                      <m:rPr>
                        <m:nor/>
                      </m:rPr>
                      <a:rPr lang="en-US" b="0" i="0" noProof="1" dirty="0" smtClean="0"/>
                      <m:t>va</m:t>
                    </m:r>
                    <m:r>
                      <m:rPr>
                        <m:nor/>
                      </m:rPr>
                      <a:rPr lang="en-US" b="0" i="0" noProof="1" dirty="0" smtClean="0"/>
                      <m:t>ž</m:t>
                    </m:r>
                    <m:r>
                      <m:rPr>
                        <m:nor/>
                      </m:rPr>
                      <a:rPr lang="en-US" b="0" i="0" noProof="1" dirty="0" smtClean="0"/>
                      <m:t>i</m:t>
                    </m:r>
                    <m:r>
                      <m:rPr>
                        <m:nor/>
                      </m:rPr>
                      <a:rPr lang="en-US" noProof="1" dirty="0" smtClean="0"/>
                      <m:t> 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. Važi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𝑐h</m:t>
                      </m:r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𝑐h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E1A6BA-7BDE-4018-85D6-4D52AFDCC9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8680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B89BA-C3A9-4850-4319-27C0B27C0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8741C-A907-829E-B9BB-FAC407C48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O 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F3E566-7EA0-8118-B4B8-09A1A2CF76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5610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Uslovljena zatvorenost pod nenegativnom translacijom.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noProof="1" dirty="0" smtClean="0"/>
                      <m:t>Neka</m:t>
                    </m:r>
                    <m:r>
                      <m:rPr>
                        <m:nor/>
                      </m:rPr>
                      <a:rPr lang="en-US" b="0" i="0" noProof="1" dirty="0" smtClean="0"/>
                      <m:t> </m:t>
                    </m:r>
                    <m:r>
                      <m:rPr>
                        <m:nor/>
                      </m:rPr>
                      <a:rPr lang="en-US" b="0" i="0" noProof="1" dirty="0" smtClean="0"/>
                      <m:t>va</m:t>
                    </m:r>
                    <m:r>
                      <m:rPr>
                        <m:nor/>
                      </m:rPr>
                      <a:rPr lang="en-US" b="0" i="0" noProof="1" dirty="0" smtClean="0"/>
                      <m:t>ž</m:t>
                    </m:r>
                    <m:r>
                      <m:rPr>
                        <m:nor/>
                      </m:rPr>
                      <a:rPr lang="en-US" b="0" i="0" noProof="1" dirty="0" smtClean="0"/>
                      <m:t>i</m:t>
                    </m:r>
                    <m:r>
                      <m:rPr>
                        <m:nor/>
                      </m:rPr>
                      <a:rPr lang="en-US" noProof="1" dirty="0" smtClean="0"/>
                      <m:t> 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≥0</m:t>
                        </m:r>
                      </m:sup>
                    </m:sSup>
                  </m:oMath>
                </a14:m>
                <a:r>
                  <a:rPr lang="en-US" noProof="1"/>
                  <a:t> i</a:t>
                </a:r>
                <a:r>
                  <a:rPr lang="en-US" noProof="1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/>
                  <a:t>. </a:t>
                </a:r>
              </a:p>
              <a:p>
                <a:pPr algn="just"/>
                <a:r>
                  <a:rPr lang="en-US" noProof="1"/>
                  <a:t>Tada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noProof="1" dirty="0" smtClean="0"/>
                      <m:t>.</m:t>
                    </m:r>
                  </m:oMath>
                </a14:m>
                <a:endParaRPr lang="en-US" noProof="1"/>
              </a:p>
              <a:p>
                <a:pPr algn="just"/>
                <a:r>
                  <a:rPr lang="en-US" b="1" noProof="1"/>
                  <a:t>Dokaz.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US" b="0" noProof="1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den>
                          </m:f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den>
                          </m:f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noProof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F3E566-7EA0-8118-B4B8-09A1A2CF76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56105"/>
                <a:ext cx="10515600" cy="4351338"/>
              </a:xfrm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197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B9F14-226A-47AB-A5DA-4750F2EB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DD21C-3FE8-A1DF-BAD2-C2FFB8A67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O</a:t>
            </a:r>
            <a:r>
              <a:rPr lang="en-US" noProof="1"/>
              <a:t>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286B06-63AD-9DA1-2553-21A906A740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Pravilo množenja.</a:t>
                </a:r>
              </a:p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noProof="1"/>
                  <a:t>. Važi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𝑓h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𝑐h</m:t>
                      </m:r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𝑓𝑐h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𝑐𝑓h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𝑓h</m:t>
                          </m:r>
                        </m:e>
                      </m:d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286B06-63AD-9DA1-2553-21A906A740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812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053C2-B350-3757-81ED-81D5123AA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D03AB-557F-B272-7D12-8C70ECDCB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O</a:t>
            </a:r>
            <a:r>
              <a:rPr lang="en-US" noProof="1"/>
              <a:t>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29F33E-FD3E-5CFA-CBFA-06B2F56B4B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Pravilo dijeljenja.</a:t>
                </a:r>
              </a:p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noProof="1"/>
                  <a:t>. Važi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den>
                        </m:f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𝑐h</m:t>
                      </m:r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𝑓𝑐h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𝑐h</m:t>
                          </m:r>
                        </m:den>
                      </m:f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f>
                        <m:f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29F33E-FD3E-5CFA-CBFA-06B2F56B4B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805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4E60C-6B13-79F3-A8FC-971FCF3FD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4D33E-B35E-19AC-B5C2-70097EA51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O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0612C2-46BD-C602-6B91-7BA97376C9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Pravilo oduzimanja (1).</a:t>
                </a:r>
              </a:p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/>
                  <a:t>. Važi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b="0" i="1" noProof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0612C2-46BD-C602-6B91-7BA97376C9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807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16BF7-9A2E-5129-1D56-967A45B06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DA039-6AA1-A00A-9F78-8625C398C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O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4CC4D4-9519-22DA-780B-F5F0EB696E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Pravilo oduzimanja (2).</a:t>
                </a:r>
              </a:p>
              <a:p>
                <a:pPr algn="just"/>
                <a:r>
                  <a:rPr lang="en-US" noProof="1"/>
                  <a:t>Ako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može li da važi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noProof="1"/>
                  <a:t>?</a:t>
                </a:r>
              </a:p>
              <a:p>
                <a:pPr algn="just"/>
                <a:r>
                  <a:rPr lang="en-US" noProof="1"/>
                  <a:t>Intuicija: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Ο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num>
                            <m:den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4CC4D4-9519-22DA-780B-F5F0EB696E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836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B346C-CD6E-1B59-D9B2-08F3B4FCE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BF125-2F2B-2065-7DB3-202A73A40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O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1D6D0C-8EEE-3300-AE91-2BF4EF24DE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u="sng" noProof="1"/>
                  <a:t>Pravilo oduzimanja (2).</a:t>
                </a:r>
              </a:p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∃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0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max</m:t>
                    </m:r>
                    <m:f>
                      <m:f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noProof="1"/>
                  <a:t>. Tada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noProof="1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noProof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noProof="1" dirty="0" smtClean="0">
                          <a:latin typeface="Cambria Math" panose="02040503050406030204" pitchFamily="18" charset="0"/>
                        </a:rPr>
                        <m:t>max</m:t>
                      </m:r>
                      <m:f>
                        <m:f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𝐵𝑓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𝐵𝑓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≤−</m:t>
                      </m:r>
                      <m:f>
                        <m:f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strike="sngStrike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US" b="0" i="1" strike="sngStrike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𝐵𝑓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1D6D0C-8EEE-3300-AE91-2BF4EF24DE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928" t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0116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22359-16E9-8CCC-03E7-11E046B97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AF932-DDC8-FA3B-272D-7767D3374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O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AD2D03-2D76-85C7-4482-97BCC8BE25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Pravilo oduzimanja (3).</a:t>
                </a:r>
              </a:p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noProof="1"/>
                  <a:t>. Tada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en-US" noProof="1"/>
              </a:p>
              <a:p>
                <a:pPr algn="just"/>
                <a:r>
                  <a:rPr lang="en-US" b="1" noProof="1"/>
                  <a:t>Dokaz.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𝑐𝑓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AD2D03-2D76-85C7-4482-97BCC8BE25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3482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8F8F99A-2B22-C78C-B27F-F1CB19DF4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12630-8F05-BD88-7081-4FB4911B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O</a:t>
            </a:r>
            <a:r>
              <a:rPr lang="en-US" noProof="1"/>
              <a:t>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AAF2A-AD90-130A-C4D4-E3A800D5FE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Pravilo oduzimanja (4).</a:t>
                </a:r>
              </a:p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/>
                  <a:t>. </a:t>
                </a:r>
              </a:p>
              <a:p>
                <a:pPr algn="just"/>
                <a:r>
                  <a:rPr lang="en-US" noProof="1">
                    <a:ea typeface="Cambria Math" panose="02040503050406030204" pitchFamily="18" charset="0"/>
                  </a:rPr>
                  <a:t>Neka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Tada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+1⇒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endParaRPr lang="en-US" b="0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AAF2A-AD90-130A-C4D4-E3A800D5FE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251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997C5C3-D8FF-B415-D4AF-EE4D64A48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0259B-110E-2A8A-26E6-C6BB5DB66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O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BD784E-02E9-6B63-206A-2CE09B47B3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Pravilo oduzimanja (5).</a:t>
                </a:r>
              </a:p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noProof="1"/>
                  <a:t>. Neka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b="0" i="0" noProof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b="0" i="0" noProof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. </a:t>
                </a:r>
                <a:r>
                  <a:rPr lang="en-US" noProof="1"/>
                  <a:t>Neka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  <m: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∖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num>
                          <m:den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func>
                  </m:oMath>
                </a14:m>
                <a:r>
                  <a:rPr lang="en-US" noProof="1"/>
                  <a:t> i neka je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lim>
                        </m:limLow>
                      </m:fName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Tada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noProof="1"/>
                  <a:t>. </a:t>
                </a:r>
              </a:p>
              <a:p>
                <a:pPr algn="just"/>
                <a:r>
                  <a:rPr lang="en-US" b="1" noProof="1"/>
                  <a:t>Dokaz. </a:t>
                </a:r>
                <a:endParaRPr lang="en-US" b="0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BD784E-02E9-6B63-206A-2CE09B47B3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45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06FD4FF-7F4E-DDAF-4AFA-2856A7EE4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F4D76-7577-EE6E-8E0F-437AF0719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O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C3C626-45D4-C0BA-4726-6C000D1FD7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Pravilo oduzimanja (6).</a:t>
                </a:r>
              </a:p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noProof="1"/>
                  <a:t>. </a:t>
                </a:r>
              </a:p>
              <a:p>
                <a:pPr algn="just"/>
                <a:r>
                  <a:rPr lang="en-US" noProof="1">
                    <a:ea typeface="Cambria Math" panose="02040503050406030204" pitchFamily="18" charset="0"/>
                  </a:rPr>
                  <a:t>Neka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Tada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noProof="1"/>
              </a:p>
              <a:p>
                <a:pPr algn="just"/>
                <a:r>
                  <a:rPr lang="en-US" b="1" noProof="1"/>
                  <a:t>Dokaz.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𝑐𝑓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𝑐𝑔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𝑐𝑓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+1⇒</m:t>
                      </m:r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C3C626-45D4-C0BA-4726-6C000D1FD7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6661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F4945-A429-59F7-1EC9-58A3CC2E3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08D0E-120A-A1E1-9662-BFF99477D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Ω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BF065A-A4ED-7F84-659B-0468E7A039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noProof="1"/>
                  <a:t>Neka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noProof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e>
                    </m:d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noProof="1">
                    <a:ea typeface="Cambria Math" panose="02040503050406030204" pitchFamily="18" charset="0"/>
                  </a:rPr>
                  <a:t>Relacija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, nad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sr-Latn-BA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sr-Latn-BA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, čita se “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 je ograničeno odozdo sa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”.</a:t>
                </a:r>
              </a:p>
              <a:p>
                <a:pPr algn="just"/>
                <a:r>
                  <a:rPr lang="en-US" u="sng" noProof="1">
                    <a:ea typeface="Cambria Math" panose="02040503050406030204" pitchFamily="18" charset="0"/>
                  </a:rPr>
                  <a:t>Ekvivalentne</a:t>
                </a:r>
                <a:r>
                  <a:rPr lang="en-US" b="1" u="sng" noProof="1">
                    <a:ea typeface="Cambria Math" panose="02040503050406030204" pitchFamily="18" charset="0"/>
                  </a:rPr>
                  <a:t> </a:t>
                </a:r>
                <a:r>
                  <a:rPr lang="en-US" u="sng" noProof="1">
                    <a:ea typeface="Cambria Math" panose="02040503050406030204" pitchFamily="18" charset="0"/>
                  </a:rPr>
                  <a:t>O i </a:t>
                </a:r>
                <a:r>
                  <a:rPr lang="en-US" u="sng" noProof="1"/>
                  <a:t>Ω </a:t>
                </a:r>
                <a:r>
                  <a:rPr lang="en-US" u="sng" noProof="1">
                    <a:ea typeface="Cambria Math" panose="02040503050406030204" pitchFamily="18" charset="0"/>
                  </a:rPr>
                  <a:t>notacije.</a:t>
                </a:r>
                <a:r>
                  <a:rPr lang="en-US" noProof="1"/>
                  <a:t> Neka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>
                    <a:ea typeface="Cambria Math" panose="02040503050406030204" pitchFamily="18" charset="0"/>
                  </a:rPr>
                  <a:t>Dokaz. </a:t>
                </a:r>
                <a:r>
                  <a:rPr lang="en-US" noProof="1">
                    <a:ea typeface="Cambria Math" panose="02040503050406030204" pitchFamily="18" charset="0"/>
                  </a:rPr>
                  <a:t>Iz def.: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noProof="1" dirty="0" smtClean="0">
                            <a:latin typeface="Cambria Math" panose="02040503050406030204" pitchFamily="18" charset="0"/>
                          </a:rPr>
                          <m:t>Ω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e>
                    </m:d>
                  </m:oMath>
                </a14:m>
                <a:endParaRPr lang="en-US" noProof="1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u="sng" noProof="1">
                    <a:ea typeface="Cambria Math" panose="02040503050406030204" pitchFamily="18" charset="0"/>
                  </a:rPr>
                  <a:t>Refleksivnost.</a:t>
                </a:r>
                <a:r>
                  <a:rPr lang="en-US" noProof="1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. </a:t>
                </a:r>
                <a:r>
                  <a:rPr lang="en-US" b="1" noProof="1">
                    <a:ea typeface="Cambria Math" panose="02040503050406030204" pitchFamily="18" charset="0"/>
                  </a:rPr>
                  <a:t>Dokaz.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u="sng" noProof="1">
                    <a:ea typeface="Cambria Math" panose="02040503050406030204" pitchFamily="18" charset="0"/>
                  </a:rPr>
                  <a:t>Tranzitivnost.</a:t>
                </a:r>
                <a:r>
                  <a:rPr lang="en-US" noProof="1">
                    <a:ea typeface="Cambria Math" panose="02040503050406030204" pitchFamily="18" charset="0"/>
                  </a:rPr>
                  <a:t> Neka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</a:t>
                </a:r>
                <a:endParaRPr lang="en-US" i="1" noProof="1">
                  <a:latin typeface="Cambria Math" panose="02040503050406030204" pitchFamily="18" charset="0"/>
                </a:endParaRPr>
              </a:p>
              <a:p>
                <a:pPr algn="just"/>
                <a:r>
                  <a:rPr lang="en-US" noProof="1"/>
                  <a:t>Tada važi: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 ∧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noProof="1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b="1" noProof="1">
                    <a:ea typeface="Cambria Math" panose="02040503050406030204" pitchFamily="18" charset="0"/>
                  </a:rPr>
                  <a:t>Dokaz.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 ∧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en-US" b="0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</a:endParaRPr>
              </a:p>
              <a:p>
                <a:pPr algn="just"/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noProof="1"/>
              </a:p>
              <a:p>
                <a:pPr algn="just"/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BF065A-A4ED-7F84-659B-0468E7A039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2786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584DD-504E-DE60-EA9E-9341FF8EA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BCAE-66C2-81AB-F5D5-16AAE64CA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Ω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9A463B-28DB-CCDA-F7A8-A068123667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algn="just"/>
                <a:r>
                  <a:rPr lang="en-US" u="sng" noProof="1">
                    <a:ea typeface="Cambria Math" panose="02040503050406030204" pitchFamily="18" charset="0"/>
                  </a:rPr>
                  <a:t>Inkluzivnost.</a:t>
                </a:r>
                <a:r>
                  <a:rPr lang="en-US" noProof="1">
                    <a:ea typeface="Cambria Math" panose="02040503050406030204" pitchFamily="18" charset="0"/>
                  </a:rPr>
                  <a:t> </a:t>
                </a:r>
              </a:p>
              <a:p>
                <a:pPr algn="just"/>
                <a:r>
                  <a:rPr lang="en-US" noProof="1">
                    <a:ea typeface="Cambria Math" panose="02040503050406030204" pitchFamily="18" charset="0"/>
                  </a:rPr>
                  <a:t>(1)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noProof="1" dirty="0" smtClean="0"/>
                      <m:t>Neka</m:t>
                    </m:r>
                    <m:r>
                      <m:rPr>
                        <m:nor/>
                      </m:rPr>
                      <a:rPr lang="en-US" noProof="1" dirty="0" smtClean="0"/>
                      <m:t> </m:t>
                    </m:r>
                    <m:r>
                      <m:rPr>
                        <m:nor/>
                      </m:rPr>
                      <a:rPr lang="en-US" noProof="1" dirty="0" smtClean="0"/>
                      <m:t>va</m:t>
                    </m:r>
                    <m:r>
                      <m:rPr>
                        <m:nor/>
                      </m:rPr>
                      <a:rPr lang="en-US" noProof="1" dirty="0" smtClean="0"/>
                      <m:t>ž</m:t>
                    </m:r>
                    <m:r>
                      <m:rPr>
                        <m:nor/>
                      </m:rPr>
                      <a:rPr lang="en-US" noProof="1" dirty="0" smtClean="0"/>
                      <m:t>i</m:t>
                    </m:r>
                    <m:r>
                      <m:rPr>
                        <m:nor/>
                      </m:rPr>
                      <a:rPr lang="en-US" noProof="1" dirty="0" smtClean="0"/>
                      <m:t> 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 Tada,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. </a:t>
                </a:r>
              </a:p>
              <a:p>
                <a:pPr algn="just"/>
                <a:r>
                  <a:rPr lang="en-US" b="1" noProof="1"/>
                  <a:t>Dokaz. </a:t>
                </a:r>
              </a:p>
              <a:p>
                <a:pPr algn="just"/>
                <a:r>
                  <a:rPr lang="en-US" noProof="1"/>
                  <a:t>Neka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. </a:t>
                </a:r>
                <a:endParaRPr lang="en-US" i="1" noProof="1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 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noProof="1"/>
                  <a:t>(2) Neka važi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Tada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b="0" i="0" noProof="1" dirty="0" smtClean="0">
                            <a:latin typeface="Cambria Math" panose="02040503050406030204" pitchFamily="18" charset="0"/>
                          </a:rPr>
                          <m:t>Ω</m:t>
                        </m:r>
                        <m:d>
                          <m:d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b="0" i="0" noProof="1" dirty="0" smtClean="0">
                            <a:latin typeface="Cambria Math" panose="02040503050406030204" pitchFamily="18" charset="0"/>
                          </a:rPr>
                          <m:t>Ω</m:t>
                        </m:r>
                        <m:d>
                          <m:d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noProof="1" dirty="0" smtClean="0">
                            <a:latin typeface="Cambria Math" panose="02040503050406030204" pitchFamily="18" charset="0"/>
                          </a:rPr>
                          <m:t>Ω</m:t>
                        </m:r>
                        <m:d>
                          <m:d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noProof="1" dirty="0" smtClean="0">
                            <a:latin typeface="Cambria Math" panose="02040503050406030204" pitchFamily="18" charset="0"/>
                          </a:rPr>
                          <m:t>Ω</m:t>
                        </m:r>
                        <m:d>
                          <m:d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</a:p>
              <a:p>
                <a:pPr algn="just"/>
                <a14:m>
                  <m:oMath xmlns:m="http://schemas.openxmlformats.org/officeDocument/2006/math">
                    <m:d>
                      <m:dPr>
                        <m:ctrlPr>
                          <a:rPr lang="en-US" b="1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b="0" i="0" noProof="1" dirty="0" smtClean="0">
                            <a:latin typeface="Cambria Math" panose="02040503050406030204" pitchFamily="18" charset="0"/>
                          </a:rPr>
                          <m:t>Ω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m:rPr>
                            <m:sty m:val="p"/>
                          </m:rPr>
                          <a:rPr lang="en-US" b="0" i="0" noProof="1" dirty="0" smtClean="0">
                            <a:latin typeface="Cambria Math" panose="02040503050406030204" pitchFamily="18" charset="0"/>
                          </a:rPr>
                          <m:t>Ω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⊆</m:t>
                        </m:r>
                        <m:r>
                          <m:rPr>
                            <m:sty m:val="p"/>
                          </m:rPr>
                          <a:rPr lang="en-US" b="0" i="0" noProof="1" dirty="0" smtClean="0">
                            <a:latin typeface="Cambria Math" panose="02040503050406030204" pitchFamily="18" charset="0"/>
                          </a:rPr>
                          <m:t>Ω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b="0" i="0" noProof="1" dirty="0" smtClean="0">
                            <a:latin typeface="Cambria Math" panose="02040503050406030204" pitchFamily="18" charset="0"/>
                          </a:rPr>
                          <m:t>Ω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m:rPr>
                            <m:sty m:val="p"/>
                          </m:rPr>
                          <a:rPr lang="en-US" b="0" i="0" noProof="1" dirty="0" smtClean="0">
                            <a:latin typeface="Cambria Math" panose="02040503050406030204" pitchFamily="18" charset="0"/>
                          </a:rPr>
                          <m:t>Ω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⊆</m:t>
                        </m:r>
                        <m:r>
                          <m:rPr>
                            <m:sty m:val="p"/>
                          </m:rPr>
                          <a:rPr lang="en-US" b="0" i="0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d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noProof="1"/>
              </a:p>
              <a:p>
                <a:pPr algn="just"/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9A463B-28DB-CCDA-F7A8-A068123667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250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E9454-0C4C-06D2-B11C-CD0E58258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DF405-F7B6-D28B-1E5E-FE386B8C7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Ω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15C6E6-C377-0316-86BD-880E5525F2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O-Ω dualnost.</a:t>
                </a:r>
              </a:p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 Tada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)≡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b="0" noProof="1"/>
                  <a:t>.</a:t>
                </a:r>
              </a:p>
              <a:p>
                <a:pPr algn="just"/>
                <a:r>
                  <a:rPr lang="en-US" b="1" noProof="1">
                    <a:ea typeface="Cambria Math" panose="02040503050406030204" pitchFamily="18" charset="0"/>
                  </a:rPr>
                  <a:t>Dokaz. </a:t>
                </a:r>
              </a:p>
              <a:p>
                <a:pPr algn="just"/>
                <a:r>
                  <a:rPr lang="en-US" noProof="1">
                    <a:ea typeface="Cambria Math" panose="02040503050406030204" pitchFamily="18" charset="0"/>
                  </a:rPr>
                  <a:t>1)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en-US" b="0" noProof="1"/>
              </a:p>
              <a:p>
                <a:pPr algn="just"/>
                <a:r>
                  <a:rPr lang="en-US" noProof="1">
                    <a:ea typeface="Cambria Math" panose="02040503050406030204" pitchFamily="18" charset="0"/>
                  </a:rPr>
                  <a:t>2)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en-US" b="1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15C6E6-C377-0316-86BD-880E5525F2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943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AEAB4-BCDD-A439-823D-47BD86596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8C378-216A-FB98-1468-1656A1111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Ω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B7729D-5408-3BE5-CB65-2C5EAD99A4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Ekvivalentnost O i Ω jednakosti.</a:t>
                </a:r>
              </a:p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>
                    <a:ea typeface="Cambria Math" panose="02040503050406030204" pitchFamily="18" charset="0"/>
                  </a:rPr>
                  <a:t>Dokaz. </a:t>
                </a:r>
              </a:p>
              <a:p>
                <a:pPr algn="just"/>
                <a:r>
                  <a:rPr lang="en-US" noProof="1">
                    <a:ea typeface="Cambria Math" panose="02040503050406030204" pitchFamily="18" charset="0"/>
                  </a:rPr>
                  <a:t>1)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noProof="1">
                  <a:latin typeface="Cambria Math" panose="02040503050406030204" pitchFamily="18" charset="0"/>
                </a:endParaRPr>
              </a:p>
              <a:p>
                <a:pPr algn="just"/>
                <a:r>
                  <a:rPr lang="en-US" noProof="1">
                    <a:ea typeface="Cambria Math" panose="02040503050406030204" pitchFamily="18" charset="0"/>
                  </a:rPr>
                  <a:t>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B7729D-5408-3BE5-CB65-2C5EAD99A4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931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9DA64-FF4E-7301-4905-2A48EB20B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BBDAC-77E6-2CB9-CC11-C472D65F7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Ω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EEB55E-5F36-68A6-037A-243DD02280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u="sng" noProof="1">
                    <a:solidFill>
                      <a:prstClr val="black"/>
                    </a:solidFill>
                  </a:rPr>
                  <a:t>Konstantnost donjih granica u slučaju konačnog domena.</a:t>
                </a:r>
                <a:endParaRPr lang="en-US" u="sng" noProof="1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noProof="1" dirty="0" smtClean="0"/>
                      <m:t>Neka</m:t>
                    </m:r>
                    <m:r>
                      <m:rPr>
                        <m:nor/>
                      </m:rPr>
                      <a:rPr lang="en-US" noProof="1" dirty="0" smtClean="0"/>
                      <m:t> </m:t>
                    </m:r>
                    <m:r>
                      <m:rPr>
                        <m:nor/>
                      </m:rPr>
                      <a:rPr lang="en-US" b="0" i="0" noProof="1" dirty="0" smtClean="0"/>
                      <m:t>je</m:t>
                    </m:r>
                    <m:r>
                      <m:rPr>
                        <m:nor/>
                      </m:rPr>
                      <a:rPr lang="en-US" noProof="1" dirty="0" smtClean="0"/>
                      <m:t> 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 i neka je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1) Tada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noProof="1"/>
                  <a:t>2) Tada je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</a:t>
                </a:r>
              </a:p>
              <a:p>
                <a:pPr algn="just"/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i="1" noProof="1">
                  <a:latin typeface="Cambria Math" panose="02040503050406030204" pitchFamily="18" charset="0"/>
                </a:endParaRPr>
              </a:p>
              <a:p>
                <a:pPr algn="just"/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noProof="1"/>
              </a:p>
              <a:p>
                <a:pPr algn="just"/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EEB55E-5F36-68A6-037A-243DD02280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2921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9DA64-FF4E-7301-4905-2A48EB20B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BBDAC-77E6-2CB9-CC11-C472D65F7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Ω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– svojstva</a:t>
            </a:r>
            <a:endParaRPr lang="en-US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EEB55E-5F36-68A6-037A-243DD02280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u="sng" noProof="1">
                    <a:solidFill>
                      <a:prstClr val="black"/>
                    </a:solidFill>
                  </a:rPr>
                  <a:t>Nerazlikovanje skupa donjih granica u slučaju konačnog domena.</a:t>
                </a:r>
                <a:endParaRPr lang="en-US" u="sng" noProof="1"/>
              </a:p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 i neka je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1) Tada je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i="1" noProof="1">
                  <a:latin typeface="Cambria Math" panose="02040503050406030204" pitchFamily="18" charset="0"/>
                </a:endParaRPr>
              </a:p>
              <a:p>
                <a:pPr algn="just"/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noProof="1"/>
              </a:p>
              <a:p>
                <a:pPr algn="just"/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EEB55E-5F36-68A6-037A-243DD02280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50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EF578-2899-AC94-E105-557C48652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7512-E969-058B-4D7E-C146110BB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Ω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0A7D6A-E2D7-5F8B-1EAE-5C7FA6F6BD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algn="just"/>
                <a:r>
                  <a:rPr lang="en-US" u="sng" noProof="1">
                    <a:solidFill>
                      <a:prstClr val="black"/>
                    </a:solidFill>
                  </a:rPr>
                  <a:t>Nasljeđivanje niže donje granice od restrikcija na podskupove iz binarne particije domena.</a:t>
                </a:r>
                <a:endParaRPr lang="en-US" u="sng" noProof="1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noProof="1" dirty="0" smtClean="0"/>
                      <m:t>Neka</m:t>
                    </m:r>
                    <m:r>
                      <m:rPr>
                        <m:nor/>
                      </m:rPr>
                      <a:rPr lang="en-US" noProof="1" dirty="0" smtClean="0"/>
                      <m:t> </m:t>
                    </m:r>
                    <m:r>
                      <m:rPr>
                        <m:nor/>
                      </m:rPr>
                      <a:rPr lang="en-US" b="0" i="0" noProof="1" dirty="0" smtClean="0"/>
                      <m:t>su</m:t>
                    </m:r>
                    <m:r>
                      <m:rPr>
                        <m:nor/>
                      </m:rPr>
                      <a:rPr lang="en-US" noProof="1" dirty="0" smtClean="0"/>
                      <m:t> 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noProof="1"/>
                  <a:t> i neka je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Neka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t.d.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noProof="1"/>
                  <a:t>Neka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∖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t.d.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∖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∖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noProof="1"/>
                  <a:t>Neka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t.d.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noProof="1"/>
                  <a:t>Neka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t.d.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noProof="1"/>
                  <a:t>Neka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∖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t.d.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∖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∖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noProof="1"/>
                  <a:t>Ako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∖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∖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noProof="1"/>
                  <a:t>, onda je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∃</m:t>
                        </m:r>
                        <m:sSub>
                          <m:sSub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noProof="1" dirty="0" smtClean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∃</m:t>
                          </m:r>
                          <m:sSub>
                            <m:sSub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∖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∖</m:t>
                              </m:r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d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∃</m:t>
                          </m:r>
                          <m:sSub>
                            <m:sSub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∖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∖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</a:endParaRPr>
              </a:p>
              <a:p>
                <a:pPr algn="just"/>
                <a:r>
                  <a:rPr lang="en-US" noProof="1"/>
                  <a:t>Slijedi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,</a:t>
                </a:r>
                <a:r>
                  <a:rPr lang="en-US" noProof="1"/>
                  <a:t> pa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i="1" noProof="1">
                  <a:latin typeface="Cambria Math" panose="02040503050406030204" pitchFamily="18" charset="0"/>
                </a:endParaRPr>
              </a:p>
              <a:p>
                <a:pPr algn="just"/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noProof="1"/>
              </a:p>
              <a:p>
                <a:pPr algn="just"/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0A7D6A-E2D7-5F8B-1EAE-5C7FA6F6BD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393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B5CD7-1D1D-CDD8-43A0-33C42ECED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6A677-4257-83F9-179D-528EE6745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Asimptotska notacija – primjer granica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CAEEA2-F788-CE72-DFD2-05B8254F78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b="1" noProof="1">
                    <a:latin typeface="Consolas" panose="020B0609020204030204" pitchFamily="49" charset="0"/>
                  </a:rPr>
                  <a:t>DiscretePlot[(n mod 2)*n^2 + (1 - n mod 2)*n, {n, 1, 8}]</a:t>
                </a:r>
              </a:p>
              <a:p>
                <a:endParaRPr lang="en-US" sz="2400" b="1" noProof="1">
                  <a:latin typeface="Consolas" panose="020B0609020204030204" pitchFamily="49" charset="0"/>
                </a:endParaRPr>
              </a:p>
              <a:p>
                <a:endParaRPr lang="en-US" sz="2400" b="1" noProof="1">
                  <a:latin typeface="Consolas" panose="020B0609020204030204" pitchFamily="49" charset="0"/>
                </a:endParaRPr>
              </a:p>
              <a:p>
                <a:endParaRPr lang="en-US" sz="2400" b="1" noProof="1">
                  <a:latin typeface="Consolas" panose="020B0609020204030204" pitchFamily="49" charset="0"/>
                </a:endParaRPr>
              </a:p>
              <a:p>
                <a:endParaRPr lang="en-US" sz="2400" b="1" noProof="1">
                  <a:latin typeface="Consolas" panose="020B0609020204030204" pitchFamily="49" charset="0"/>
                </a:endParaRPr>
              </a:p>
              <a:p>
                <a:endParaRPr lang="en-US" sz="2400" b="1" noProof="1">
                  <a:latin typeface="Consolas" panose="020B0609020204030204" pitchFamily="49" charset="0"/>
                </a:endParaRPr>
              </a:p>
              <a:p>
                <a:endParaRPr lang="en-US" sz="2400" b="1" noProof="1">
                  <a:latin typeface="Consolas" panose="020B0609020204030204" pitchFamily="49" charset="0"/>
                </a:endParaRPr>
              </a:p>
              <a:p>
                <a:endParaRPr lang="en-US" sz="2400" b="1" noProof="1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noProof="1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CAEEA2-F788-CE72-DFD2-05B8254F78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248A3BA-1F0D-EB91-3B9B-878D4E3BE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062" y="2429669"/>
            <a:ext cx="509587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5832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85A83-0916-419F-9F33-5E0116F0B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9E54A-DF97-3F66-889F-09968DAE0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Ω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– svojstva – v</a:t>
            </a:r>
            <a:r>
              <a:rPr kumimoji="0" lang="en-US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eza sa graničnim procesima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D14EC1-3DBC-458F-CBF1-02E98AD76A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noProof="1" dirty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  <m:r>
                              <a:rPr lang="en-US" b="0" i="0" noProof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noProof="1" dirty="0" smtClean="0">
                                <a:latin typeface="Cambria Math" panose="02040503050406030204" pitchFamily="18" charset="0"/>
                              </a:rPr>
                              <m:t>sup</m:t>
                            </m:r>
                          </m:e>
                          <m:lim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num>
                          <m:den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≥0</m:t>
                        </m:r>
                      </m:sup>
                    </m:sSup>
                  </m:oMath>
                </a14:m>
                <a:r>
                  <a:rPr lang="en-US" noProof="1"/>
                  <a:t>. </a:t>
                </a:r>
              </a:p>
              <a:p>
                <a:pPr algn="just"/>
                <a:r>
                  <a:rPr lang="en-US" noProof="1"/>
                  <a:t>Tada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0" noProof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noProof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D14EC1-3DBC-458F-CBF1-02E98AD76A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994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0A9A7-1287-A1C1-2C36-D63A9DFD2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DF1AD-12ED-4B81-3A92-C26F2331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Ω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– svojstva – v</a:t>
            </a:r>
            <a:r>
              <a:rPr kumimoji="0" lang="en-US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eza sa graničnim procesima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9D609A-9512-9421-D662-E8B275B9FF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noProof="1" dirty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  <m: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inf</m:t>
                            </m:r>
                          </m:e>
                          <m:lim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num>
                          <m:den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 </a:t>
                </a:r>
              </a:p>
              <a:p>
                <a:pPr algn="just"/>
                <a:r>
                  <a:rPr lang="en-US" noProof="1"/>
                  <a:t>Tada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0" noProof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noProof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9D609A-9512-9421-D662-E8B275B9FF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5541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4945D-8BFC-C899-406D-CF8528A97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4D84A-2D32-36FC-58CA-536299DE8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Ω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– svojstva – v</a:t>
            </a:r>
            <a:r>
              <a:rPr kumimoji="0" lang="en-US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eza sa graničnim procesima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C84F73-272D-96FF-D386-9BD8935F29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num>
                          <m:den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noProof="1"/>
                  <a:t>. </a:t>
                </a:r>
              </a:p>
              <a:p>
                <a:pPr algn="just"/>
                <a:r>
                  <a:rPr lang="en-US" noProof="1"/>
                  <a:t>Tada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0" noProof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noProof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C84F73-272D-96FF-D386-9BD8935F29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6524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2ED30-E21C-8B3B-2F60-F68E4765A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C2CE9-89C3-934D-DBC4-CD8E88DA4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Ω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– svojstva – v</a:t>
            </a:r>
            <a:r>
              <a:rPr kumimoji="0" lang="en-US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eza sa graničnim procesima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0B987-D755-2A57-800F-9019FE9634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num>
                          <m:den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Tada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0B987-D755-2A57-800F-9019FE9634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235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D8317-6E9C-9F57-06A4-4E6AC79CA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AC1FA-43B4-CF46-7FE9-C8120EFD3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Ω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– svojstva – s</a:t>
            </a:r>
            <a:r>
              <a:rPr kumimoji="0" lang="en-US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endvič </a:t>
            </a:r>
            <a:r>
              <a:rPr kumimoji="0" lang="en-US" b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teorema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0DB26B-96E0-F334-F30F-ECE43907EC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Ako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  <m:sSub>
                          <m:sSub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, onda: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noProof="1" dirty="0" smtClean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noProof="1" dirty="0" smtClean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noProof="1" dirty="0" smtClean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noProof="1" dirty="0" smtClean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noProof="1"/>
              </a:p>
              <a:p>
                <a:pPr algn="just"/>
                <a:r>
                  <a:rPr lang="en-US" b="1" noProof="1"/>
                  <a:t>Dokaz. </a:t>
                </a:r>
                <a:r>
                  <a:rPr lang="en-US" noProof="1"/>
                  <a:t>Slijedi iz sendvič teoreme za veliko O.</a:t>
                </a:r>
                <a:endParaRPr lang="en-US" b="1" noProof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0DB26B-96E0-F334-F30F-ECE43907EC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511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8E145-5C1E-910A-2253-D03F4A940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5E340-A49F-F6C6-3F12-F13182FAC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Ω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721493-53EA-BCDE-BB96-36AD1C27F9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Invarijantnost pod pozitivnim skaliranjem.</a:t>
                </a:r>
              </a:p>
              <a:p>
                <a:pPr algn="just"/>
                <a:r>
                  <a:rPr lang="en-US" noProof="1"/>
                  <a:t>Neka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 </a:t>
                </a:r>
              </a:p>
              <a:p>
                <a:pPr algn="just"/>
                <a:r>
                  <a:rPr lang="en-US" noProof="1"/>
                  <a:t>Tada je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𝐶𝑓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. </a:t>
                </a:r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1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1" i="0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𝐶𝑓</m:t>
                        </m:r>
                      </m:e>
                    </m:d>
                  </m:oMath>
                </a14:m>
                <a:endParaRPr lang="en-US" b="0" noProof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721493-53EA-BCDE-BB96-36AD1C27F9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259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20D03-50FE-5094-EB1F-DAF1DF2DB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192FB-CC64-50A3-37DB-EB1854FAF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Ω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2D2A8D-D45E-33E8-9B0B-0CB6E17A27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Pravilo sabiranja.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noProof="1" dirty="0" smtClean="0"/>
                      <m:t>Neka</m:t>
                    </m:r>
                    <m:r>
                      <m:rPr>
                        <m:nor/>
                      </m:rPr>
                      <a:rPr lang="en-US" b="0" i="0" noProof="1" dirty="0" smtClean="0"/>
                      <m:t> </m:t>
                    </m:r>
                    <m:r>
                      <m:rPr>
                        <m:nor/>
                      </m:rPr>
                      <a:rPr lang="en-US" b="0" i="0" noProof="1" dirty="0" smtClean="0"/>
                      <m:t>va</m:t>
                    </m:r>
                    <m:r>
                      <m:rPr>
                        <m:nor/>
                      </m:rPr>
                      <a:rPr lang="en-US" b="0" i="0" noProof="1" dirty="0" smtClean="0"/>
                      <m:t>ž</m:t>
                    </m:r>
                    <m:r>
                      <m:rPr>
                        <m:nor/>
                      </m:rPr>
                      <a:rPr lang="en-US" b="0" i="0" noProof="1" dirty="0" smtClean="0"/>
                      <m:t>i</m:t>
                    </m:r>
                    <m:r>
                      <m:rPr>
                        <m:nor/>
                      </m:rPr>
                      <a:rPr lang="en-US" noProof="1" dirty="0" smtClean="0"/>
                      <m:t> 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Tada je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noProof="1"/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noProof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2D2A8D-D45E-33E8-9B0B-0CB6E17A27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150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A939D-D1A2-27F4-FDF0-337A77C21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5DBDF-AE18-2ACD-358D-AC1F47CEC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Ω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028916-0A81-FD9C-23E5-DAC9B04126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Pravilo sabiranja.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noProof="1" dirty="0" smtClean="0"/>
                      <m:t>Neka</m:t>
                    </m:r>
                    <m:r>
                      <m:rPr>
                        <m:nor/>
                      </m:rPr>
                      <a:rPr lang="en-US" b="0" i="0" noProof="1" dirty="0" smtClean="0"/>
                      <m:t> </m:t>
                    </m:r>
                    <m:r>
                      <m:rPr>
                        <m:nor/>
                      </m:rPr>
                      <a:rPr lang="en-US" b="0" i="0" noProof="1" dirty="0" smtClean="0"/>
                      <m:t>va</m:t>
                    </m:r>
                    <m:r>
                      <m:rPr>
                        <m:nor/>
                      </m:rPr>
                      <a:rPr lang="en-US" b="0" i="0" noProof="1" dirty="0" smtClean="0"/>
                      <m:t>ž</m:t>
                    </m:r>
                    <m:r>
                      <m:rPr>
                        <m:nor/>
                      </m:rPr>
                      <a:rPr lang="en-US" b="0" i="0" noProof="1" dirty="0" smtClean="0"/>
                      <m:t>i</m:t>
                    </m:r>
                    <m:r>
                      <m:rPr>
                        <m:nor/>
                      </m:rPr>
                      <a:rPr lang="en-US" noProof="1" dirty="0" smtClean="0"/>
                      <m:t> 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. Važi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endParaRPr lang="en-US" i="1" noProof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028916-0A81-FD9C-23E5-DAC9B04126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8736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503C-DB5E-558F-F0DF-047EF28E6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0EEFF-EBC1-0609-9ACF-F2D0FCFB9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Ω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6129CB-228A-999E-6B66-B535EBC6FC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Uslovljena zatvorenost pod nenegativnom translacijom.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noProof="1" dirty="0" smtClean="0"/>
                      <m:t>Neka</m:t>
                    </m:r>
                    <m:r>
                      <m:rPr>
                        <m:nor/>
                      </m:rPr>
                      <a:rPr lang="en-US" b="0" i="0" noProof="1" dirty="0" smtClean="0"/>
                      <m:t> </m:t>
                    </m:r>
                    <m:r>
                      <m:rPr>
                        <m:nor/>
                      </m:rPr>
                      <a:rPr lang="en-US" b="0" i="0" noProof="1" dirty="0" smtClean="0"/>
                      <m:t>va</m:t>
                    </m:r>
                    <m:r>
                      <m:rPr>
                        <m:nor/>
                      </m:rPr>
                      <a:rPr lang="en-US" b="0" i="0" noProof="1" dirty="0" smtClean="0"/>
                      <m:t>ž</m:t>
                    </m:r>
                    <m:r>
                      <m:rPr>
                        <m:nor/>
                      </m:rPr>
                      <a:rPr lang="en-US" b="0" i="0" noProof="1" dirty="0" smtClean="0"/>
                      <m:t>i</m:t>
                    </m:r>
                    <m:r>
                      <m:rPr>
                        <m:nor/>
                      </m:rPr>
                      <a:rPr lang="en-US" noProof="1" dirty="0" smtClean="0"/>
                      <m:t> 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≥0</m:t>
                        </m:r>
                      </m:sup>
                    </m:sSup>
                  </m:oMath>
                </a14:m>
                <a:r>
                  <a:rPr lang="en-US" noProof="1"/>
                  <a:t> i</a:t>
                </a:r>
                <a:r>
                  <a:rPr lang="en-US" noProof="1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Tada je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6129CB-228A-999E-6B66-B535EBC6FC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5061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B9F14-226A-47AB-A5DA-4750F2EB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DD21C-3FE8-A1DF-BAD2-C2FFB8A67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Ω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286B06-63AD-9DA1-2553-21A906A740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Pravilo množenja.</a:t>
                </a:r>
              </a:p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noProof="1"/>
                  <a:t>. Važi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𝑓h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𝑓h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𝑓𝑔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𝑓h</m:t>
                          </m:r>
                        </m:e>
                      </m:d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286B06-63AD-9DA1-2553-21A906A740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865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DAEA9-6689-BEEC-4458-BBCDAA36C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7BB62-80C1-3175-8DAB-B8FA66E52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Ω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FBA83C-6853-5F9C-21F5-3B3F84A173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Pravilo dijeljenja.</a:t>
                </a:r>
              </a:p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noProof="1"/>
                  <a:t>. Važi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num>
                            <m:den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FBA83C-6853-5F9C-21F5-3B3F84A173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411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B9F14-226A-47AB-A5DA-4750F2EB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DD21C-3FE8-A1DF-BAD2-C2FFB8A67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Ω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286B06-63AD-9DA1-2553-21A906A740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Pravilo oduzimanja (1).</a:t>
                </a:r>
              </a:p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/>
                  <a:t>. Važi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b="0" i="1" noProof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286B06-63AD-9DA1-2553-21A906A740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505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B346C-CD6E-1B59-D9B2-08F3B4FCE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BF125-2F2B-2065-7DB3-202A73A40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Ω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1D6D0C-8EEE-3300-AE91-2BF4EF24DE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Pravilo oduzimanja (2).</a:t>
                </a:r>
              </a:p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∃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0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max</m:t>
                    </m:r>
                    <m:f>
                      <m:f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noProof="1"/>
                  <a:t>. Tada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i="1" noProof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1D6D0C-8EEE-3300-AE91-2BF4EF24DE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6968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22359-16E9-8CCC-03E7-11E046B97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AF932-DDC8-FA3B-272D-7767D3374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Ω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AD2D03-2D76-85C7-4482-97BCC8BE25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Pravilo oduzimanja (3).</a:t>
                </a:r>
              </a:p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/>
                  <a:t>. Tada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en-US" noProof="1"/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b="1" noProof="1"/>
                  <a:t>.</a:t>
                </a:r>
                <a:endParaRPr lang="en-US" b="0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AD2D03-2D76-85C7-4482-97BCC8BE25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504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8F8F99A-2B22-C78C-B27F-F1CB19DF4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12630-8F05-BD88-7081-4FB4911B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Ω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AAF2A-AD90-130A-C4D4-E3A800D5FE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Pravilo oduzimanja (4).</a:t>
                </a:r>
              </a:p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/>
                  <a:t>. </a:t>
                </a:r>
              </a:p>
              <a:p>
                <a:pPr algn="just"/>
                <a:r>
                  <a:rPr lang="en-US" noProof="1">
                    <a:ea typeface="Cambria Math" panose="02040503050406030204" pitchFamily="18" charset="0"/>
                  </a:rPr>
                  <a:t>Neka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Tada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b="0" i="1" noProof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AAF2A-AD90-130A-C4D4-E3A800D5FE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583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997C5C3-D8FF-B415-D4AF-EE4D64A48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0259B-110E-2A8A-26E6-C6BB5DB66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Ω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BD784E-02E9-6B63-206A-2CE09B47B3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Pravilo oduzimanja (5).</a:t>
                </a:r>
              </a:p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noProof="1"/>
                  <a:t>. Neka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b="0" i="0" noProof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b="0" i="0" noProof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. </a:t>
                </a:r>
                <a:r>
                  <a:rPr lang="en-US" noProof="1"/>
                  <a:t>Neka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  <m: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∖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num>
                          <m:den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func>
                  </m:oMath>
                </a14:m>
                <a:r>
                  <a:rPr lang="en-US" noProof="1"/>
                  <a:t> i neka je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lim>
                        </m:limLow>
                      </m:fName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Tada </a:t>
                </a:r>
                <a14:m>
                  <m:oMath xmlns:m="http://schemas.openxmlformats.org/officeDocument/2006/math">
                    <m:r>
                      <a:rPr lang="en-US" b="0" i="0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+1)∈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/>
                  <a:t>. </a:t>
                </a:r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  <a:endParaRPr lang="en-US" b="0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BD784E-02E9-6B63-206A-2CE09B47B3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5157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06FD4FF-7F4E-DDAF-4AFA-2856A7EE4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F4D76-7577-EE6E-8E0F-437AF0719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Ω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C3C626-45D4-C0BA-4726-6C000D1FD7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Pravilo oduzimanja (6).</a:t>
                </a:r>
              </a:p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/>
                  <a:t>. </a:t>
                </a:r>
              </a:p>
              <a:p>
                <a:pPr algn="just"/>
                <a:r>
                  <a:rPr lang="en-US" noProof="1">
                    <a:ea typeface="Cambria Math" panose="02040503050406030204" pitchFamily="18" charset="0"/>
                  </a:rPr>
                  <a:t>Neka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Tada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noProof="1"/>
              </a:p>
              <a:p>
                <a:pPr algn="just"/>
                <a:r>
                  <a:rPr lang="en-US" b="1" noProof="1"/>
                  <a:t>Dokaz.</a:t>
                </a:r>
                <a:r>
                  <a:rPr lang="en-US" noProof="1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b="0" i="1" noProof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C3C626-45D4-C0BA-4726-6C000D1FD7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1648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772AC-732A-D3A5-177B-70A5CC8E5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4D8B6-765E-D119-CE3C-9B436936E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Θ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B2D2B8-EC9F-4819-627C-3F6471A317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noProof="1"/>
                  <a:t>Neka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noProof="1">
                    <a:ea typeface="Cambria Math" panose="02040503050406030204" pitchFamily="18" charset="0"/>
                  </a:rPr>
                  <a:t>Relacija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, nad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, čita se “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 je ograničeno, obostrano, sa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” ili “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 je kompleksnosti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”.</a:t>
                </a:r>
              </a:p>
              <a:p>
                <a:pPr algn="just"/>
                <a:r>
                  <a:rPr lang="en-US" u="sng" noProof="1">
                    <a:ea typeface="Cambria Math" panose="02040503050406030204" pitchFamily="18" charset="0"/>
                  </a:rPr>
                  <a:t>Refleksivnost.</a:t>
                </a:r>
                <a:r>
                  <a:rPr lang="en-US" noProof="1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. </a:t>
                </a:r>
                <a:r>
                  <a:rPr lang="en-US" b="1" noProof="1">
                    <a:ea typeface="Cambria Math" panose="02040503050406030204" pitchFamily="18" charset="0"/>
                  </a:rPr>
                  <a:t>Dokaz.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u="sng" noProof="1">
                    <a:ea typeface="Cambria Math" panose="02040503050406030204" pitchFamily="18" charset="0"/>
                  </a:rPr>
                  <a:t>Tranzitivnost.</a:t>
                </a:r>
                <a:r>
                  <a:rPr lang="en-US" noProof="1">
                    <a:ea typeface="Cambria Math" panose="02040503050406030204" pitchFamily="18" charset="0"/>
                  </a:rPr>
                  <a:t> Neka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noProof="1"/>
                  <a:t>. </a:t>
                </a:r>
              </a:p>
              <a:p>
                <a:pPr algn="just"/>
                <a:r>
                  <a:rPr lang="en-US" noProof="1"/>
                  <a:t>Tada važi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b="1" noProof="1">
                    <a:ea typeface="Cambria Math" panose="02040503050406030204" pitchFamily="18" charset="0"/>
                  </a:rPr>
                  <a:t>Dokaz. </a:t>
                </a:r>
                <a:endParaRPr lang="en-US" b="0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endParaRPr lang="en-US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endParaRPr lang="en-US" b="0" noProof="1">
                  <a:ea typeface="Cambria Math" panose="02040503050406030204" pitchFamily="18" charset="0"/>
                </a:endParaRPr>
              </a:p>
              <a:p>
                <a:pPr algn="just"/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i="1" noProof="1">
                  <a:latin typeface="Cambria Math" panose="02040503050406030204" pitchFamily="18" charset="0"/>
                </a:endParaRPr>
              </a:p>
              <a:p>
                <a:pPr algn="just"/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noProof="1"/>
              </a:p>
              <a:p>
                <a:pPr algn="just"/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B2D2B8-EC9F-4819-627C-3F6471A317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9599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31165-B2AB-A5F1-AA68-6A614F032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FB60C-9F97-ADCA-00A3-BF60CEFA2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Θ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F432B4-4A07-89AA-36F1-51FE97F894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u="sng" noProof="1">
                    <a:ea typeface="Cambria Math" panose="02040503050406030204" pitchFamily="18" charset="0"/>
                  </a:rPr>
                  <a:t>Simetričnost.</a:t>
                </a:r>
                <a:endParaRPr lang="en-US" noProof="1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noProof="1"/>
                  <a:t>Neka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 Važi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b="1" noProof="1"/>
                  <a:t>Dokaz.</a:t>
                </a:r>
                <a:endParaRPr lang="en-US" b="1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noProof="1" dirty="0" smtClean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noProof="1"/>
              </a:p>
              <a:p>
                <a:pPr algn="just"/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F432B4-4A07-89AA-36F1-51FE97F894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574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5F8D6-6EBB-EE7F-EAEF-30564AF01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407B3-C7F6-006D-01B5-79333615A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Θ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F4F85B-8640-8E56-60CC-F01A55A22F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u="sng" noProof="1">
                    <a:ea typeface="Cambria Math" panose="02040503050406030204" pitchFamily="18" charset="0"/>
                  </a:rPr>
                  <a:t>Ekvivalentnost po skupu </a:t>
                </a:r>
                <a:r>
                  <a:rPr lang="en-US" u="sng" noProof="1"/>
                  <a:t>Θ</a:t>
                </a:r>
                <a:r>
                  <a:rPr lang="en-US" u="sng" noProof="1">
                    <a:ea typeface="Cambria Math" panose="02040503050406030204" pitchFamily="18" charset="0"/>
                  </a:rPr>
                  <a:t>.</a:t>
                </a:r>
                <a:r>
                  <a:rPr lang="en-US" noProof="1">
                    <a:ea typeface="Cambria Math" panose="02040503050406030204" pitchFamily="18" charset="0"/>
                  </a:rPr>
                  <a:t> </a:t>
                </a:r>
              </a:p>
              <a:p>
                <a:pPr algn="just"/>
                <a:r>
                  <a:rPr lang="en-US" b="0" noProof="1"/>
                  <a:t>Neka važi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 Tada,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noProof="1" dirty="0" smtClean="0">
                            <a:latin typeface="Cambria Math" panose="02040503050406030204" pitchFamily="18" charset="0"/>
                          </a:rPr>
                          <m:t>Θ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  <m:r>
                          <a:rPr lang="en-US" b="0" i="0" noProof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  <m:d>
                          <m:d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d>
                  </m:oMath>
                </a14:m>
                <a:r>
                  <a:rPr lang="en-US" noProof="1"/>
                  <a:t>. </a:t>
                </a:r>
              </a:p>
              <a:p>
                <a:pPr algn="just"/>
                <a:r>
                  <a:rPr lang="en-US" b="1" noProof="1"/>
                  <a:t>Dokaz.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noProof="1" dirty="0" smtClean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noProof="1" dirty="0" smtClean="0">
                              <a:latin typeface="Cambria Math" panose="02040503050406030204" pitchFamily="18" charset="0"/>
                            </a:rPr>
                            <m:t>Θ</m:t>
                          </m:r>
                          <m:d>
                            <m:d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  <m:r>
                            <a:rPr lang="en-US" noProof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  <m:d>
                            <m:d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noProof="1" dirty="0" smtClean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</a:endParaRPr>
              </a:p>
              <a:p>
                <a:pPr algn="just"/>
                <a:r>
                  <a:rPr lang="en-US" noProof="1"/>
                  <a:t>Ovo je </a:t>
                </a:r>
                <a:r>
                  <a:rPr lang="en-US" u="sng" noProof="1"/>
                  <a:t>relacija ekvivalencije</a:t>
                </a:r>
                <a:r>
                  <a:rPr lang="en-US" noProof="1"/>
                  <a:t>. </a:t>
                </a:r>
              </a:p>
              <a:p>
                <a:pPr algn="just"/>
                <a:r>
                  <a:rPr lang="en-US" noProof="1"/>
                  <a:t>Iz nje proističu klase ekvivalencije – </a:t>
                </a:r>
                <a:r>
                  <a:rPr lang="en-US" u="sng" noProof="1"/>
                  <a:t>klase asimptotske kompleksnosti</a:t>
                </a:r>
                <a:r>
                  <a:rPr lang="en-US" noProof="1"/>
                  <a:t>.</a:t>
                </a:r>
                <a:endParaRPr lang="en-US" i="1" noProof="1">
                  <a:latin typeface="Cambria Math" panose="02040503050406030204" pitchFamily="18" charset="0"/>
                </a:endParaRPr>
              </a:p>
              <a:p>
                <a:pPr algn="just"/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noProof="1"/>
              </a:p>
              <a:p>
                <a:pPr algn="just"/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F4F85B-8640-8E56-60CC-F01A55A22F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042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9DA64-FF4E-7301-4905-2A48EB20B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BBDAC-77E6-2CB9-CC11-C472D65F7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Θ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EEB55E-5F36-68A6-037A-243DD02280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u="sng" noProof="1">
                    <a:solidFill>
                      <a:prstClr val="black"/>
                    </a:solidFill>
                  </a:rPr>
                  <a:t>Konstantnost uskih granica u slučaju konačnog domena.</a:t>
                </a:r>
                <a:endParaRPr lang="en-US" u="sng" noProof="1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noProof="1" dirty="0" smtClean="0"/>
                      <m:t>Neka</m:t>
                    </m:r>
                    <m:r>
                      <m:rPr>
                        <m:nor/>
                      </m:rPr>
                      <a:rPr lang="en-US" noProof="1" dirty="0" smtClean="0"/>
                      <m:t> </m:t>
                    </m:r>
                    <m:r>
                      <m:rPr>
                        <m:nor/>
                      </m:rPr>
                      <a:rPr lang="en-US" b="0" i="0" noProof="1" dirty="0" smtClean="0"/>
                      <m:t>je</m:t>
                    </m:r>
                    <m:r>
                      <m:rPr>
                        <m:nor/>
                      </m:rPr>
                      <a:rPr lang="en-US" noProof="1" dirty="0" smtClean="0"/>
                      <m:t> 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 i neka je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1) Tada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endParaRPr lang="en-US" i="1" noProof="1">
                  <a:latin typeface="Cambria Math" panose="02040503050406030204" pitchFamily="18" charset="0"/>
                </a:endParaRPr>
              </a:p>
              <a:p>
                <a:pPr algn="just"/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noProof="1"/>
              </a:p>
              <a:p>
                <a:pPr algn="just"/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EEB55E-5F36-68A6-037A-243DD02280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343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9DA64-FF4E-7301-4905-2A48EB20B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BBDAC-77E6-2CB9-CC11-C472D65F7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Θ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– svojstva</a:t>
            </a:r>
            <a:endParaRPr lang="en-US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EEB55E-5F36-68A6-037A-243DD02280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u="sng" noProof="1">
                    <a:solidFill>
                      <a:prstClr val="black"/>
                    </a:solidFill>
                  </a:rPr>
                  <a:t>Nerazlikovanje skupa uskih granica u slučaju konačnog domena.</a:t>
                </a:r>
                <a:endParaRPr lang="en-US" u="sng" noProof="1"/>
              </a:p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 i neka je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1) Tada je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i="1" noProof="1">
                  <a:latin typeface="Cambria Math" panose="02040503050406030204" pitchFamily="18" charset="0"/>
                </a:endParaRPr>
              </a:p>
              <a:p>
                <a:pPr algn="just"/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noProof="1"/>
              </a:p>
              <a:p>
                <a:pPr algn="just"/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EEB55E-5F36-68A6-037A-243DD02280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4749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7805A-BFC9-1990-46E0-7CE3B3417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ED212-E66F-09C5-3AFF-54D67A84D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Θ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– svojstva – v</a:t>
            </a:r>
            <a:r>
              <a:rPr kumimoji="0" lang="en-US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eza sa graničnim procesima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D7D676-F171-4B49-6EDD-4D83755CD4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noProof="1" dirty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  <m:r>
                              <a:rPr lang="en-US" b="0" i="0" noProof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lim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num>
                          <m:den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 </a:t>
                </a:r>
              </a:p>
              <a:p>
                <a:pPr algn="just"/>
                <a:r>
                  <a:rPr lang="en-US" noProof="1"/>
                  <a:t>Tada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</a:t>
                </a:r>
                <a:r>
                  <a:rPr lang="en-US" noProof="1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noProof="1" dirty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  <m:r>
                              <a:rPr lang="en-US" b="0" i="0" noProof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noProof="1" dirty="0" smtClean="0">
                                <a:latin typeface="Cambria Math" panose="02040503050406030204" pitchFamily="18" charset="0"/>
                              </a:rPr>
                              <m:t>sup</m:t>
                            </m:r>
                            <m: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lim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num>
                          <m:den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  <m:r>
                              <a:rPr lang="en-US" b="0" i="0" noProof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noProof="1" dirty="0" smtClean="0">
                                <a:latin typeface="Cambria Math" panose="02040503050406030204" pitchFamily="18" charset="0"/>
                              </a:rPr>
                              <m:t>inf</m:t>
                            </m:r>
                          </m:e>
                          <m:lim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num>
                          <m:den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endParaRPr lang="en-US" noProof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D7D676-F171-4B49-6EDD-4D83755CD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7489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826F0-1F5B-E9A8-E9C7-5212439E2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9132D-A9C2-67E1-86BE-21703EAFC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Θ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– svojstva – v</a:t>
            </a:r>
            <a:r>
              <a:rPr kumimoji="0" lang="en-US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eza sa graničnim procesima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80DAE3-AF39-AC08-3CA3-CC2A4E89EC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noProof="1" dirty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  <m:r>
                              <a:rPr lang="en-US" b="0" i="0" noProof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lim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num>
                          <m:den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0,∞</m:t>
                        </m:r>
                      </m:e>
                    </m:d>
                  </m:oMath>
                </a14:m>
                <a:r>
                  <a:rPr lang="en-US" noProof="1"/>
                  <a:t>. </a:t>
                </a:r>
              </a:p>
              <a:p>
                <a:pPr algn="just"/>
                <a:r>
                  <a:rPr lang="en-US" noProof="1"/>
                  <a:t>Tada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</a:t>
                </a:r>
                <a:r>
                  <a:rPr lang="en-US" noProof="1"/>
                  <a:t>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80DAE3-AF39-AC08-3CA3-CC2A4E89EC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966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7338A-BB45-DBB7-383B-8033104DB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BC046-AC45-F0C1-891E-3A3B6DAF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Θ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– svojstva – s</a:t>
            </a:r>
            <a:r>
              <a:rPr kumimoji="0" lang="en-US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endvič </a:t>
            </a:r>
            <a:r>
              <a:rPr kumimoji="0" lang="en-US" b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teorema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CA096D-280F-0CB6-939E-0E4AB9FE70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Ako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  <m:sSub>
                          <m:sSub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, onda: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0" noProof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en-US" noProof="1"/>
              </a:p>
              <a:p>
                <a:pPr algn="just"/>
                <a:r>
                  <a:rPr lang="en-US" b="1" noProof="1"/>
                  <a:t>Dokaz. </a:t>
                </a:r>
                <a:r>
                  <a:rPr lang="en-US" noProof="1"/>
                  <a:t>Slijedi iz sendvič teoreme za veliko O.</a:t>
                </a:r>
                <a:endParaRPr lang="en-US" b="1" noProof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CA096D-280F-0CB6-939E-0E4AB9FE70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797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2E5D8-BC34-A731-8F01-E5D6C3C0D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8982B-8845-70A4-7019-D49EB3DF9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Θ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1CA00C-C8EB-4ACF-AD02-CAD4D1488A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30197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Invarijantnost pod pozitivnim skaliranjem.</a:t>
                </a:r>
              </a:p>
              <a:p>
                <a:pPr algn="just"/>
                <a:r>
                  <a:rPr lang="en-US" noProof="1"/>
                  <a:t>Neka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 </a:t>
                </a:r>
              </a:p>
              <a:p>
                <a:pPr algn="just"/>
                <a:r>
                  <a:rPr lang="en-US" noProof="1"/>
                  <a:t>Tada je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𝐶𝑓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. </a:t>
                </a:r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1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1" i="0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𝐶𝑓</m:t>
                        </m:r>
                      </m:e>
                    </m:d>
                  </m:oMath>
                </a14:m>
                <a:r>
                  <a:rPr lang="en-US" b="0" noProof="1"/>
                  <a:t>.</a:t>
                </a:r>
                <a:endParaRPr lang="en-US" noProof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1CA00C-C8EB-4ACF-AD02-CAD4D1488A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30197"/>
                <a:ext cx="10515600" cy="4351338"/>
              </a:xfrm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159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A4972-4DFE-D910-67F3-FAF9506B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9A6A7-3615-D98B-A8DE-DA8040C70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Θ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E2741A-2AD4-C707-75AF-9D24AFF956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Pravilo sabiranja.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noProof="1" dirty="0" smtClean="0"/>
                      <m:t>Neka</m:t>
                    </m:r>
                    <m:r>
                      <m:rPr>
                        <m:nor/>
                      </m:rPr>
                      <a:rPr lang="en-US" noProof="1" dirty="0" smtClean="0"/>
                      <m:t> </m:t>
                    </m:r>
                    <m:r>
                      <m:rPr>
                        <m:nor/>
                      </m:rPr>
                      <a:rPr lang="en-US" noProof="1" dirty="0" smtClean="0"/>
                      <m:t>va</m:t>
                    </m:r>
                    <m:r>
                      <m:rPr>
                        <m:nor/>
                      </m:rPr>
                      <a:rPr lang="en-US" noProof="1" dirty="0" smtClean="0"/>
                      <m:t>ž</m:t>
                    </m:r>
                    <m:r>
                      <m:rPr>
                        <m:nor/>
                      </m:rPr>
                      <a:rPr lang="en-US" noProof="1" dirty="0" smtClean="0"/>
                      <m:t>i</m:t>
                    </m:r>
                    <m:r>
                      <m:rPr>
                        <m:nor/>
                      </m:rPr>
                      <a:rPr lang="en-US" noProof="1" dirty="0" smtClean="0"/>
                      <m:t> 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Tada je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noProof="1"/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i="1" noProof="1">
                    <a:latin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E2741A-2AD4-C707-75AF-9D24AFF956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244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9DFE-8E62-3519-A8A7-1F9B9542B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4DF6F-3A3D-FD60-9575-91CAC1422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Θ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E1A6BA-7BDE-4018-85D6-4D52AFDCC9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Pravilo sabiranja.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noProof="1" dirty="0" smtClean="0"/>
                      <m:t>Neka</m:t>
                    </m:r>
                    <m:r>
                      <m:rPr>
                        <m:nor/>
                      </m:rPr>
                      <a:rPr lang="en-US" b="0" i="0" noProof="1" dirty="0" smtClean="0"/>
                      <m:t> </m:t>
                    </m:r>
                    <m:r>
                      <m:rPr>
                        <m:nor/>
                      </m:rPr>
                      <a:rPr lang="en-US" b="0" i="0" noProof="1" dirty="0" smtClean="0"/>
                      <m:t>va</m:t>
                    </m:r>
                    <m:r>
                      <m:rPr>
                        <m:nor/>
                      </m:rPr>
                      <a:rPr lang="en-US" b="0" i="0" noProof="1" dirty="0" smtClean="0"/>
                      <m:t>ž</m:t>
                    </m:r>
                    <m:r>
                      <m:rPr>
                        <m:nor/>
                      </m:rPr>
                      <a:rPr lang="en-US" b="0" i="0" noProof="1" dirty="0" smtClean="0"/>
                      <m:t>i</m:t>
                    </m:r>
                    <m:r>
                      <m:rPr>
                        <m:nor/>
                      </m:rPr>
                      <a:rPr lang="en-US" noProof="1" dirty="0" smtClean="0"/>
                      <m:t> 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. Važi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 </a:t>
                </a:r>
                <a:endParaRPr lang="en-US" i="1" noProof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E1A6BA-7BDE-4018-85D6-4D52AFDCC9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522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B9F14-226A-47AB-A5DA-4750F2EB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DD21C-3FE8-A1DF-BAD2-C2FFB8A67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Θ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286B06-63AD-9DA1-2553-21A906A740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Pravilo množenja.</a:t>
                </a:r>
              </a:p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noProof="1"/>
                  <a:t>. Važi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𝑓h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𝑓h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𝑓h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𝑓𝑔</m:t>
                          </m:r>
                        </m:e>
                      </m:d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286B06-63AD-9DA1-2553-21A906A740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2451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7D70C-5A3F-3EC4-A685-FFCED2851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CB6FA-2583-1D52-FB9B-08070F611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Θ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4CB7B9-F201-FA00-E704-0DE0E34F55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Pravilo dijeljenja.</a:t>
                </a:r>
              </a:p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noProof="1"/>
                  <a:t>. Važi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b="1" noProof="1"/>
                  <a:t>Dokaz.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num>
                            <m:den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num>
                            <m:den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4CB7B9-F201-FA00-E704-0DE0E34F55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560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1BBA-87A2-40CD-9B06-45716D7DF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Θ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0DF919-2E46-2F99-7732-5C55098A5E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Uslovljena zatvorenost pod nenegativnom translacijom.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noProof="1" dirty="0" smtClean="0"/>
                      <m:t>Neka</m:t>
                    </m:r>
                    <m:r>
                      <m:rPr>
                        <m:nor/>
                      </m:rPr>
                      <a:rPr lang="en-US" b="0" i="0" noProof="1" dirty="0" smtClean="0"/>
                      <m:t> </m:t>
                    </m:r>
                    <m:r>
                      <m:rPr>
                        <m:nor/>
                      </m:rPr>
                      <a:rPr lang="en-US" b="0" i="0" noProof="1" dirty="0" smtClean="0"/>
                      <m:t>va</m:t>
                    </m:r>
                    <m:r>
                      <m:rPr>
                        <m:nor/>
                      </m:rPr>
                      <a:rPr lang="en-US" b="0" i="0" noProof="1" dirty="0" smtClean="0"/>
                      <m:t>ž</m:t>
                    </m:r>
                    <m:r>
                      <m:rPr>
                        <m:nor/>
                      </m:rPr>
                      <a:rPr lang="en-US" b="0" i="0" noProof="1" dirty="0" smtClean="0"/>
                      <m:t>i</m:t>
                    </m:r>
                    <m:r>
                      <m:rPr>
                        <m:nor/>
                      </m:rPr>
                      <a:rPr lang="en-US" noProof="1" dirty="0" smtClean="0"/>
                      <m:t> 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≥0</m:t>
                        </m:r>
                      </m:sup>
                    </m:sSup>
                  </m:oMath>
                </a14:m>
                <a:r>
                  <a:rPr lang="en-US" noProof="1"/>
                  <a:t> i</a:t>
                </a:r>
                <a:r>
                  <a:rPr lang="en-US" noProof="1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/>
                  <a:t>. </a:t>
                </a:r>
              </a:p>
              <a:p>
                <a:pPr algn="just"/>
                <a:r>
                  <a:rPr lang="en-US" noProof="1"/>
                  <a:t>Tada je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noProof="1" dirty="0" smtClean="0"/>
                      <m:t>.</m:t>
                    </m:r>
                  </m:oMath>
                </a14:m>
                <a:endParaRPr lang="en-US" noProof="1"/>
              </a:p>
              <a:p>
                <a:pPr algn="just"/>
                <a:r>
                  <a:rPr lang="en-US" b="1" noProof="1"/>
                  <a:t>Dokaz.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1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1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0DF919-2E46-2F99-7732-5C55098A5E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336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2130F-3506-4128-1620-F28B972D6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6D065-9280-0181-9CF0-0049291CF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Veliko </a:t>
            </a:r>
            <a:r>
              <a:rPr lang="en-US" noProof="1"/>
              <a:t>Θ </a:t>
            </a:r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– svojstva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5523B5-90B0-31D3-BAE6-624BD6AF6B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u="sng" noProof="1"/>
                  <a:t>Pravilo oduzimanja.</a:t>
                </a:r>
              </a:p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0" noProof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en-US" noProof="1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noProof="1"/>
                  <a:t> </a:t>
                </a:r>
                <a14:m>
                  <m:oMath xmlns:m="http://schemas.openxmlformats.org/officeDocument/2006/math">
                    <m:r>
                      <a:rPr lang="en-US" noProof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noProof="1"/>
              </a:p>
              <a:p>
                <a:pPr algn="just"/>
                <a:r>
                  <a:rPr lang="en-US" b="1" noProof="1"/>
                  <a:t>Dokaz. </a:t>
                </a:r>
                <a:r>
                  <a:rPr lang="en-US" noProof="1"/>
                  <a:t>Trivijalno.</a:t>
                </a:r>
                <a:endParaRPr lang="en-US" b="1" noProof="1"/>
              </a:p>
              <a:p>
                <a:pPr algn="just"/>
                <a:endParaRPr lang="en-US" u="sng" noProof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5523B5-90B0-31D3-BAE6-624BD6AF6B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276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8944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748C2-C54D-A498-0E56-D9FF7987F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30F81-48CC-B0CB-7E65-8F37BF2A6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Uskost granica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1E6008-73E1-6486-30F4-069FDA550B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Ako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noProof="1"/>
                  <a:t>, onda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/>
                  <a:t> uža gornja granica od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Ako je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noProof="1"/>
                  <a:t>, onda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1"/>
                  <a:t> uža donja granica od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>
                    <a:ea typeface="Cambria Math" panose="02040503050406030204" pitchFamily="18" charset="0"/>
                  </a:rPr>
                  <a:t>Na primjer,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, pa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 uža gornja granica od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noProof="1">
                    <a:ea typeface="Cambria Math" panose="02040503050406030204" pitchFamily="18" charset="0"/>
                  </a:rPr>
                  <a:t>Na primjer,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, pa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 uža donja granica od 1.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 je skup najužih granica (i donjih i gornjih).</a:t>
                </a: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1E6008-73E1-6486-30F4-069FDA550B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7425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ABB29-B462-C6CF-532D-FA3494D54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D0757-B156-B03A-29AD-5BFB20CD2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Korisne asimptotske </a:t>
            </a:r>
            <a:r>
              <a:rPr lang="en-US" noProof="1">
                <a:solidFill>
                  <a:prstClr val="black"/>
                </a:solidFill>
                <a:latin typeface="Calibri" panose="020F0502020204030204"/>
              </a:rPr>
              <a:t>granice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30BB0E-3F5B-E9C4-CF4F-1CB4364A31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8032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b="0" noProof="1"/>
                  <a:t>(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b="0" i="1" noProof="1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</m:t>
                            </m:r>
                          </m:sup>
                        </m:sSup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sup>
                    </m:sSup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sup>
                        </m:sSup>
                      </m:e>
                    </m:d>
                  </m:oMath>
                </a14:m>
                <a:endParaRPr lang="en-US" noProof="1"/>
              </a:p>
              <a:p>
                <a:pPr algn="just"/>
                <a14:m>
                  <m:oMath xmlns:m="http://schemas.openxmlformats.org/officeDocument/2006/math"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&gt;1</m:t>
                            </m:r>
                          </m:sup>
                        </m:sSup>
                      </m:e>
                    </m:d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fName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noProof="1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noProof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noProof="1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fName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i="1" noProof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noProof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i="1" noProof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i="1" noProof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noProof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i="1" noProof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func>
                          </m:den>
                        </m:f>
                      </m:e>
                    </m:d>
                  </m:oMath>
                </a14:m>
                <a:endParaRPr lang="en-US" i="1" noProof="1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≥0</m:t>
                            </m:r>
                          </m:sup>
                        </m:sSup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fName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i="1" noProof="1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&gt;1</m:t>
                            </m:r>
                          </m:sup>
                        </m:sSup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≥0</m:t>
                            </m:r>
                          </m:sup>
                        </m:sSup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noProof="1"/>
              </a:p>
              <a:p>
                <a:pPr algn="just"/>
                <a14:m>
                  <m:oMath xmlns:m="http://schemas.openxmlformats.org/officeDocument/2006/math"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&gt;1</m:t>
                            </m:r>
                          </m:sup>
                        </m:sSup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</m:d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noProof="1"/>
              </a:p>
              <a:p>
                <a:pPr algn="just"/>
                <a:r>
                  <a:rPr lang="en-US" noProof="1"/>
                  <a:t>Za vježbu dokazati ove tvrdnje.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30BB0E-3F5B-E9C4-CF4F-1CB4364A31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8032" y="1825625"/>
                <a:ext cx="10515600" cy="4351338"/>
              </a:xfrm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4410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B4B4E-5E39-7F1B-83F9-9687F21B1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0D3BB-8E05-2734-8958-5CCD5869E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Asimptotska notacija – viš</a:t>
            </a:r>
            <a:r>
              <a:rPr lang="en-US" noProof="1">
                <a:solidFill>
                  <a:prstClr val="black"/>
                </a:solidFill>
                <a:latin typeface="Calibri" panose="020F0502020204030204"/>
              </a:rPr>
              <a:t>edimenzionalna analiza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7FCA97-CE1F-8393-0FC5-D284182BE9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algn="just"/>
                <a:r>
                  <a:rPr lang="en-US" noProof="1"/>
                  <a:t>Neka je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 Definišemo sljedeće skupove:</a:t>
                </a:r>
              </a:p>
              <a:p>
                <a:pPr algn="just"/>
                <a:r>
                  <a:rPr lang="en-US" noProof="1"/>
                  <a:t>Skup funkcija,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r>
                  <a:rPr lang="en-US" noProof="1"/>
                  <a:t>, za koje je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noProof="1"/>
                  <a:t> gornja granica asimptotske kompleksnosti:</a:t>
                </a:r>
                <a:endParaRPr lang="en-US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noProof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𝑐𝐹</m:t>
                          </m:r>
                        </m:e>
                      </m:d>
                    </m:oMath>
                  </m:oMathPara>
                </a14:m>
                <a:endParaRPr lang="en-US" noProof="1"/>
              </a:p>
              <a:p>
                <a:pPr algn="just"/>
                <a:r>
                  <a:rPr lang="en-US" noProof="1"/>
                  <a:t>Skup funkcija,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r>
                  <a:rPr lang="en-US" noProof="1"/>
                  <a:t>, za koje je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noProof="1"/>
                  <a:t> donja granica asimptotske kompleksnosti:</a:t>
                </a:r>
                <a:endParaRPr lang="en-US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noProof="1" dirty="0" smtClean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noProof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  <m:d>
                            <m:dPr>
                              <m:ctrlP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noProof="1"/>
              </a:p>
              <a:p>
                <a:pPr algn="just"/>
                <a:r>
                  <a:rPr lang="en-US" noProof="1"/>
                  <a:t>Skup funkcija,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r>
                  <a:rPr lang="en-US" noProof="1"/>
                  <a:t>, za koje je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noProof="1"/>
                  <a:t> uska granica asimptotske kompleksnosti:</a:t>
                </a:r>
                <a:endParaRPr lang="en-US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noProof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noProof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noProof="1"/>
              </a:p>
              <a:p>
                <a:pPr algn="just"/>
                <a:r>
                  <a:rPr lang="en-US" noProof="1"/>
                  <a:t>Skup funkcija,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r>
                  <a:rPr lang="en-US" noProof="1"/>
                  <a:t>, za koje je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noProof="1"/>
                  <a:t> labava gornja granica asimptotske kompleksnosti:</a:t>
                </a:r>
                <a:endParaRPr lang="en-US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noProof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1"/>
              </a:p>
              <a:p>
                <a:pPr algn="just"/>
                <a:r>
                  <a:rPr lang="en-US" noProof="1"/>
                  <a:t>Skup funkcija,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r>
                  <a:rPr lang="en-US" noProof="1"/>
                  <a:t>, za koje je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noProof="1"/>
                  <a:t> labava donja granica asimptotske kompleksnosti:</a:t>
                </a:r>
                <a:endParaRPr lang="en-US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noProof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en-US" noProof="1" dirty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1"/>
              </a:p>
              <a:p>
                <a:pPr algn="just"/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algn="just"/>
                <a:endParaRPr lang="en-US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7FCA97-CE1F-8393-0FC5-D284182BE9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0221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9DEAB-FA4F-8E7F-29FC-CB9E26610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372B4-2F3F-72C3-84FF-355FA8AED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Asimptotska notacija – viš</a:t>
            </a:r>
            <a:r>
              <a:rPr lang="en-US" noProof="1">
                <a:solidFill>
                  <a:prstClr val="black"/>
                </a:solidFill>
                <a:latin typeface="Calibri" panose="020F0502020204030204"/>
              </a:rPr>
              <a:t>edimenzionalna analiza</a:t>
            </a:r>
            <a:endParaRPr lang="en-US" noProof="1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8E22B74-EBF8-4469-3E59-8E031349E3A5}"/>
              </a:ext>
            </a:extLst>
          </p:cNvPr>
          <p:cNvGrpSpPr/>
          <p:nvPr/>
        </p:nvGrpSpPr>
        <p:grpSpPr>
          <a:xfrm>
            <a:off x="1094232" y="2403920"/>
            <a:ext cx="9429747" cy="3138542"/>
            <a:chOff x="838200" y="2431352"/>
            <a:chExt cx="9429747" cy="3138542"/>
          </a:xfrm>
        </p:grpSpPr>
        <p:pic>
          <p:nvPicPr>
            <p:cNvPr id="5" name="Picture 4" descr="A graph of a function&#10;&#10;Description automatically generated with medium confidence">
              <a:extLst>
                <a:ext uri="{FF2B5EF4-FFF2-40B4-BE49-F238E27FC236}">
                  <a16:creationId xmlns:a16="http://schemas.microsoft.com/office/drawing/2014/main" id="{2D0B1C97-894C-CAE2-722E-5EBFAE18E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2431352"/>
              <a:ext cx="3143250" cy="23241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FA800AC-5A78-7875-F277-6C974B271E5E}"/>
                    </a:ext>
                  </a:extLst>
                </p:cNvPr>
                <p:cNvSpPr txBox="1"/>
                <p:nvPr/>
              </p:nvSpPr>
              <p:spPr>
                <a:xfrm>
                  <a:off x="838200" y="4755452"/>
                  <a:ext cx="314324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𝑛𝑚</m:t>
                        </m:r>
                      </m:oMath>
                    </m:oMathPara>
                  </a14:m>
                  <a:endParaRPr lang="en-US" b="0" i="1" noProof="1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noProof="1" dirty="0" smtClean="0"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𝑛𝑚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0" noProof="1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FA800AC-5A78-7875-F277-6C974B271E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4755452"/>
                  <a:ext cx="3143249" cy="646331"/>
                </a:xfrm>
                <a:prstGeom prst="rect">
                  <a:avLst/>
                </a:prstGeom>
                <a:blipFill>
                  <a:blip r:embed="rId3"/>
                  <a:stretch>
                    <a:fillRect b="-66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70CD854-99E5-A886-C65E-92DB57131D53}"/>
                    </a:ext>
                  </a:extLst>
                </p:cNvPr>
                <p:cNvSpPr txBox="1"/>
                <p:nvPr/>
              </p:nvSpPr>
              <p:spPr>
                <a:xfrm>
                  <a:off x="3981448" y="4784027"/>
                  <a:ext cx="3143249" cy="7382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400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400" b="0" i="1" noProof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b="0" i="1" noProof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sz="1400" b="0" i="1" noProof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40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 noProof="1" dirty="0" smtClean="0">
                                <a:latin typeface="Cambria Math" panose="02040503050406030204" pitchFamily="18" charset="0"/>
                              </a:rPr>
                              <m:t>𝑛𝑚</m:t>
                            </m:r>
                          </m:num>
                          <m:den>
                            <m:r>
                              <a:rPr lang="en-US" sz="1400" i="1" noProof="1" dirty="0" smtClean="0">
                                <a:latin typeface="Cambria Math" panose="02040503050406030204" pitchFamily="18" charset="0"/>
                              </a:rPr>
                              <m:t>256</m:t>
                            </m:r>
                          </m:den>
                        </m:f>
                        <m:r>
                          <a:rPr lang="en-US" sz="1400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140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 noProof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sz="1400" b="0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400" i="1" noProof="1" dirty="0" smtClean="0">
                                <a:latin typeface="Cambria Math" panose="02040503050406030204" pitchFamily="18" charset="0"/>
                              </a:rPr>
                              <m:t>+25</m:t>
                            </m:r>
                            <m:r>
                              <a:rPr lang="en-US" sz="1400" i="1" noProof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func>
                          <m:funcPr>
                            <m:ctrlPr>
                              <a:rPr lang="en-US" sz="1400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400" i="0" noProof="1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1400" b="0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oMath>
                    </m:oMathPara>
                  </a14:m>
                  <a:endParaRPr lang="en-US" noProof="1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noProof="1" dirty="0" smtClean="0"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𝑛𝑚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0" noProof="1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70CD854-99E5-A886-C65E-92DB57131D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1448" y="4784027"/>
                  <a:ext cx="3143249" cy="738279"/>
                </a:xfrm>
                <a:prstGeom prst="rect">
                  <a:avLst/>
                </a:prstGeom>
                <a:blipFill>
                  <a:blip r:embed="rId4"/>
                  <a:stretch>
                    <a:fillRect b="-66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" name="Picture 14" descr="A graph of an orange curve&#10;&#10;Description automatically generated">
              <a:extLst>
                <a:ext uri="{FF2B5EF4-FFF2-40B4-BE49-F238E27FC236}">
                  <a16:creationId xmlns:a16="http://schemas.microsoft.com/office/drawing/2014/main" id="{1A195D1F-E6B0-36F5-254C-DD235DB27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1449" y="2431352"/>
              <a:ext cx="3143250" cy="2352675"/>
            </a:xfrm>
            <a:prstGeom prst="rect">
              <a:avLst/>
            </a:prstGeom>
          </p:spPr>
        </p:pic>
        <p:pic>
          <p:nvPicPr>
            <p:cNvPr id="17" name="Picture 16" descr="A graph of a graph&#10;&#10;Description automatically generated with medium confidence">
              <a:extLst>
                <a:ext uri="{FF2B5EF4-FFF2-40B4-BE49-F238E27FC236}">
                  <a16:creationId xmlns:a16="http://schemas.microsoft.com/office/drawing/2014/main" id="{F7F915E7-F557-39C8-F48C-7E40F4F96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4697" y="2445639"/>
              <a:ext cx="3143250" cy="23241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5C4C8A3-A98E-2AEF-8D18-735DB9B38046}"/>
                    </a:ext>
                  </a:extLst>
                </p:cNvPr>
                <p:cNvSpPr txBox="1"/>
                <p:nvPr/>
              </p:nvSpPr>
              <p:spPr>
                <a:xfrm>
                  <a:off x="7124697" y="4769739"/>
                  <a:ext cx="3143249" cy="8001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400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400" b="0" i="1" noProof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b="0" i="1" noProof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sz="1400" b="0" i="1" noProof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400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400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1400" i="1" noProof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400" b="0" i="1" noProof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400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400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400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i="1" noProof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sz="1400" i="1" noProof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400" b="0" i="1" noProof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sz="1400" i="1" noProof="1" dirty="0" smtClean="0">
                            <a:latin typeface="Cambria Math" panose="02040503050406030204" pitchFamily="18" charset="0"/>
                          </a:rPr>
                          <m:t>+10</m:t>
                        </m:r>
                        <m:r>
                          <a:rPr lang="en-US" sz="140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400" i="1" noProof="1" dirty="0" smtClean="0">
                            <a:latin typeface="Cambria Math" panose="02040503050406030204" pitchFamily="18" charset="0"/>
                          </a:rPr>
                          <m:t>+15</m:t>
                        </m:r>
                        <m:r>
                          <a:rPr lang="en-US" sz="1400" i="1" noProof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en-US" sz="1400" i="1" noProof="1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noProof="1" dirty="0" smtClean="0"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noProof="1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5C4C8A3-A98E-2AEF-8D18-735DB9B380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4697" y="4769739"/>
                  <a:ext cx="3143249" cy="800155"/>
                </a:xfrm>
                <a:prstGeom prst="rect">
                  <a:avLst/>
                </a:prstGeom>
                <a:blipFill>
                  <a:blip r:embed="rId7"/>
                  <a:stretch>
                    <a:fillRect b="-53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6451276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31F91-9BF4-9458-EDED-B0F69C2F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0323B-2633-AE16-2971-F68E9FC3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Model izračunavanja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23A3EB-38E6-71B6-EAFA-6B594B9AFF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n-US" noProof="1"/>
                  <a:t>Kompleksnost (složenost) algoritma, odnosno slučaja izvršavanja algoritma, s obzirom na neki resurs, je kompleksnost funkcije kojom modelujemo potrošnju tog resursa u zavisnosti od veličine ulaza.</a:t>
                </a:r>
              </a:p>
              <a:p>
                <a:pPr algn="just"/>
                <a:r>
                  <a:rPr lang="en-US" noProof="1"/>
                  <a:t>Da bismo je mogli odrediti, moramo utvrditi model izračunavanja.</a:t>
                </a:r>
              </a:p>
              <a:p>
                <a:pPr algn="just"/>
                <a:r>
                  <a:rPr lang="en-US" noProof="1"/>
                  <a:t>Model izračunavanja dodjeljuje instrukcijama cijenu po pitanju potrošnje resursa.</a:t>
                </a:r>
              </a:p>
              <a:p>
                <a:pPr algn="just"/>
                <a:r>
                  <a:rPr lang="en-US" noProof="1"/>
                  <a:t>Utvrdimo pravila: 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noProof="1"/>
                  <a:t>Algoritam izvršava bar jednu instrukciju i zauzima bar jednu memorijsku ćeliju, s obzirom na to da čuva tu instrukciju.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noProof="1"/>
                  <a:t>Sve aritmetičke, bitske i logičke operacije su algoritmi čija je asimptotska kompleksnost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noProof="1"/>
                  <a:t>Zanemarujemo ograničenja tipova, smatramo da </a:t>
                </a:r>
                <a:r>
                  <a:rPr lang="en-US" i="1" noProof="1"/>
                  <a:t>int</a:t>
                </a:r>
                <a:r>
                  <a:rPr lang="en-US" noProof="1"/>
                  <a:t> tip ide do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noProof="1"/>
                  <a:t>Oslanjamo se na pravila jezika po pitanju kontrole toka izvršavanja.</a:t>
                </a:r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23A3EB-38E6-71B6-EAFA-6B594B9AFF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221" r="-870" b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0281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B5479-B7B6-F7D4-346E-5DA075892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Analiza asimptotske kompleksnosti algoritama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4A8C3E-D5D2-AE33-343E-7F4CEE8C03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algn="just"/>
                <a:r>
                  <a:rPr lang="en-US" noProof="1">
                    <a:ea typeface="Cambria Math" panose="02040503050406030204" pitchFamily="18" charset="0"/>
                  </a:rPr>
                  <a:t>Neka, za razmatrani slučaj izvršavanja algoritma (slučaj algoritma), važi da je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potrošnja resursa koja zavisi od veličine ulaza.</a:t>
                </a:r>
              </a:p>
              <a:p>
                <a:pPr algn="just"/>
                <a:r>
                  <a:rPr lang="en-US" b="1" noProof="1"/>
                  <a:t>Asimptotske granice kompleksnosti slučaja algoritma</a:t>
                </a:r>
                <a:r>
                  <a:rPr lang="en-US" noProof="1"/>
                  <a:t>, s obzirom na razmatrani resurs, su određene sa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noProof="1"/>
                  <a:t> skupovima.</a:t>
                </a:r>
              </a:p>
              <a:p>
                <a:pPr algn="just"/>
                <a:r>
                  <a:rPr lang="en-US" noProof="1">
                    <a:ea typeface="Cambria Math" panose="02040503050406030204" pitchFamily="18" charset="0"/>
                  </a:rPr>
                  <a:t>Neka je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 Ako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noProof="1"/>
                  <a:t>, onda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noProof="1"/>
                  <a:t> gornja granica kompleksnosti za razmatrani slučaj algoritma, tj. kompleksnost slučaja algoritma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>
                    <a:ea typeface="Cambria Math" panose="02040503050406030204" pitchFamily="18" charset="0"/>
                  </a:rPr>
                  <a:t>Neka je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 Ako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noProof="1"/>
                  <a:t>, onda je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noProof="1"/>
                  <a:t> donja granica kompleksnosti za razmatrani slučaj algoritma, tj. kompleksnost slučaja algoritma je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>
                    <a:ea typeface="Cambria Math" panose="02040503050406030204" pitchFamily="18" charset="0"/>
                  </a:rPr>
                  <a:t>Neka je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. Ako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noProof="1"/>
                  <a:t>, onda je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noProof="1"/>
                  <a:t> uska granica kompleksnosti za razmatrani slučaj algoritma, tj. kompleksnost slučaja algoritma je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Kako količina potrebnog resursa raste kada veličina ulaza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noProof="1"/>
                  <a:t>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?</a:t>
                </a:r>
              </a:p>
              <a:p>
                <a:pPr algn="just"/>
                <a:endParaRPr lang="en-US" noProof="1"/>
              </a:p>
              <a:p>
                <a:pPr marL="0" indent="0">
                  <a:buNone/>
                </a:pPr>
                <a:endParaRPr lang="en-US" noProof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4A8C3E-D5D2-AE33-343E-7F4CEE8C03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661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4160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454B6-3718-F795-6312-E32D47460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Analiza asimptotske kompleksnosti algoritama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0A1A97-2A0E-7F01-06C7-059A06B525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n-US" b="0" noProof="1">
                    <a:ea typeface="Cambria Math" panose="02040503050406030204" pitchFamily="18" charset="0"/>
                  </a:rPr>
                  <a:t>Neka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 potrebna količina razmatranog resursa za izračunavanje, za slučaj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noProof="1"/>
                  <a:t> algoritma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noProof="1"/>
                  <a:t>, sa veličinom ulaza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Algoritam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noProof="1"/>
                  <a:t> je, u slučaju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noProof="1"/>
                  <a:t>, </a:t>
                </a:r>
                <a:r>
                  <a:rPr lang="en-US" b="1" noProof="1"/>
                  <a:t>asimptotski efikasan</a:t>
                </a:r>
                <a:r>
                  <a:rPr lang="en-US" noProof="1"/>
                  <a:t> kao i algoritam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noProof="1"/>
                  <a:t> u slučaju slučaju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noProof="1"/>
                  <a:t>, s obzirom na razmatrani resurs, ako važi: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US" i="1" noProof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noProof="1" dirty="0" smtClean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lang="en-US" noProof="1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noProof="1"/>
                  <a:t>Algoritam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noProof="1"/>
                  <a:t>, u slučaju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noProof="1"/>
                  <a:t>, je </a:t>
                </a:r>
                <a:r>
                  <a:rPr lang="en-US" b="1" noProof="1"/>
                  <a:t>asimptotski efikasniji</a:t>
                </a:r>
                <a:r>
                  <a:rPr lang="en-US" noProof="1"/>
                  <a:t> od algoritma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noProof="1"/>
                  <a:t> u slučaju slučaju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noProof="1"/>
                  <a:t>, s obzirom na razmatrani resurs, ako važi: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 noProof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sub>
                      </m:sSub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𝑜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i="1" noProof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 noProof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lang="en-US" noProof="1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b="1" noProof="1"/>
                  <a:t>Asimptotska vremenska kompleksnost (složenost) slučaja algoritma</a:t>
                </a:r>
                <a:r>
                  <a:rPr lang="en-US" noProof="1"/>
                  <a:t> – brzina (stepen) rasta vremena izvršavanja sa porastom veličine ulaza.</a:t>
                </a:r>
              </a:p>
              <a:p>
                <a:pPr algn="just"/>
                <a:r>
                  <a:rPr lang="en-US" b="1" noProof="1"/>
                  <a:t>Asimptotska prostorna kompleksnost (složenost) slučaja algoritma</a:t>
                </a:r>
                <a:r>
                  <a:rPr lang="en-US" noProof="1"/>
                  <a:t> – brzina (stepen) rasta zauzeća memorije sa porastom veličine ulaza.</a:t>
                </a: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0A1A97-2A0E-7F01-06C7-059A06B525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081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9986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403F4-BA6D-A10F-97EF-93CBCF22D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AD6D2-A474-2CF6-5461-BDE2B4DE9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Analiza asimptotske kompleksnosti algoritama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3321E7-3C72-E640-7A71-6333F0D3F8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b="1" noProof="1"/>
                  <a:t>Primjer. </a:t>
                </a:r>
                <a:r>
                  <a:rPr lang="en-US" noProof="1"/>
                  <a:t>Odrediti vremensku kompleksnost datog algoritma.</a:t>
                </a:r>
              </a:p>
              <a:p>
                <a:pPr algn="just"/>
                <a:endParaRPr lang="en-US" b="1" noProof="1"/>
              </a:p>
              <a:p>
                <a:pPr algn="just"/>
                <a:endParaRPr lang="en-US" b="1" noProof="1"/>
              </a:p>
              <a:p>
                <a:pPr algn="just"/>
                <a:endParaRPr lang="en-US" b="1" noProof="1"/>
              </a:p>
              <a:p>
                <a:pPr algn="just"/>
                <a:r>
                  <a:rPr lang="en-US" noProof="1"/>
                  <a:t>Smatramo, npr., da se dodjela vrši u konstantnom vremenu,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Smatramo i da se sabiranje i dodjela vrši u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noProof="1"/>
                  <a:t> vremenu.</a:t>
                </a:r>
              </a:p>
              <a:p>
                <a:pPr algn="just"/>
                <a:r>
                  <a:rPr lang="en-US" noProof="1"/>
                  <a:t>Međutim, sabiranje se vrši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noProof="1"/>
                  <a:t> puta.</a:t>
                </a:r>
              </a:p>
              <a:p>
                <a:pPr algn="just"/>
                <a:r>
                  <a:rPr lang="en-US" noProof="1"/>
                  <a:t>Uzimajući da je veličina ulaza vrijednost argumenta </a:t>
                </a:r>
                <a:r>
                  <a:rPr lang="en-US" b="1" noProof="1">
                    <a:latin typeface="Consolas" panose="020B0609020204030204" pitchFamily="49" charset="0"/>
                  </a:rPr>
                  <a:t>n</a:t>
                </a:r>
                <a:r>
                  <a:rPr lang="en-US" noProof="1"/>
                  <a:t>, vremenska kompleksnost je, dakle,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endParaRPr lang="en-US" b="1" noProof="1"/>
              </a:p>
              <a:p>
                <a:pPr marL="0" indent="0" algn="just">
                  <a:buNone/>
                </a:pPr>
                <a:endParaRPr lang="en-US" b="1" noProof="1"/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3321E7-3C72-E640-7A71-6333F0D3F8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159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00EC841-87D7-11F1-4E9D-7B77CFCD259C}"/>
              </a:ext>
            </a:extLst>
          </p:cNvPr>
          <p:cNvSpPr txBox="1"/>
          <p:nvPr/>
        </p:nvSpPr>
        <p:spPr>
          <a:xfrm>
            <a:off x="1179576" y="2294128"/>
            <a:ext cx="338328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noProof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1" noProof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1" noProof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noProof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endParaRPr lang="en-US" b="1" noProof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noProof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endParaRPr lang="en-US" b="1" noProof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307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76E50-B29C-5E52-9235-CD95827C2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6626A-497C-6C31-1D90-1AEC9C7BF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Analiza asimptotske kompleksnosti algoritama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23F8E9-633D-2A5C-E777-915319013E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b="1" noProof="1"/>
                  <a:t>Primjer. </a:t>
                </a:r>
                <a:r>
                  <a:rPr lang="en-US" noProof="1"/>
                  <a:t>Odrediti vremensku kompleksnost datog algoritma.</a:t>
                </a:r>
              </a:p>
              <a:p>
                <a:pPr algn="just"/>
                <a:endParaRPr lang="en-US" b="1" noProof="1"/>
              </a:p>
              <a:p>
                <a:pPr algn="just"/>
                <a:endParaRPr lang="en-US" b="1" noProof="1"/>
              </a:p>
              <a:p>
                <a:pPr algn="just"/>
                <a:endParaRPr lang="en-US" b="1" noProof="1"/>
              </a:p>
              <a:p>
                <a:pPr algn="just"/>
                <a:endParaRPr lang="en-US" noProof="1"/>
              </a:p>
              <a:p>
                <a:pPr algn="just"/>
                <a:r>
                  <a:rPr lang="en-US" noProof="1"/>
                  <a:t>Sabiranje se vrši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noProof="1"/>
                  <a:t> puta.</a:t>
                </a:r>
              </a:p>
              <a:p>
                <a:pPr algn="just"/>
                <a:r>
                  <a:rPr lang="en-US" noProof="1"/>
                  <a:t>Uzimajući da je veličina ulaza vrijednost argumenta </a:t>
                </a:r>
                <a:r>
                  <a:rPr lang="en-US" b="1" noProof="1">
                    <a:latin typeface="Consolas" panose="020B0609020204030204" pitchFamily="49" charset="0"/>
                  </a:rPr>
                  <a:t>n</a:t>
                </a:r>
                <a:r>
                  <a:rPr lang="en-US" noProof="1"/>
                  <a:t>, vremenska kompleksnost je, dakle, opet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endParaRPr lang="en-US" b="1" noProof="1"/>
              </a:p>
              <a:p>
                <a:pPr marL="0" indent="0" algn="just">
                  <a:buNone/>
                </a:pPr>
                <a:endParaRPr lang="en-US" b="1" noProof="1"/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23F8E9-633D-2A5C-E777-915319013E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9CFF660-624E-2F1B-811D-34C02FF63545}"/>
              </a:ext>
            </a:extLst>
          </p:cNvPr>
          <p:cNvSpPr txBox="1"/>
          <p:nvPr/>
        </p:nvSpPr>
        <p:spPr>
          <a:xfrm>
            <a:off x="1179576" y="2294128"/>
            <a:ext cx="3383280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noProof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1" noProof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</a:p>
          <a:p>
            <a:r>
              <a:rPr lang="en-US" b="0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1" noProof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noProof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endParaRPr lang="en-US" b="1" noProof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1" noProof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noProof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endParaRPr lang="en-US" b="1" noProof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81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C1611-EBD4-AA18-7982-564B06978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004E8-84E5-4C4C-49D7-DEEAD4EAE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Analiza asimptotske kompleksnosti algoritama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DBD4EF-38BB-8B0A-9619-F6765489F6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b="1" noProof="1"/>
                  <a:t>Primjer. </a:t>
                </a:r>
                <a:r>
                  <a:rPr lang="en-US" noProof="1"/>
                  <a:t>Odrediti vremensku kompleksnost datog algoritma.</a:t>
                </a:r>
              </a:p>
              <a:p>
                <a:pPr algn="just"/>
                <a:endParaRPr lang="en-US" b="1" noProof="1"/>
              </a:p>
              <a:p>
                <a:pPr algn="just"/>
                <a:endParaRPr lang="en-US" b="1" noProof="1"/>
              </a:p>
              <a:p>
                <a:pPr algn="just"/>
                <a:endParaRPr lang="en-US" b="1" noProof="1"/>
              </a:p>
              <a:p>
                <a:pPr algn="just"/>
                <a:endParaRPr lang="en-US" noProof="1"/>
              </a:p>
              <a:p>
                <a:pPr algn="just"/>
                <a:r>
                  <a:rPr lang="en-US" noProof="1"/>
                  <a:t>Sabiranje se vrši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noProof="1" dirty="0" smtClean="0"/>
                      <m:t>⌈</m:t>
                    </m:r>
                    <m:f>
                      <m:f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nor/>
                      </m:rPr>
                      <a:rPr lang="en-US" noProof="1" dirty="0" smtClean="0"/>
                      <m:t>⌉</m:t>
                    </m:r>
                    <m:r>
                      <m:rPr>
                        <m:nor/>
                      </m:rPr>
                      <a:rPr lang="en-US" b="0" i="0" noProof="1" dirty="0" smtClean="0"/>
                      <m:t> </m:t>
                    </m:r>
                  </m:oMath>
                </a14:m>
                <a:r>
                  <a:rPr lang="en-US" noProof="1"/>
                  <a:t>puta. Važi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0" noProof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nor/>
                      </m:rPr>
                      <a:rPr lang="en-US" noProof="1" dirty="0" smtClean="0"/>
                      <m:t>⌈</m:t>
                    </m:r>
                    <m:f>
                      <m:f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nor/>
                      </m:rPr>
                      <a:rPr lang="en-US" noProof="1" dirty="0" smtClean="0"/>
                      <m:t>⌉</m:t>
                    </m:r>
                    <m:r>
                      <a:rPr lang="en-US" b="0" i="0" noProof="1" dirty="0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nor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 noProof="1" dirty="0" smtClean="0"/>
                      <m:t>⌈</m:t>
                    </m:r>
                    <m:f>
                      <m:f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nor/>
                      </m:rPr>
                      <a:rPr lang="en-US" noProof="1" dirty="0" smtClean="0"/>
                      <m:t>⌉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Uzimajući da je veličina ulaza vrijednost argumenta </a:t>
                </a:r>
                <a:r>
                  <a:rPr lang="en-US" b="1" noProof="1">
                    <a:latin typeface="Consolas" panose="020B0609020204030204" pitchFamily="49" charset="0"/>
                  </a:rPr>
                  <a:t>n</a:t>
                </a:r>
                <a:r>
                  <a:rPr lang="en-US" noProof="1"/>
                  <a:t>, vremenska kompleksnost je, dakle, opet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endParaRPr lang="en-US" b="1" noProof="1"/>
              </a:p>
              <a:p>
                <a:pPr marL="0" indent="0" algn="just">
                  <a:buNone/>
                </a:pPr>
                <a:endParaRPr lang="en-US" b="1" noProof="1"/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DBD4EF-38BB-8B0A-9619-F6765489F6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59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AB2662A-02FA-B8A7-FFA5-0A23C967C8BE}"/>
              </a:ext>
            </a:extLst>
          </p:cNvPr>
          <p:cNvSpPr txBox="1"/>
          <p:nvPr/>
        </p:nvSpPr>
        <p:spPr>
          <a:xfrm>
            <a:off x="1179576" y="2294128"/>
            <a:ext cx="3383280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noProof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1" noProof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</a:p>
          <a:p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1" noProof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noProof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endParaRPr lang="en-US" b="1" noProof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b="1" noProof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noProof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endParaRPr lang="en-US" b="1" noProof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71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DD392-AF6B-AAE4-AEC4-46A0950A6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06567-B293-E1C4-01CE-BA0BD62B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Analiza asimptotske kompleksnosti algoritama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1785BA-58C8-FCF8-2C88-E353EBB65A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b="1" noProof="1"/>
                  <a:t>Primjer. </a:t>
                </a:r>
                <a:r>
                  <a:rPr lang="en-US" noProof="1"/>
                  <a:t>Odrediti vremensku kompleksnost datog algoritma.</a:t>
                </a:r>
              </a:p>
              <a:p>
                <a:pPr algn="just"/>
                <a:endParaRPr lang="en-US" b="1" noProof="1"/>
              </a:p>
              <a:p>
                <a:pPr algn="just"/>
                <a:r>
                  <a:rPr lang="en-US" noProof="1"/>
                  <a:t>Smatramo da se sabiranje vrši u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noProof="1"/>
                  <a:t> vremenu.</a:t>
                </a:r>
              </a:p>
              <a:p>
                <a:pPr algn="just"/>
                <a:r>
                  <a:rPr lang="en-US" noProof="1"/>
                  <a:t>Uzimajući da je veličina ulaza vrijednost argumenta </a:t>
                </a:r>
                <a:r>
                  <a:rPr lang="en-US" b="1" noProof="1">
                    <a:latin typeface="Consolas" panose="020B0609020204030204" pitchFamily="49" charset="0"/>
                  </a:rPr>
                  <a:t>n</a:t>
                </a:r>
                <a:r>
                  <a:rPr lang="en-US" noProof="1"/>
                  <a:t>, vremenska kompleksnost je, dakle,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endParaRPr lang="en-US" b="1" noProof="1"/>
              </a:p>
              <a:p>
                <a:pPr marL="0" indent="0" algn="just">
                  <a:buNone/>
                </a:pPr>
                <a:endParaRPr lang="en-US" b="1" noProof="1"/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1785BA-58C8-FCF8-2C88-E353EBB65A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3FB85E3-A688-7380-D275-A456A1B33CB2}"/>
              </a:ext>
            </a:extLst>
          </p:cNvPr>
          <p:cNvSpPr txBox="1"/>
          <p:nvPr/>
        </p:nvSpPr>
        <p:spPr>
          <a:xfrm>
            <a:off x="1179576" y="2294128"/>
            <a:ext cx="338328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noProof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1" noProof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noProof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endParaRPr lang="en-US" b="1" noProof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390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60953-DB82-E8F2-A318-7E8EBC433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9024B-87FF-D827-CDEA-C7EEB743B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Analiza asimptotske kompleksnosti algoritama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2F6C99-25F2-BF57-81B1-24E1974EE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7611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b="1" noProof="1"/>
                  <a:t>Primjer. </a:t>
                </a:r>
                <a:r>
                  <a:rPr lang="en-US" noProof="1"/>
                  <a:t>Odrediti vremensku kompleksnost datog algoritma.</a:t>
                </a:r>
              </a:p>
              <a:p>
                <a:pPr algn="just"/>
                <a:endParaRPr lang="en-US" b="1" noProof="1"/>
              </a:p>
              <a:p>
                <a:pPr algn="just"/>
                <a:endParaRPr lang="en-US" b="1" noProof="1"/>
              </a:p>
              <a:p>
                <a:pPr algn="just"/>
                <a:endParaRPr lang="en-US" b="1" noProof="1"/>
              </a:p>
              <a:p>
                <a:pPr algn="just"/>
                <a:endParaRPr lang="en-US" noProof="1"/>
              </a:p>
              <a:p>
                <a:pPr algn="just"/>
                <a:r>
                  <a:rPr lang="en-US" noProof="1"/>
                  <a:t>Iteracije za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1, 2, 4, 8,…,</m:t>
                        </m:r>
                        <m:sSup>
                          <m:sSup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noProof="1" dirty="0" smtClean="0"/>
                              <m:t>⌈</m:t>
                            </m:r>
                            <m:func>
                              <m:funcPr>
                                <m:ctrlPr>
                                  <a:rPr lang="en-US" b="0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b="0" i="1" noProof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noProof="1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b="0" i="1" noProof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b="0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  <m:r>
                              <m:rPr>
                                <m:nor/>
                              </m:rPr>
                              <a:rPr lang="en-US" noProof="1" dirty="0" smtClean="0"/>
                              <m:t>⌉</m:t>
                            </m:r>
                          </m:sup>
                        </m:sSup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sSup>
                          <m:sSup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noProof="1" dirty="0" smtClean="0"/>
                              <m:t>⌈</m:t>
                            </m:r>
                            <m:func>
                              <m:func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i="1" noProof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noProof="1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i="1" noProof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  <m:r>
                              <m:rPr>
                                <m:nor/>
                              </m:rPr>
                              <a:rPr lang="en-US" noProof="1" dirty="0" smtClean="0"/>
                              <m:t>⌉</m:t>
                            </m:r>
                          </m:sup>
                        </m:sSup>
                      </m:e>
                    </m:d>
                  </m:oMath>
                </a14:m>
                <a:endParaRPr lang="en-US" noProof="1"/>
              </a:p>
              <a:p>
                <a:pPr algn="just"/>
                <a:r>
                  <a:rPr lang="en-US" noProof="1"/>
                  <a:t>Važi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0" noProof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nor/>
                      </m:rPr>
                      <a:rPr lang="en-US" noProof="1" dirty="0" smtClean="0"/>
                      <m:t>⌈</m:t>
                    </m:r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m:rPr>
                        <m:nor/>
                      </m:rPr>
                      <a:rPr lang="en-US" noProof="1" dirty="0" smtClean="0"/>
                      <m:t>⌉</m:t>
                    </m:r>
                    <m:r>
                      <a:rPr lang="en-US" noProof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1+</m:t>
                    </m:r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0" noProof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 noProof="1" dirty="0" smtClean="0"/>
                      <m:t>⌈</m:t>
                    </m:r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m:rPr>
                        <m:nor/>
                      </m:rPr>
                      <a:rPr lang="en-US" noProof="1" dirty="0" smtClean="0"/>
                      <m:t>⌉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noProof="1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noProof="1"/>
              </a:p>
              <a:p>
                <a:pPr algn="just"/>
                <a:r>
                  <a:rPr lang="en-US" noProof="1"/>
                  <a:t>Vremenska kompleksnost je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noProof="1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endParaRPr lang="en-US" b="1" noProof="1"/>
              </a:p>
              <a:p>
                <a:pPr marL="0" indent="0" algn="just">
                  <a:buNone/>
                </a:pPr>
                <a:endParaRPr lang="en-US" b="1" noProof="1"/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2F6C99-25F2-BF57-81B1-24E1974EE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7611"/>
              </a:xfrm>
              <a:blipFill>
                <a:blip r:embed="rId2"/>
                <a:stretch>
                  <a:fillRect l="-1043" t="-2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A0280F2-65EE-F4F0-6EE7-751AB07FD0A4}"/>
              </a:ext>
            </a:extLst>
          </p:cNvPr>
          <p:cNvSpPr txBox="1"/>
          <p:nvPr/>
        </p:nvSpPr>
        <p:spPr>
          <a:xfrm>
            <a:off x="1179576" y="2294128"/>
            <a:ext cx="3383280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noProof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1" noProof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1" noProof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1" noProof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noProof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endParaRPr lang="en-US" b="1" noProof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*=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b="1" noProof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noProof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 noProof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endParaRPr lang="en-US" b="1" noProof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528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299FD-BDB6-B78E-5263-721831362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A2962-2C72-E28E-B191-6AB900E60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Slučajevi izvršavanja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846BC-7B65-9CF5-33A4-4D94784B7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noProof="1"/>
              <a:t>Asimptotske granice nisu isto što i slučajevi izvršavanja.</a:t>
            </a:r>
          </a:p>
          <a:p>
            <a:pPr algn="just"/>
            <a:r>
              <a:rPr lang="en-US" noProof="1"/>
              <a:t>Najgori slučaj je slučaj u kome, s obzirom na ono što znamo o algoritmu, potrošnja resursa bude najveća.</a:t>
            </a:r>
          </a:p>
          <a:p>
            <a:pPr algn="just"/>
            <a:r>
              <a:rPr lang="en-US" noProof="1"/>
              <a:t>Najbolji slučaj je slučaj u kome, s obzirom na ono što znamo o algoritmu, potrošnja resursa bude najmanja.</a:t>
            </a:r>
          </a:p>
          <a:p>
            <a:pPr algn="just"/>
            <a:r>
              <a:rPr lang="en-US" noProof="1"/>
              <a:t>Asimptotska kompleksnost zavisi od toga kakav slučaj analiziramo.</a:t>
            </a:r>
          </a:p>
          <a:p>
            <a:pPr algn="just"/>
            <a:r>
              <a:rPr lang="en-US" noProof="1"/>
              <a:t>Ako postoji više slučajeva koji se razlikuju po asimptoskoj kompleksnosti, onda ih možemo zasebno analizirati te utvrditi granice kompleksnosti na osnovu onoga što važi u svim slučajevima.</a:t>
            </a:r>
          </a:p>
        </p:txBody>
      </p:sp>
    </p:spTree>
    <p:extLst>
      <p:ext uri="{BB962C8B-B14F-4D97-AF65-F5344CB8AC3E}">
        <p14:creationId xmlns:p14="http://schemas.microsoft.com/office/powerpoint/2010/main" val="125045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F5FD2-B291-3944-04C9-8D90C7B08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8CE92-D38E-CFE8-610C-724D315B0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Slučajevi izvršavanja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7DB69-E6B0-3725-7E10-2176BFAA3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1"/>
              <a:t>Analizirajući algoritam, prema dogovorenom modelu izračunavanja, možemo utvrditi slučajeve izvršavanja koji se značajno razlikuju po zavisnosti potrošnje resursa od veličine ulaza.</a:t>
            </a:r>
          </a:p>
          <a:p>
            <a:r>
              <a:rPr lang="en-US" noProof="1"/>
              <a:t>Pri tome, možemo, za te slučajeve izvršavanja, formirati funkcije koje modeluju zavisnost potrošnje resursa od veličine ulaza.</a:t>
            </a:r>
          </a:p>
          <a:p>
            <a:r>
              <a:rPr lang="en-US" noProof="1"/>
              <a:t>Zatim možemo odrediti asimptotske kompleksnosti tih funkcija, koje smatramo asimptotskim kompleksnostima analiziranih algoritama u razmatranim slučajevima izvršavanja.</a:t>
            </a:r>
          </a:p>
          <a:p>
            <a:r>
              <a:rPr lang="en-US" noProof="1"/>
              <a:t>Možemo, po potrebi, analizirati šta bi bilo kada bi se algoritam učinio manje ili više efikasnim po pitanju potrošnje resursa (čisto radi analize, nije problem ako se poremeti funkcionalnost algoritma).</a:t>
            </a:r>
          </a:p>
        </p:txBody>
      </p:sp>
    </p:spTree>
    <p:extLst>
      <p:ext uri="{BB962C8B-B14F-4D97-AF65-F5344CB8AC3E}">
        <p14:creationId xmlns:p14="http://schemas.microsoft.com/office/powerpoint/2010/main" val="319936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C3BB5-6356-8CC1-AC1F-268C5280A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E33EB-12A9-DBF3-35F5-437ADD07E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Slučajevi izvršavanja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D14852-D213-1A9D-63C6-97F223BF3A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noProof="1"/>
                  <a:t>Neka su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 modeli za različite slučajeve.</a:t>
                </a:r>
              </a:p>
              <a:p>
                <a:pPr algn="just"/>
                <a:r>
                  <a:rPr lang="en-US" noProof="1"/>
                  <a:t>Neka važi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noProof="1"/>
                  <a:t>, t.d. </a:t>
                </a:r>
                <a:endParaRPr lang="en-US" i="1" noProof="1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Tada, u svim slučajevima važi da su gornje granice određene skupom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noProof="1"/>
                  <a:t>, a donje granice skupom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b="0" i="0" noProof="1" dirty="0" smtClean="0">
                            <a:latin typeface="Cambria Math" panose="02040503050406030204" pitchFamily="18" charset="0"/>
                          </a:rPr>
                          <m:t>Ω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noProof="1" dirty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r>
                  <a:rPr lang="en-US" noProof="1"/>
                  <a:t>Ako možemo utvrditi da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noProof="1"/>
                  <a:t> gornja granica za najgori slučaj,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noProof="1"/>
                  <a:t> donja granica za najbolji slučaj, tj. važi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noProof="1" dirty="0" smtClean="0">
                            <a:latin typeface="Cambria Math" panose="02040503050406030204" pitchFamily="18" charset="0"/>
                          </a:rPr>
                          <m:t>Ω</m:t>
                        </m:r>
                        <m:d>
                          <m:d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 noProof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noProof="1"/>
                  <a:t>, onda možemo smatrati da je kompleksnost algoritma određena granicama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noProof="1"/>
                  <a:t> 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noProof="1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D14852-D213-1A9D-63C6-97F223BF3A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878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20D5C-3DEC-D283-D8CA-EC254B257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1F518-B16F-A7C9-C2A2-9B640AE36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Analiza asimptotske kompleksnosti algoritama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C58688-7F3D-8423-6CAE-DCCF568772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7611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b="1" noProof="1"/>
                  <a:t>Primjer. </a:t>
                </a:r>
                <a:r>
                  <a:rPr lang="en-US" i="1" noProof="1"/>
                  <a:t>Insertion Sort</a:t>
                </a:r>
                <a:r>
                  <a:rPr lang="en-US" noProof="1"/>
                  <a:t>. Neka je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 noProof="1"/>
                  <a:t> </a:t>
                </a:r>
                <a:r>
                  <a:rPr lang="en-US" noProof="1"/>
                  <a:t>dužina niza.</a:t>
                </a:r>
                <a:endParaRPr lang="en-US" b="1" noProof="1"/>
              </a:p>
              <a:p>
                <a:pPr marL="0" indent="0" algn="just">
                  <a:buNone/>
                </a:pPr>
                <a:endParaRPr lang="en-US" b="1" noProof="1"/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noProof="1">
                    <a:ea typeface="Cambria Math" panose="02040503050406030204" pitchFamily="18" charset="0"/>
                  </a:rPr>
                  <a:t>U najboljem slučaju (niz sortiran),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, a u najgorem slučaju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sub>
                    </m:sSub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. Za sve slučajeve važe granice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 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noProof="1"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C58688-7F3D-8423-6CAE-DCCF568772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7611"/>
              </a:xfrm>
              <a:blipFill>
                <a:blip r:embed="rId2"/>
                <a:stretch>
                  <a:fillRect l="-1043" t="-2036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868E2DA-92A9-E683-3DC1-F644090C7832}"/>
              </a:ext>
            </a:extLst>
          </p:cNvPr>
          <p:cNvSpPr txBox="1"/>
          <p:nvPr/>
        </p:nvSpPr>
        <p:spPr>
          <a:xfrm>
            <a:off x="1143000" y="2450592"/>
            <a:ext cx="4363695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noProof="1">
                <a:latin typeface="Consolas" panose="020B0609020204030204" pitchFamily="49" charset="0"/>
              </a:rPr>
              <a:t>InsertionSort</a:t>
            </a:r>
            <a:r>
              <a:rPr lang="en-US" noProof="1">
                <a:latin typeface="Consolas" panose="020B0609020204030204" pitchFamily="49" charset="0"/>
              </a:rPr>
              <a:t>(A):</a:t>
            </a:r>
          </a:p>
          <a:p>
            <a:r>
              <a:rPr lang="en-US" noProof="1">
                <a:latin typeface="Consolas" panose="020B0609020204030204" pitchFamily="49" charset="0"/>
              </a:rPr>
              <a:t>i ← 1</a:t>
            </a:r>
          </a:p>
          <a:p>
            <a:r>
              <a:rPr lang="en-US" b="1" noProof="1">
                <a:latin typeface="Consolas" panose="020B0609020204030204" pitchFamily="49" charset="0"/>
              </a:rPr>
              <a:t>while</a:t>
            </a:r>
            <a:r>
              <a:rPr lang="en-US" noProof="1">
                <a:latin typeface="Consolas" panose="020B0609020204030204" pitchFamily="49" charset="0"/>
              </a:rPr>
              <a:t> i &lt; </a:t>
            </a:r>
            <a:r>
              <a:rPr lang="en-US" i="1" noProof="1">
                <a:latin typeface="Consolas" panose="020B0609020204030204" pitchFamily="49" charset="0"/>
              </a:rPr>
              <a:t>Length</a:t>
            </a:r>
            <a:r>
              <a:rPr lang="en-US" noProof="1">
                <a:latin typeface="Consolas" panose="020B0609020204030204" pitchFamily="49" charset="0"/>
              </a:rPr>
              <a:t>(A)</a:t>
            </a:r>
          </a:p>
          <a:p>
            <a:r>
              <a:rPr lang="en-US" noProof="1">
                <a:latin typeface="Consolas" panose="020B0609020204030204" pitchFamily="49" charset="0"/>
              </a:rPr>
              <a:t>    j ← i</a:t>
            </a:r>
          </a:p>
          <a:p>
            <a:r>
              <a:rPr lang="en-US" noProof="1">
                <a:latin typeface="Consolas" panose="020B0609020204030204" pitchFamily="49" charset="0"/>
              </a:rPr>
              <a:t>    </a:t>
            </a:r>
            <a:r>
              <a:rPr lang="en-US" b="1" noProof="1">
                <a:latin typeface="Consolas" panose="020B0609020204030204" pitchFamily="49" charset="0"/>
              </a:rPr>
              <a:t>while</a:t>
            </a:r>
            <a:r>
              <a:rPr lang="en-US" noProof="1">
                <a:latin typeface="Consolas" panose="020B0609020204030204" pitchFamily="49" charset="0"/>
              </a:rPr>
              <a:t> j &gt; 0 </a:t>
            </a:r>
            <a:r>
              <a:rPr lang="en-US" b="1" noProof="1">
                <a:latin typeface="Consolas" panose="020B0609020204030204" pitchFamily="49" charset="0"/>
              </a:rPr>
              <a:t>and</a:t>
            </a:r>
            <a:r>
              <a:rPr lang="en-US" noProof="1">
                <a:latin typeface="Consolas" panose="020B0609020204030204" pitchFamily="49" charset="0"/>
              </a:rPr>
              <a:t> A[j-1] &gt; A[j]</a:t>
            </a:r>
          </a:p>
          <a:p>
            <a:r>
              <a:rPr lang="en-US" noProof="1">
                <a:latin typeface="Consolas" panose="020B0609020204030204" pitchFamily="49" charset="0"/>
              </a:rPr>
              <a:t>        </a:t>
            </a:r>
            <a:r>
              <a:rPr lang="en-US" b="1" noProof="1">
                <a:latin typeface="Consolas" panose="020B0609020204030204" pitchFamily="49" charset="0"/>
              </a:rPr>
              <a:t>swap</a:t>
            </a:r>
            <a:r>
              <a:rPr lang="en-US" noProof="1">
                <a:latin typeface="Consolas" panose="020B0609020204030204" pitchFamily="49" charset="0"/>
              </a:rPr>
              <a:t> A[j] </a:t>
            </a:r>
            <a:r>
              <a:rPr lang="en-US" b="1" noProof="1">
                <a:latin typeface="Consolas" panose="020B0609020204030204" pitchFamily="49" charset="0"/>
              </a:rPr>
              <a:t>and</a:t>
            </a:r>
            <a:r>
              <a:rPr lang="en-US" noProof="1">
                <a:latin typeface="Consolas" panose="020B0609020204030204" pitchFamily="49" charset="0"/>
              </a:rPr>
              <a:t> A[j-1]</a:t>
            </a:r>
          </a:p>
          <a:p>
            <a:r>
              <a:rPr lang="en-US" noProof="1">
                <a:latin typeface="Consolas" panose="020B0609020204030204" pitchFamily="49" charset="0"/>
              </a:rPr>
              <a:t>        j ← j - 1</a:t>
            </a:r>
          </a:p>
          <a:p>
            <a:r>
              <a:rPr lang="en-US" noProof="1">
                <a:latin typeface="Consolas" panose="020B0609020204030204" pitchFamily="49" charset="0"/>
              </a:rPr>
              <a:t>    </a:t>
            </a:r>
            <a:r>
              <a:rPr lang="en-US" b="1" noProof="1">
                <a:latin typeface="Consolas" panose="020B0609020204030204" pitchFamily="49" charset="0"/>
              </a:rPr>
              <a:t>end</a:t>
            </a:r>
            <a:r>
              <a:rPr lang="en-US" noProof="1">
                <a:latin typeface="Consolas" panose="020B0609020204030204" pitchFamily="49" charset="0"/>
              </a:rPr>
              <a:t> </a:t>
            </a:r>
            <a:r>
              <a:rPr lang="en-US" b="1" noProof="1">
                <a:latin typeface="Consolas" panose="020B0609020204030204" pitchFamily="49" charset="0"/>
              </a:rPr>
              <a:t>while</a:t>
            </a:r>
          </a:p>
          <a:p>
            <a:r>
              <a:rPr lang="en-US" noProof="1">
                <a:latin typeface="Consolas" panose="020B0609020204030204" pitchFamily="49" charset="0"/>
              </a:rPr>
              <a:t>    i ← i + 1</a:t>
            </a:r>
          </a:p>
          <a:p>
            <a:r>
              <a:rPr lang="en-US" b="1" noProof="1">
                <a:latin typeface="Consolas" panose="020B0609020204030204" pitchFamily="49" charset="0"/>
              </a:rPr>
              <a:t>end</a:t>
            </a:r>
            <a:r>
              <a:rPr lang="en-US" noProof="1">
                <a:latin typeface="Consolas" panose="020B0609020204030204" pitchFamily="49" charset="0"/>
              </a:rPr>
              <a:t> </a:t>
            </a:r>
            <a:r>
              <a:rPr lang="en-US" b="1" noProof="1">
                <a:latin typeface="Consolas" panose="020B0609020204030204" pitchFamily="49" charset="0"/>
              </a:rPr>
              <a:t>while</a:t>
            </a:r>
          </a:p>
        </p:txBody>
      </p:sp>
    </p:spTree>
    <p:extLst>
      <p:ext uri="{BB962C8B-B14F-4D97-AF65-F5344CB8AC3E}">
        <p14:creationId xmlns:p14="http://schemas.microsoft.com/office/powerpoint/2010/main" val="868051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C0DA5-F23B-BAF3-D1C4-5FE481EBB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528D-8FA7-BFB0-FF25-213ACE00F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Analiza asimptotske kompleksnosti algoritama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FD3993-A08F-26D9-A3FF-DF454040B0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7611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b="1" noProof="1"/>
                  <a:t>Primjer. </a:t>
                </a:r>
                <a:r>
                  <a:rPr lang="en-US" noProof="1"/>
                  <a:t>Odrediti i uprostiti asimptotsku kompleksnost (AK), sa što užim granicama, koja važi za sve slučajeve algoritma </a:t>
                </a:r>
                <a:r>
                  <a:rPr lang="en-US" b="1" noProof="1">
                    <a:latin typeface="Consolas" panose="020B0609020204030204" pitchFamily="49" charset="0"/>
                  </a:rPr>
                  <a:t>h</a:t>
                </a:r>
                <a:r>
                  <a:rPr lang="en-US" noProof="1"/>
                  <a:t> ako je poznato da je AK za </a:t>
                </a:r>
                <a:r>
                  <a:rPr lang="en-US" b="1" noProof="1">
                    <a:latin typeface="Consolas" panose="020B0609020204030204" pitchFamily="49" charset="0"/>
                  </a:rPr>
                  <a:t>f</a:t>
                </a:r>
                <a:r>
                  <a:rPr lang="en-US" noProof="1"/>
                  <a:t> </a:t>
                </a:r>
                <a14:m>
                  <m:oMath xmlns:m="http://schemas.openxmlformats.org/officeDocument/2006/math"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noProof="1" dirty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0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noProof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noProof="1"/>
                  <a:t>, te da je AK za </a:t>
                </a:r>
                <a:r>
                  <a:rPr lang="en-US" b="1" noProof="1">
                    <a:latin typeface="Consolas" panose="020B0609020204030204" pitchFamily="49" charset="0"/>
                  </a:rPr>
                  <a:t>g</a:t>
                </a:r>
                <a:r>
                  <a:rPr lang="en-US" noProof="1"/>
                  <a:t>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noProof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noProof="1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noProof="1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p>
                        <m:r>
                          <a:rPr lang="en-US" b="0" i="0" noProof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. Pri tome, pretpostaviti da </a:t>
                </a:r>
                <a:r>
                  <a:rPr lang="en-US" b="1" noProof="1">
                    <a:latin typeface="Consolas" panose="020B0609020204030204" pitchFamily="49" charset="0"/>
                  </a:rPr>
                  <a:t>f(n)</a:t>
                </a:r>
                <a:r>
                  <a:rPr lang="en-US" noProof="1"/>
                  <a:t> i </a:t>
                </a:r>
                <a:r>
                  <a:rPr lang="en-US" b="1" noProof="1">
                    <a:latin typeface="Consolas" panose="020B0609020204030204" pitchFamily="49" charset="0"/>
                  </a:rPr>
                  <a:t>g(n)</a:t>
                </a:r>
                <a:r>
                  <a:rPr lang="en-US" noProof="1"/>
                  <a:t> vraćaju broj između </a:t>
                </a:r>
                <a:r>
                  <a:rPr lang="en-US" b="1" noProof="1">
                    <a:latin typeface="Consolas" panose="020B0609020204030204" pitchFamily="49" charset="0"/>
                  </a:rPr>
                  <a:t>0</a:t>
                </a:r>
                <a:r>
                  <a:rPr lang="en-US" noProof="1"/>
                  <a:t> i </a:t>
                </a:r>
                <a:r>
                  <a:rPr lang="en-US" b="1" noProof="1">
                    <a:latin typeface="Consolas" panose="020B0609020204030204" pitchFamily="49" charset="0"/>
                  </a:rPr>
                  <a:t>n</a:t>
                </a:r>
                <a:r>
                  <a:rPr lang="en-US" noProof="1"/>
                  <a:t>.</a:t>
                </a:r>
              </a:p>
              <a:p>
                <a:pPr algn="just"/>
                <a:endParaRPr lang="en-US" b="1" noProof="1"/>
              </a:p>
              <a:p>
                <a:pPr algn="just"/>
                <a:endParaRPr lang="en-US" b="1" noProof="1"/>
              </a:p>
              <a:p>
                <a:pPr algn="just"/>
                <a:endParaRPr lang="en-US" b="1" noProof="1"/>
              </a:p>
              <a:p>
                <a:pPr algn="just"/>
                <a:endParaRPr lang="en-US" b="1" noProof="1"/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FD3993-A08F-26D9-A3FF-DF454040B0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7611"/>
              </a:xfrm>
              <a:blipFill>
                <a:blip r:embed="rId2"/>
                <a:stretch>
                  <a:fillRect l="-1043" t="-2036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E490F4F-BB82-CCAF-D84F-AA949EBDC447}"/>
              </a:ext>
            </a:extLst>
          </p:cNvPr>
          <p:cNvSpPr txBox="1"/>
          <p:nvPr/>
        </p:nvSpPr>
        <p:spPr>
          <a:xfrm>
            <a:off x="1197864" y="3529584"/>
            <a:ext cx="5123518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noProof="1">
                <a:latin typeface="Consolas" panose="020B0609020204030204" pitchFamily="49" charset="0"/>
              </a:rPr>
              <a:t>void h(int n)</a:t>
            </a:r>
          </a:p>
          <a:p>
            <a:r>
              <a:rPr lang="en-US" b="1" noProof="1">
                <a:latin typeface="Consolas" panose="020B0609020204030204" pitchFamily="49" charset="0"/>
              </a:rPr>
              <a:t>{</a:t>
            </a:r>
          </a:p>
          <a:p>
            <a:r>
              <a:rPr lang="en-US" b="1" noProof="1">
                <a:latin typeface="Consolas" panose="020B0609020204030204" pitchFamily="49" charset="0"/>
              </a:rPr>
              <a:t>  for (i = n; i &gt; 0; i /= 2)</a:t>
            </a:r>
          </a:p>
          <a:p>
            <a:r>
              <a:rPr lang="en-US" b="1" noProof="1">
                <a:latin typeface="Consolas" panose="020B0609020204030204" pitchFamily="49" charset="0"/>
              </a:rPr>
              <a:t>  {</a:t>
            </a:r>
          </a:p>
          <a:p>
            <a:r>
              <a:rPr lang="en-US" b="1" noProof="1">
                <a:latin typeface="Consolas" panose="020B0609020204030204" pitchFamily="49" charset="0"/>
              </a:rPr>
              <a:t>    if (f(n) &lt; g(n))</a:t>
            </a:r>
          </a:p>
          <a:p>
            <a:r>
              <a:rPr lang="en-US" b="1" noProof="1">
                <a:latin typeface="Consolas" panose="020B0609020204030204" pitchFamily="49" charset="0"/>
              </a:rPr>
              <a:t>      for (j = f(n) * f(n); j &lt; n; j++)</a:t>
            </a:r>
          </a:p>
          <a:p>
            <a:r>
              <a:rPr lang="en-US" b="1" noProof="1">
                <a:latin typeface="Consolas" panose="020B0609020204030204" pitchFamily="49" charset="0"/>
              </a:rPr>
              <a:t>       f(n);</a:t>
            </a:r>
          </a:p>
          <a:p>
            <a:r>
              <a:rPr lang="en-US" b="1" noProof="1">
                <a:latin typeface="Consolas" panose="020B0609020204030204" pitchFamily="49" charset="0"/>
              </a:rPr>
              <a:t>  }</a:t>
            </a:r>
            <a:br>
              <a:rPr lang="en-US" b="1" noProof="1">
                <a:latin typeface="Consolas" panose="020B0609020204030204" pitchFamily="49" charset="0"/>
              </a:rPr>
            </a:br>
            <a:r>
              <a:rPr lang="en-US" b="1" noProof="1">
                <a:latin typeface="Consolas" panose="020B0609020204030204" pitchFamily="49" charset="0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00525ED-05A4-B54F-6336-289A4CF009CA}"/>
                  </a:ext>
                </a:extLst>
              </p:cNvPr>
              <p:cNvSpPr txBox="1"/>
              <p:nvPr/>
            </p:nvSpPr>
            <p:spPr>
              <a:xfrm>
                <a:off x="7701710" y="5591687"/>
                <a:ext cx="35605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noProof="1" dirty="0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800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280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b="0" i="0" noProof="1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p>
                            <m:r>
                              <a:rPr lang="en-US" sz="2800" b="0" i="1" noProof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sz="2800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800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noProof="1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sz="280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80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800" b="0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b="0" i="0" noProof="1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sz="2800" b="0" i="1" noProof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800" b="0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2800" noProof="1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00525ED-05A4-B54F-6336-289A4CF00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1710" y="5591687"/>
                <a:ext cx="3560526" cy="523220"/>
              </a:xfrm>
              <a:prstGeom prst="rect">
                <a:avLst/>
              </a:prstGeom>
              <a:blipFill>
                <a:blip r:embed="rId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5A3D5D-8840-170B-B7EE-65829C0886FA}"/>
                  </a:ext>
                </a:extLst>
              </p:cNvPr>
              <p:cNvSpPr txBox="1"/>
              <p:nvPr/>
            </p:nvSpPr>
            <p:spPr>
              <a:xfrm>
                <a:off x="6608064" y="3529584"/>
                <a:ext cx="4745736" cy="1210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noProof="1"/>
                  <a:t>Granice odrediti tako da budu predstavljene izrazom oblika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func>
                      <m:func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noProof="1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p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fName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, odnosno oblika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fName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, s tim da je potrebno odrediti minimalne cjelobrojne vrijednosti za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noProof="1"/>
                  <a:t>, i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noProof="1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5A3D5D-8840-170B-B7EE-65829C088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8064" y="3529584"/>
                <a:ext cx="4745736" cy="1210203"/>
              </a:xfrm>
              <a:prstGeom prst="rect">
                <a:avLst/>
              </a:prstGeom>
              <a:blipFill>
                <a:blip r:embed="rId4"/>
                <a:stretch>
                  <a:fillRect l="-1027" t="-2513" r="-899" b="-7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595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70EBF-C52E-BED6-DF86-0ED0D63C9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2D87B-6AA2-6650-1135-555EFB8FF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Analiza asimptotske kompleksnosti algoritama</a:t>
            </a:r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999727-3936-2BB9-03B8-0F30BBF35D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7611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b="1" noProof="1"/>
                  <a:t>Primjer. </a:t>
                </a:r>
                <a:r>
                  <a:rPr lang="en-US" noProof="1"/>
                  <a:t>Odrediti i uprostiti asimptotsku kompleksnost (AK), sa što užim granicama, algoritma </a:t>
                </a:r>
                <a:r>
                  <a:rPr lang="en-US" b="1" noProof="1">
                    <a:latin typeface="Consolas" panose="020B0609020204030204" pitchFamily="49" charset="0"/>
                  </a:rPr>
                  <a:t>f</a:t>
                </a:r>
                <a:r>
                  <a:rPr lang="en-US" noProof="1"/>
                  <a:t> . Granice odrediti tako da budu predstavljene izrazom oblika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func>
                      <m:func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noProof="1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p>
                            <m:r>
                              <a:rPr lang="en-US" b="0" i="1" noProof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fName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, odnosno oblika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func>
                      <m:func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noProof="1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p>
                            <m:r>
                              <a:rPr lang="en-US" i="1" noProof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fName>
                      <m:e>
                        <m:r>
                          <a:rPr lang="en-US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1"/>
                  <a:t>, s tim da je potrebno odrediti minimalne cjelobrojne vrijednosti za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noProof="1"/>
                  <a:t>,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noProof="1"/>
                  <a:t>, i </a:t>
                </a:r>
                <a14:m>
                  <m:oMath xmlns:m="http://schemas.openxmlformats.org/officeDocument/2006/math">
                    <m:r>
                      <a:rPr lang="en-US" i="1" noProof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noProof="1"/>
                  <a:t>.</a:t>
                </a:r>
              </a:p>
              <a:p>
                <a:pPr algn="just"/>
                <a:endParaRPr lang="en-US" noProof="1"/>
              </a:p>
              <a:p>
                <a:pPr algn="just"/>
                <a:endParaRPr lang="en-US" b="1" noProof="1"/>
              </a:p>
              <a:p>
                <a:pPr algn="just"/>
                <a:endParaRPr lang="en-US" b="1" noProof="1"/>
              </a:p>
              <a:p>
                <a:pPr algn="just"/>
                <a:endParaRPr lang="en-US" b="1" noProof="1"/>
              </a:p>
              <a:p>
                <a:pPr algn="just"/>
                <a:endParaRPr lang="en-US" b="1" noProof="1"/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999727-3936-2BB9-03B8-0F30BBF35D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7611"/>
              </a:xfrm>
              <a:blipFill>
                <a:blip r:embed="rId2"/>
                <a:stretch>
                  <a:fillRect l="-1043" t="-2036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C3C3585-26B0-3A95-1F4A-2459B13179B5}"/>
              </a:ext>
            </a:extLst>
          </p:cNvPr>
          <p:cNvSpPr txBox="1"/>
          <p:nvPr/>
        </p:nvSpPr>
        <p:spPr>
          <a:xfrm>
            <a:off x="1225196" y="3907552"/>
            <a:ext cx="2084225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noProof="1">
                <a:latin typeface="Consolas" panose="020B0609020204030204" pitchFamily="49" charset="0"/>
              </a:rPr>
              <a:t>void f(int n)</a:t>
            </a:r>
          </a:p>
          <a:p>
            <a:r>
              <a:rPr lang="en-US" b="1" noProof="1">
                <a:latin typeface="Consolas" panose="020B0609020204030204" pitchFamily="49" charset="0"/>
              </a:rPr>
              <a:t>{</a:t>
            </a:r>
          </a:p>
          <a:p>
            <a:r>
              <a:rPr lang="en-US" b="1" noProof="1">
                <a:latin typeface="Consolas" panose="020B0609020204030204" pitchFamily="49" charset="0"/>
              </a:rPr>
              <a:t>  if (n == 0) {</a:t>
            </a:r>
          </a:p>
          <a:p>
            <a:r>
              <a:rPr lang="en-US" b="1" noProof="1">
                <a:latin typeface="Consolas" panose="020B0609020204030204" pitchFamily="49" charset="0"/>
              </a:rPr>
              <a:t>    return;</a:t>
            </a:r>
          </a:p>
          <a:p>
            <a:r>
              <a:rPr lang="en-US" b="1" noProof="1">
                <a:latin typeface="Consolas" panose="020B0609020204030204" pitchFamily="49" charset="0"/>
              </a:rPr>
              <a:t>  }</a:t>
            </a:r>
          </a:p>
          <a:p>
            <a:r>
              <a:rPr lang="en-US" b="1" noProof="1">
                <a:latin typeface="Consolas" panose="020B0609020204030204" pitchFamily="49" charset="0"/>
              </a:rPr>
              <a:t>  </a:t>
            </a:r>
          </a:p>
          <a:p>
            <a:r>
              <a:rPr lang="en-US" b="1" noProof="1">
                <a:latin typeface="Consolas" panose="020B0609020204030204" pitchFamily="49" charset="0"/>
              </a:rPr>
              <a:t>  f(n-1);</a:t>
            </a:r>
          </a:p>
          <a:p>
            <a:r>
              <a:rPr lang="en-US" b="1" noProof="1">
                <a:latin typeface="Consolas" panose="020B0609020204030204" pitchFamily="49" charset="0"/>
              </a:rPr>
              <a:t>  f(n-1);</a:t>
            </a:r>
            <a:br>
              <a:rPr lang="en-US" b="1" noProof="1">
                <a:latin typeface="Consolas" panose="020B0609020204030204" pitchFamily="49" charset="0"/>
              </a:rPr>
            </a:br>
            <a:r>
              <a:rPr lang="en-US" b="1" noProof="1">
                <a:latin typeface="Consolas" panose="020B0609020204030204" pitchFamily="49" charset="0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45349B-3C66-0671-FC4E-10A2153735E8}"/>
                  </a:ext>
                </a:extLst>
              </p:cNvPr>
              <p:cNvSpPr txBox="1"/>
              <p:nvPr/>
            </p:nvSpPr>
            <p:spPr>
              <a:xfrm>
                <a:off x="9130819" y="6090015"/>
                <a:ext cx="222298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noProof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b="0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noProof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800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noProof="1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noProof="1" dirty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sz="280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noProof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800" b="0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sz="2800" noProof="1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45349B-3C66-0671-FC4E-10A215373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819" y="6090015"/>
                <a:ext cx="2222981" cy="523220"/>
              </a:xfrm>
              <a:prstGeom prst="rect">
                <a:avLst/>
              </a:prstGeom>
              <a:blipFill>
                <a:blip r:embed="rId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45326BB2-59DA-B8D1-167D-6CCFD058A44F}"/>
              </a:ext>
            </a:extLst>
          </p:cNvPr>
          <p:cNvSpPr/>
          <p:nvPr/>
        </p:nvSpPr>
        <p:spPr>
          <a:xfrm>
            <a:off x="6704892" y="3511296"/>
            <a:ext cx="1277819" cy="11475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noProof="1"/>
              <a:t>f(n)</a:t>
            </a:r>
            <a:endParaRPr lang="en-US" sz="1050" b="1" noProof="1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ED3502C-6140-B589-6E14-90BC0B1510E5}"/>
              </a:ext>
            </a:extLst>
          </p:cNvPr>
          <p:cNvCxnSpPr>
            <a:cxnSpLocks/>
            <a:stCxn id="7" idx="3"/>
            <a:endCxn id="22" idx="0"/>
          </p:cNvCxnSpPr>
          <p:nvPr/>
        </p:nvCxnSpPr>
        <p:spPr>
          <a:xfrm flipH="1">
            <a:off x="6704892" y="4490810"/>
            <a:ext cx="187132" cy="769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5429390-FDD5-74CE-C1F4-E02DBFB9286F}"/>
              </a:ext>
            </a:extLst>
          </p:cNvPr>
          <p:cNvCxnSpPr>
            <a:cxnSpLocks/>
            <a:stCxn id="7" idx="5"/>
            <a:endCxn id="23" idx="0"/>
          </p:cNvCxnSpPr>
          <p:nvPr/>
        </p:nvCxnSpPr>
        <p:spPr>
          <a:xfrm>
            <a:off x="7795579" y="4490810"/>
            <a:ext cx="187132" cy="769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E22E72AA-D2ED-DEFA-15F0-CBB16FD4A4D9}"/>
              </a:ext>
            </a:extLst>
          </p:cNvPr>
          <p:cNvSpPr/>
          <p:nvPr/>
        </p:nvSpPr>
        <p:spPr>
          <a:xfrm>
            <a:off x="6216201" y="5260430"/>
            <a:ext cx="977381" cy="90371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noProof="1"/>
              <a:t>f(n-1)</a:t>
            </a:r>
            <a:endParaRPr lang="en-US" sz="1050" b="1" noProof="1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63096D5-F24C-569B-E7C7-D5AB17004922}"/>
              </a:ext>
            </a:extLst>
          </p:cNvPr>
          <p:cNvSpPr/>
          <p:nvPr/>
        </p:nvSpPr>
        <p:spPr>
          <a:xfrm>
            <a:off x="7494020" y="5260430"/>
            <a:ext cx="977381" cy="90371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noProof="1"/>
              <a:t>f(n-1)</a:t>
            </a:r>
            <a:endParaRPr lang="en-US" sz="1050" b="1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4204BD1-3972-9A7D-DFB5-24F8E73749A9}"/>
                  </a:ext>
                </a:extLst>
              </p:cNvPr>
              <p:cNvSpPr txBox="1"/>
              <p:nvPr/>
            </p:nvSpPr>
            <p:spPr>
              <a:xfrm>
                <a:off x="8731782" y="3480765"/>
                <a:ext cx="2851574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noProof="1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=4=</m:t>
                      </m:r>
                      <m:sSup>
                        <m:sSup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noProof="1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=8=</m:t>
                      </m:r>
                      <m:sSup>
                        <m:sSup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b="0" i="1" noProof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b="0" noProof="1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noProof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noProof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b="0" noProof="1"/>
              </a:p>
              <a:p>
                <a:endParaRPr lang="en-US" b="0" noProof="1"/>
              </a:p>
              <a:p>
                <a:endParaRPr lang="en-US" b="0" noProof="1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4204BD1-3972-9A7D-DFB5-24F8E7374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1782" y="3480765"/>
                <a:ext cx="2851574" cy="25853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5160E1-B404-449E-8521-14C843FD4F5D}"/>
              </a:ext>
            </a:extLst>
          </p:cNvPr>
          <p:cNvCxnSpPr>
            <a:cxnSpLocks/>
          </p:cNvCxnSpPr>
          <p:nvPr/>
        </p:nvCxnSpPr>
        <p:spPr>
          <a:xfrm flipH="1">
            <a:off x="6261585" y="6163071"/>
            <a:ext cx="326347" cy="581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FBC6D1E-A616-6072-F8DE-5D73AFC3BC79}"/>
              </a:ext>
            </a:extLst>
          </p:cNvPr>
          <p:cNvCxnSpPr>
            <a:cxnSpLocks/>
          </p:cNvCxnSpPr>
          <p:nvPr/>
        </p:nvCxnSpPr>
        <p:spPr>
          <a:xfrm>
            <a:off x="6812713" y="6163071"/>
            <a:ext cx="293353" cy="581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F603D26-44D8-3743-723C-03E1F11D374E}"/>
              </a:ext>
            </a:extLst>
          </p:cNvPr>
          <p:cNvCxnSpPr>
            <a:cxnSpLocks/>
          </p:cNvCxnSpPr>
          <p:nvPr/>
        </p:nvCxnSpPr>
        <p:spPr>
          <a:xfrm>
            <a:off x="8140819" y="6163069"/>
            <a:ext cx="293353" cy="581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A3CD74D-FFE8-8F8B-984D-05C631A6787A}"/>
              </a:ext>
            </a:extLst>
          </p:cNvPr>
          <p:cNvCxnSpPr>
            <a:cxnSpLocks/>
          </p:cNvCxnSpPr>
          <p:nvPr/>
        </p:nvCxnSpPr>
        <p:spPr>
          <a:xfrm flipH="1">
            <a:off x="7514034" y="6163070"/>
            <a:ext cx="326347" cy="581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928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22" grpId="0" animBg="1"/>
      <p:bldP spid="23" grpId="0" animBg="1"/>
      <p:bldP spid="26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EC2C4-9D5B-091C-D797-5E252D56F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6701D-B38F-EB76-5625-F48502F2B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Analiza asimptotske kompleksnosti algoritama</a:t>
            </a:r>
            <a:endParaRPr lang="en-US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366EC9-00F6-6D2F-4FD4-75201D6241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7611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b="1" noProof="1"/>
                  <a:t>Zadatak za vje</a:t>
                </a:r>
                <a:r>
                  <a:rPr lang="sr-Latn-BA" b="1" noProof="1"/>
                  <a:t>žbu</a:t>
                </a:r>
                <a:r>
                  <a:rPr lang="en-US" b="1" noProof="1"/>
                  <a:t>. </a:t>
                </a:r>
                <a:r>
                  <a:rPr lang="en-US" noProof="1"/>
                  <a:t>Odrediti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1" dirty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noProof="1"/>
                  <a:t> vremensku kompleksnost algoritma.</a:t>
                </a:r>
              </a:p>
              <a:p>
                <a:pPr algn="just"/>
                <a:endParaRPr lang="en-US" noProof="1"/>
              </a:p>
              <a:p>
                <a:pPr algn="just"/>
                <a:endParaRPr lang="en-US" b="1" noProof="1"/>
              </a:p>
              <a:p>
                <a:pPr algn="just"/>
                <a:endParaRPr lang="en-US" b="1" noProof="1"/>
              </a:p>
              <a:p>
                <a:pPr algn="just"/>
                <a:endParaRPr lang="en-US" b="1" noProof="1"/>
              </a:p>
              <a:p>
                <a:pPr algn="just"/>
                <a:endParaRPr lang="en-US" b="1" noProof="1"/>
              </a:p>
              <a:p>
                <a:pPr marL="0" indent="0" algn="just">
                  <a:buNone/>
                </a:pPr>
                <a:endParaRPr lang="en-US" b="1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noProof="1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366EC9-00F6-6D2F-4FD4-75201D6241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7611"/>
              </a:xfrm>
              <a:blipFill>
                <a:blip r:embed="rId2"/>
                <a:stretch>
                  <a:fillRect l="-1043" t="-2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09629F5-EA22-6FEB-79ED-FE757C5C3CCB}"/>
              </a:ext>
            </a:extLst>
          </p:cNvPr>
          <p:cNvSpPr txBox="1"/>
          <p:nvPr/>
        </p:nvSpPr>
        <p:spPr>
          <a:xfrm>
            <a:off x="3977471" y="2465103"/>
            <a:ext cx="4237057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n-NO" b="1" noProof="1">
                <a:latin typeface="Consolas" panose="020B0609020204030204" pitchFamily="49" charset="0"/>
              </a:rPr>
              <a:t>void f(n) {</a:t>
            </a:r>
          </a:p>
          <a:p>
            <a:r>
              <a:rPr lang="nn-NO" b="1" noProof="1">
                <a:latin typeface="Consolas" panose="020B0609020204030204" pitchFamily="49" charset="0"/>
              </a:rPr>
              <a:t>  for (int i = 1; i &lt; n; i *= 2)</a:t>
            </a:r>
          </a:p>
          <a:p>
            <a:r>
              <a:rPr lang="nn-NO" b="1" noProof="1">
                <a:latin typeface="Consolas" panose="020B0609020204030204" pitchFamily="49" charset="0"/>
              </a:rPr>
              <a:t>  {</a:t>
            </a:r>
          </a:p>
          <a:p>
            <a:r>
              <a:rPr lang="nn-NO" b="1" noProof="1">
                <a:latin typeface="Consolas" panose="020B0609020204030204" pitchFamily="49" charset="0"/>
              </a:rPr>
              <a:t>     f(i);</a:t>
            </a:r>
          </a:p>
          <a:p>
            <a:r>
              <a:rPr lang="nn-NO" b="1" noProof="1">
                <a:latin typeface="Consolas" panose="020B0609020204030204" pitchFamily="49" charset="0"/>
              </a:rPr>
              <a:t>  }</a:t>
            </a:r>
          </a:p>
          <a:p>
            <a:r>
              <a:rPr lang="nn-NO" b="1" noProof="1">
                <a:latin typeface="Consolas" panose="020B0609020204030204" pitchFamily="49" charset="0"/>
              </a:rPr>
              <a:t>}</a:t>
            </a:r>
            <a:endParaRPr lang="en-US" b="1" noProof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252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1669</TotalTime>
  <Words>7084</Words>
  <Application>Microsoft Office PowerPoint</Application>
  <PresentationFormat>Widescreen</PresentationFormat>
  <Paragraphs>847</Paragraphs>
  <Slides>98</Slides>
  <Notes>4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4" baseType="lpstr">
      <vt:lpstr>Arial</vt:lpstr>
      <vt:lpstr>Calibri</vt:lpstr>
      <vt:lpstr>Cambria Math</vt:lpstr>
      <vt:lpstr>Consolas</vt:lpstr>
      <vt:lpstr>Wingdings</vt:lpstr>
      <vt:lpstr>Office Theme</vt:lpstr>
      <vt:lpstr>Formalne metode u softverskom inženjerstvu</vt:lpstr>
      <vt:lpstr>Literatura</vt:lpstr>
      <vt:lpstr>Zašto nas interesuje analiza kompleksnosti algoritama?</vt:lpstr>
      <vt:lpstr>Analiza kompleksnosti algoritama</vt:lpstr>
      <vt:lpstr>Analiza kompleksnosti algoritama</vt:lpstr>
      <vt:lpstr>Vizualizacija funkcija različitog stepena rasta</vt:lpstr>
      <vt:lpstr>Vizualizacija funkcija različitog stepena rasta</vt:lpstr>
      <vt:lpstr>Vizualizacija funkcija različitog stepena rasta</vt:lpstr>
      <vt:lpstr>Vizualizacija funkcija različitog stepena rasta</vt:lpstr>
      <vt:lpstr>Vizualizacija funkcija različitog stepena rasta</vt:lpstr>
      <vt:lpstr>Vizualizacija funkcija različitog stepena rasta</vt:lpstr>
      <vt:lpstr>Asimptotska notacija</vt:lpstr>
      <vt:lpstr>Asimptotska notacija – primjeri</vt:lpstr>
      <vt:lpstr>Veliko O – svojstva</vt:lpstr>
      <vt:lpstr>Veliko O – svojstva</vt:lpstr>
      <vt:lpstr>Veliko O – svojstva</vt:lpstr>
      <vt:lpstr>Veliko O – svojstva</vt:lpstr>
      <vt:lpstr>Asimptotska notacija – primjer granica</vt:lpstr>
      <vt:lpstr>Veliko O – svojstva</vt:lpstr>
      <vt:lpstr>Asimptotska notacija – primjer granica</vt:lpstr>
      <vt:lpstr>Veliko O – svojstva – veza sa graničnim procesima</vt:lpstr>
      <vt:lpstr>Veliko O – svojstva – veza sa graničnim procesima</vt:lpstr>
      <vt:lpstr>Asimptotska notacija – primjer granica</vt:lpstr>
      <vt:lpstr>Veliko O – svojstva – veza sa graničnim procesima</vt:lpstr>
      <vt:lpstr>Veliko O – svojstva – veza sa graničnim procesima</vt:lpstr>
      <vt:lpstr>Veliko O – svojstva – sendvič teorema</vt:lpstr>
      <vt:lpstr>Veliko O – svojstva</vt:lpstr>
      <vt:lpstr>Veliko O – svojstva</vt:lpstr>
      <vt:lpstr>Veliko O – svojstva</vt:lpstr>
      <vt:lpstr>Veliko O – svojstva</vt:lpstr>
      <vt:lpstr>Veliko O – svojstva</vt:lpstr>
      <vt:lpstr>Veliko O – svojstva</vt:lpstr>
      <vt:lpstr>Veliko O – svojstva</vt:lpstr>
      <vt:lpstr>Veliko O – svojstva</vt:lpstr>
      <vt:lpstr>Veliko O – svojstva</vt:lpstr>
      <vt:lpstr>Veliko O – svojstva</vt:lpstr>
      <vt:lpstr>Veliko O – svojstva</vt:lpstr>
      <vt:lpstr>Veliko O – svojstva</vt:lpstr>
      <vt:lpstr>Veliko O – svojstva</vt:lpstr>
      <vt:lpstr>Veliko Ω – svojstva</vt:lpstr>
      <vt:lpstr>Veliko Ω – svojstva</vt:lpstr>
      <vt:lpstr>Veliko Ω – svojstva</vt:lpstr>
      <vt:lpstr>Veliko Ω – svojstva</vt:lpstr>
      <vt:lpstr>Veliko Ω – svojstva</vt:lpstr>
      <vt:lpstr>Veliko Ω – svojstva</vt:lpstr>
      <vt:lpstr>Veliko Ω – svojstva</vt:lpstr>
      <vt:lpstr>Asimptotska notacija – primjer granica</vt:lpstr>
      <vt:lpstr>Veliko Ω – svojstva – veza sa graničnim procesima</vt:lpstr>
      <vt:lpstr>Veliko Ω – svojstva – veza sa graničnim procesima</vt:lpstr>
      <vt:lpstr>Veliko Ω – svojstva – veza sa graničnim procesima</vt:lpstr>
      <vt:lpstr>Veliko Ω – svojstva – veza sa graničnim procesima</vt:lpstr>
      <vt:lpstr>Veliko Ω – svojstva – sendvič teorema</vt:lpstr>
      <vt:lpstr>Veliko Ω – svojstva</vt:lpstr>
      <vt:lpstr>Veliko Ω – svojstva</vt:lpstr>
      <vt:lpstr>Veliko Ω – svojstva</vt:lpstr>
      <vt:lpstr>Veliko Ω – svojstva</vt:lpstr>
      <vt:lpstr>Veliko Ω – svojstva</vt:lpstr>
      <vt:lpstr>Veliko Ω – svojstva</vt:lpstr>
      <vt:lpstr>Veliko Ω – svojstva</vt:lpstr>
      <vt:lpstr>Veliko Ω – svojstva</vt:lpstr>
      <vt:lpstr>Veliko Ω – svojstva</vt:lpstr>
      <vt:lpstr>Veliko Ω – svojstva</vt:lpstr>
      <vt:lpstr>Veliko Ω – svojstva</vt:lpstr>
      <vt:lpstr>Veliko Ω – svojstva</vt:lpstr>
      <vt:lpstr>Veliko Θ – svojstva</vt:lpstr>
      <vt:lpstr>Veliko Θ – svojstva</vt:lpstr>
      <vt:lpstr>Veliko Θ – svojstva</vt:lpstr>
      <vt:lpstr>Veliko Θ – svojstva</vt:lpstr>
      <vt:lpstr>Veliko Θ – svojstva</vt:lpstr>
      <vt:lpstr>Veliko Θ – svojstva – veza sa graničnim procesima</vt:lpstr>
      <vt:lpstr>Veliko Θ – svojstva – veza sa graničnim procesima</vt:lpstr>
      <vt:lpstr>Veliko Θ – svojstva – sendvič teorema</vt:lpstr>
      <vt:lpstr>Veliko Θ – svojstva</vt:lpstr>
      <vt:lpstr>Veliko Θ – svojstva</vt:lpstr>
      <vt:lpstr>Veliko Θ – svojstva</vt:lpstr>
      <vt:lpstr>Veliko Θ – svojstva</vt:lpstr>
      <vt:lpstr>Veliko Θ – svojstva</vt:lpstr>
      <vt:lpstr>Veliko Θ – svojstva</vt:lpstr>
      <vt:lpstr>Veliko Θ – svojstva</vt:lpstr>
      <vt:lpstr>Uskost granica</vt:lpstr>
      <vt:lpstr>Korisne asimptotske granice</vt:lpstr>
      <vt:lpstr>Asimptotska notacija – višedimenzionalna analiza</vt:lpstr>
      <vt:lpstr>Asimptotska notacija – višedimenzionalna analiza</vt:lpstr>
      <vt:lpstr>Model izračunavanja</vt:lpstr>
      <vt:lpstr>Analiza asimptotske kompleksnosti algoritama</vt:lpstr>
      <vt:lpstr>Analiza asimptotske kompleksnosti algoritama</vt:lpstr>
      <vt:lpstr>Analiza asimptotske kompleksnosti algoritama</vt:lpstr>
      <vt:lpstr>Analiza asimptotske kompleksnosti algoritama</vt:lpstr>
      <vt:lpstr>Analiza asimptotske kompleksnosti algoritama</vt:lpstr>
      <vt:lpstr>Analiza asimptotske kompleksnosti algoritama</vt:lpstr>
      <vt:lpstr>Analiza asimptotske kompleksnosti algoritama</vt:lpstr>
      <vt:lpstr>Slučajevi izvršavanja</vt:lpstr>
      <vt:lpstr>Slučajevi izvršavanja</vt:lpstr>
      <vt:lpstr>Slučajevi izvršavanja</vt:lpstr>
      <vt:lpstr>Analiza asimptotske kompleksnosti algoritama</vt:lpstr>
      <vt:lpstr>Analiza asimptotske kompleksnosti algoritama</vt:lpstr>
      <vt:lpstr>Analiza asimptotske kompleksnosti algoritama</vt:lpstr>
      <vt:lpstr>Analiza asimptotske kompleksnosti algoritama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Formalne metode u softverskom inženjerstvu</dc:title>
  <dc:creator>Stefan Novaković</dc:creator>
  <cp:lastModifiedBy>Stefan Novaković</cp:lastModifiedBy>
  <cp:revision>5</cp:revision>
  <dcterms:created xsi:type="dcterms:W3CDTF">2021-09-29T13:55:43Z</dcterms:created>
  <dcterms:modified xsi:type="dcterms:W3CDTF">2025-03-03T18:52:23Z</dcterms:modified>
</cp:coreProperties>
</file>